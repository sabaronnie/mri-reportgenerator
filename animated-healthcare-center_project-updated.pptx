
<file path=[Content_Types].xml><?xml version="1.0" encoding="utf-8"?>
<Types xmlns="http://schemas.openxmlformats.org/package/2006/content-types">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87" r:id="rId1"/>
    <p:sldMasterId id="2147483688" r:id="rId2"/>
  </p:sldMasterIdLst>
  <p:notesMasterIdLst>
    <p:notesMasterId r:id="rId62"/>
  </p:notesMasterIdLst>
  <p:sldIdLst>
    <p:sldId id="256" r:id="rId3"/>
    <p:sldId id="258" r:id="rId4"/>
    <p:sldId id="260" r:id="rId5"/>
    <p:sldId id="259" r:id="rId6"/>
    <p:sldId id="313" r:id="rId7"/>
    <p:sldId id="314" r:id="rId8"/>
    <p:sldId id="315" r:id="rId9"/>
    <p:sldId id="277"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 id="311" r:id="rId60"/>
    <p:sldId id="312" r:id="rId61"/>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C7F7F96-63CE-423D-B757-84AD032D5FBD}">
  <a:tblStyle styleId="{1C7F7F96-63CE-423D-B757-84AD032D5FB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54" d="100"/>
          <a:sy n="154" d="100"/>
        </p:scale>
        <p:origin x="440" y="19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ableStyles" Target="tableStyles.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
        <p:cNvGrpSpPr/>
        <p:nvPr/>
      </p:nvGrpSpPr>
      <p:grpSpPr>
        <a:xfrm>
          <a:off x="0" y="0"/>
          <a:ext cx="0" cy="0"/>
          <a:chOff x="0" y="0"/>
          <a:chExt cx="0" cy="0"/>
        </a:xfrm>
      </p:grpSpPr>
      <p:sp>
        <p:nvSpPr>
          <p:cNvPr id="232" name="Google Shape;232;gcec4d2707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 name="Google Shape;233;gcec4d2707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
        <p:cNvGrpSpPr/>
        <p:nvPr/>
      </p:nvGrpSpPr>
      <p:grpSpPr>
        <a:xfrm>
          <a:off x="0" y="0"/>
          <a:ext cx="0" cy="0"/>
          <a:chOff x="0" y="0"/>
          <a:chExt cx="0" cy="0"/>
        </a:xfrm>
      </p:grpSpPr>
      <p:sp>
        <p:nvSpPr>
          <p:cNvPr id="255" name="Google Shape;255;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 name="Google Shape;256;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
        <p:cNvGrpSpPr/>
        <p:nvPr/>
      </p:nvGrpSpPr>
      <p:grpSpPr>
        <a:xfrm>
          <a:off x="0" y="0"/>
          <a:ext cx="0" cy="0"/>
          <a:chOff x="0" y="0"/>
          <a:chExt cx="0" cy="0"/>
        </a:xfrm>
      </p:grpSpPr>
      <p:sp>
        <p:nvSpPr>
          <p:cNvPr id="284" name="Google Shape;284;g99f2f57a71_0_2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 name="Google Shape;285;g99f2f57a71_0_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p:cNvGrpSpPr/>
        <p:nvPr/>
      </p:nvGrpSpPr>
      <p:grpSpPr>
        <a:xfrm>
          <a:off x="0" y="0"/>
          <a:ext cx="0" cy="0"/>
          <a:chOff x="0" y="0"/>
          <a:chExt cx="0" cy="0"/>
        </a:xfrm>
      </p:grpSpPr>
      <p:sp>
        <p:nvSpPr>
          <p:cNvPr id="276" name="Google Shape;276;g99f2f57a71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99f2f57a71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a:extLst>
            <a:ext uri="{FF2B5EF4-FFF2-40B4-BE49-F238E27FC236}">
              <a16:creationId xmlns:a16="http://schemas.microsoft.com/office/drawing/2014/main" id="{FDBB1B4B-7F73-A40D-9022-10AC2A72ACFD}"/>
            </a:ext>
          </a:extLst>
        </p:cNvPr>
        <p:cNvGrpSpPr/>
        <p:nvPr/>
      </p:nvGrpSpPr>
      <p:grpSpPr>
        <a:xfrm>
          <a:off x="0" y="0"/>
          <a:ext cx="0" cy="0"/>
          <a:chOff x="0" y="0"/>
          <a:chExt cx="0" cy="0"/>
        </a:xfrm>
      </p:grpSpPr>
      <p:sp>
        <p:nvSpPr>
          <p:cNvPr id="276" name="Google Shape;276;g99f2f57a71_0_184:notes">
            <a:extLst>
              <a:ext uri="{FF2B5EF4-FFF2-40B4-BE49-F238E27FC236}">
                <a16:creationId xmlns:a16="http://schemas.microsoft.com/office/drawing/2014/main" id="{9664B51F-92B8-AF32-C08F-9E3832734E2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99f2f57a71_0_184:notes">
            <a:extLst>
              <a:ext uri="{FF2B5EF4-FFF2-40B4-BE49-F238E27FC236}">
                <a16:creationId xmlns:a16="http://schemas.microsoft.com/office/drawing/2014/main" id="{DEEE050B-F559-6F1D-7199-5F78B4481E9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394744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a:extLst>
            <a:ext uri="{FF2B5EF4-FFF2-40B4-BE49-F238E27FC236}">
              <a16:creationId xmlns:a16="http://schemas.microsoft.com/office/drawing/2014/main" id="{41511C41-5E40-573C-E1D6-AD155D6C95D5}"/>
            </a:ext>
          </a:extLst>
        </p:cNvPr>
        <p:cNvGrpSpPr/>
        <p:nvPr/>
      </p:nvGrpSpPr>
      <p:grpSpPr>
        <a:xfrm>
          <a:off x="0" y="0"/>
          <a:ext cx="0" cy="0"/>
          <a:chOff x="0" y="0"/>
          <a:chExt cx="0" cy="0"/>
        </a:xfrm>
      </p:grpSpPr>
      <p:sp>
        <p:nvSpPr>
          <p:cNvPr id="276" name="Google Shape;276;g99f2f57a71_0_184:notes">
            <a:extLst>
              <a:ext uri="{FF2B5EF4-FFF2-40B4-BE49-F238E27FC236}">
                <a16:creationId xmlns:a16="http://schemas.microsoft.com/office/drawing/2014/main" id="{71EB1FD9-E9F7-A4D7-4279-029F3E195AE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99f2f57a71_0_184:notes">
            <a:extLst>
              <a:ext uri="{FF2B5EF4-FFF2-40B4-BE49-F238E27FC236}">
                <a16:creationId xmlns:a16="http://schemas.microsoft.com/office/drawing/2014/main" id="{F9C6B4D9-C58F-37FC-B46A-05C3567D700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01603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
          <a:extLst>
            <a:ext uri="{FF2B5EF4-FFF2-40B4-BE49-F238E27FC236}">
              <a16:creationId xmlns:a16="http://schemas.microsoft.com/office/drawing/2014/main" id="{77EA2B18-4FFB-FC4A-7827-23EBAE57F0D7}"/>
            </a:ext>
          </a:extLst>
        </p:cNvPr>
        <p:cNvGrpSpPr/>
        <p:nvPr/>
      </p:nvGrpSpPr>
      <p:grpSpPr>
        <a:xfrm>
          <a:off x="0" y="0"/>
          <a:ext cx="0" cy="0"/>
          <a:chOff x="0" y="0"/>
          <a:chExt cx="0" cy="0"/>
        </a:xfrm>
      </p:grpSpPr>
      <p:sp>
        <p:nvSpPr>
          <p:cNvPr id="284" name="Google Shape;284;g99f2f57a71_0_207:notes">
            <a:extLst>
              <a:ext uri="{FF2B5EF4-FFF2-40B4-BE49-F238E27FC236}">
                <a16:creationId xmlns:a16="http://schemas.microsoft.com/office/drawing/2014/main" id="{5E765AAC-D369-3B28-B371-5E88869851D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 name="Google Shape;285;g99f2f57a71_0_207:notes">
            <a:extLst>
              <a:ext uri="{FF2B5EF4-FFF2-40B4-BE49-F238E27FC236}">
                <a16:creationId xmlns:a16="http://schemas.microsoft.com/office/drawing/2014/main" id="{0ACE3F93-184F-946C-F944-65FFB1DFB24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3537043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6"/>
        <p:cNvGrpSpPr/>
        <p:nvPr/>
      </p:nvGrpSpPr>
      <p:grpSpPr>
        <a:xfrm>
          <a:off x="0" y="0"/>
          <a:ext cx="0" cy="0"/>
          <a:chOff x="0" y="0"/>
          <a:chExt cx="0" cy="0"/>
        </a:xfrm>
      </p:grpSpPr>
      <p:sp>
        <p:nvSpPr>
          <p:cNvPr id="967" name="Google Shape;967;gd313864b49_1_14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8" name="Google Shape;968;gd313864b49_1_14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bd6c00e730_0_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bd6c00e730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
        <p:cNvGrpSpPr/>
        <p:nvPr/>
      </p:nvGrpSpPr>
      <p:grpSpPr>
        <a:xfrm>
          <a:off x="0" y="0"/>
          <a:ext cx="0" cy="0"/>
          <a:chOff x="0" y="0"/>
          <a:chExt cx="0" cy="0"/>
        </a:xfrm>
      </p:grpSpPr>
      <p:sp>
        <p:nvSpPr>
          <p:cNvPr id="301" name="Google Shape;301;gd313741446_0_13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 name="Google Shape;302;gd313741446_0_13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bd6c00e730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bd6c00e730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
        <p:cNvGrpSpPr/>
        <p:nvPr/>
      </p:nvGrpSpPr>
      <p:grpSpPr>
        <a:xfrm>
          <a:off x="0" y="0"/>
          <a:ext cx="0" cy="0"/>
          <a:chOff x="0" y="0"/>
          <a:chExt cx="0" cy="0"/>
        </a:xfrm>
      </p:grpSpPr>
      <p:sp>
        <p:nvSpPr>
          <p:cNvPr id="443" name="Google Shape;443;gd313864b49_1_42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4" name="Google Shape;444;gd313864b49_1_4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9"/>
        <p:cNvGrpSpPr/>
        <p:nvPr/>
      </p:nvGrpSpPr>
      <p:grpSpPr>
        <a:xfrm>
          <a:off x="0" y="0"/>
          <a:ext cx="0" cy="0"/>
          <a:chOff x="0" y="0"/>
          <a:chExt cx="0" cy="0"/>
        </a:xfrm>
      </p:grpSpPr>
      <p:sp>
        <p:nvSpPr>
          <p:cNvPr id="450" name="Google Shape;450;gd313864b49_1_4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1" name="Google Shape;451;gd313864b49_1_4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99f2f57a71_0_1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99f2f57a71_0_1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d36520313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d36520313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
        <p:cNvGrpSpPr/>
        <p:nvPr/>
      </p:nvGrpSpPr>
      <p:grpSpPr>
        <a:xfrm>
          <a:off x="0" y="0"/>
          <a:ext cx="0" cy="0"/>
          <a:chOff x="0" y="0"/>
          <a:chExt cx="0" cy="0"/>
        </a:xfrm>
      </p:grpSpPr>
      <p:sp>
        <p:nvSpPr>
          <p:cNvPr id="469" name="Google Shape;469;gd313741446_0_13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 name="Google Shape;470;gd313741446_0_1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p:cNvGrpSpPr/>
        <p:nvPr/>
      </p:nvGrpSpPr>
      <p:grpSpPr>
        <a:xfrm>
          <a:off x="0" y="0"/>
          <a:ext cx="0" cy="0"/>
          <a:chOff x="0" y="0"/>
          <a:chExt cx="0" cy="0"/>
        </a:xfrm>
      </p:grpSpPr>
      <p:sp>
        <p:nvSpPr>
          <p:cNvPr id="485" name="Google Shape;485;gd313741446_0_1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d313741446_0_1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
        <p:cNvGrpSpPr/>
        <p:nvPr/>
      </p:nvGrpSpPr>
      <p:grpSpPr>
        <a:xfrm>
          <a:off x="0" y="0"/>
          <a:ext cx="0" cy="0"/>
          <a:chOff x="0" y="0"/>
          <a:chExt cx="0" cy="0"/>
        </a:xfrm>
      </p:grpSpPr>
      <p:sp>
        <p:nvSpPr>
          <p:cNvPr id="501" name="Google Shape;501;gd313741446_0_14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2" name="Google Shape;502;gd313741446_0_14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1"/>
        <p:cNvGrpSpPr/>
        <p:nvPr/>
      </p:nvGrpSpPr>
      <p:grpSpPr>
        <a:xfrm>
          <a:off x="0" y="0"/>
          <a:ext cx="0" cy="0"/>
          <a:chOff x="0" y="0"/>
          <a:chExt cx="0" cy="0"/>
        </a:xfrm>
      </p:grpSpPr>
      <p:sp>
        <p:nvSpPr>
          <p:cNvPr id="602" name="Google Shape;602;gd313741446_0_14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3" name="Google Shape;603;gd313741446_0_14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
        <p:cNvGrpSpPr/>
        <p:nvPr/>
      </p:nvGrpSpPr>
      <p:grpSpPr>
        <a:xfrm>
          <a:off x="0" y="0"/>
          <a:ext cx="0" cy="0"/>
          <a:chOff x="0" y="0"/>
          <a:chExt cx="0" cy="0"/>
        </a:xfrm>
      </p:grpSpPr>
      <p:sp>
        <p:nvSpPr>
          <p:cNvPr id="638" name="Google Shape;638;gd313741446_0_14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 name="Google Shape;639;gd313741446_0_14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313864b49_1_43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313864b49_1_4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313741446_0_14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313741446_0_14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2"/>
        <p:cNvGrpSpPr/>
        <p:nvPr/>
      </p:nvGrpSpPr>
      <p:grpSpPr>
        <a:xfrm>
          <a:off x="0" y="0"/>
          <a:ext cx="0" cy="0"/>
          <a:chOff x="0" y="0"/>
          <a:chExt cx="0" cy="0"/>
        </a:xfrm>
      </p:grpSpPr>
      <p:sp>
        <p:nvSpPr>
          <p:cNvPr id="713" name="Google Shape;713;g2a36410d9e0_0_1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4" name="Google Shape;714;g2a36410d9e0_0_1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0"/>
        <p:cNvGrpSpPr/>
        <p:nvPr/>
      </p:nvGrpSpPr>
      <p:grpSpPr>
        <a:xfrm>
          <a:off x="0" y="0"/>
          <a:ext cx="0" cy="0"/>
          <a:chOff x="0" y="0"/>
          <a:chExt cx="0" cy="0"/>
        </a:xfrm>
      </p:grpSpPr>
      <p:sp>
        <p:nvSpPr>
          <p:cNvPr id="931" name="Google Shape;931;gd313864b49_1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2" name="Google Shape;932;gd313864b49_1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
        <p:cNvGrpSpPr/>
        <p:nvPr/>
      </p:nvGrpSpPr>
      <p:grpSpPr>
        <a:xfrm>
          <a:off x="0" y="0"/>
          <a:ext cx="0" cy="0"/>
          <a:chOff x="0" y="0"/>
          <a:chExt cx="0" cy="0"/>
        </a:xfrm>
      </p:grpSpPr>
      <p:sp>
        <p:nvSpPr>
          <p:cNvPr id="1004" name="Google Shape;1004;gd313864b49_1_43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5" name="Google Shape;1005;gd313864b49_1_43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7"/>
        <p:cNvGrpSpPr/>
        <p:nvPr/>
      </p:nvGrpSpPr>
      <p:grpSpPr>
        <a:xfrm>
          <a:off x="0" y="0"/>
          <a:ext cx="0" cy="0"/>
          <a:chOff x="0" y="0"/>
          <a:chExt cx="0" cy="0"/>
        </a:xfrm>
      </p:grpSpPr>
      <p:sp>
        <p:nvSpPr>
          <p:cNvPr id="1028" name="Google Shape;1028;gd313864b49_1_44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 name="Google Shape;1029;gd313864b49_1_44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
        <p:cNvGrpSpPr/>
        <p:nvPr/>
      </p:nvGrpSpPr>
      <p:grpSpPr>
        <a:xfrm>
          <a:off x="0" y="0"/>
          <a:ext cx="0" cy="0"/>
          <a:chOff x="0" y="0"/>
          <a:chExt cx="0" cy="0"/>
        </a:xfrm>
      </p:grpSpPr>
      <p:sp>
        <p:nvSpPr>
          <p:cNvPr id="1039" name="Google Shape;1039;gd313864b49_1_4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0" name="Google Shape;1040;gd313864b49_1_4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0"/>
        <p:cNvGrpSpPr/>
        <p:nvPr/>
      </p:nvGrpSpPr>
      <p:grpSpPr>
        <a:xfrm>
          <a:off x="0" y="0"/>
          <a:ext cx="0" cy="0"/>
          <a:chOff x="0" y="0"/>
          <a:chExt cx="0" cy="0"/>
        </a:xfrm>
      </p:grpSpPr>
      <p:sp>
        <p:nvSpPr>
          <p:cNvPr id="1051" name="Google Shape;1051;gd313864b49_1_27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2" name="Google Shape;1052;gd313864b49_1_27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
        <p:cNvGrpSpPr/>
        <p:nvPr/>
      </p:nvGrpSpPr>
      <p:grpSpPr>
        <a:xfrm>
          <a:off x="0" y="0"/>
          <a:ext cx="0" cy="0"/>
          <a:chOff x="0" y="0"/>
          <a:chExt cx="0" cy="0"/>
        </a:xfrm>
      </p:grpSpPr>
      <p:sp>
        <p:nvSpPr>
          <p:cNvPr id="1077" name="Google Shape;1077;gd313864b49_1_5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8" name="Google Shape;1078;gd313864b49_1_5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5"/>
        <p:cNvGrpSpPr/>
        <p:nvPr/>
      </p:nvGrpSpPr>
      <p:grpSpPr>
        <a:xfrm>
          <a:off x="0" y="0"/>
          <a:ext cx="0" cy="0"/>
          <a:chOff x="0" y="0"/>
          <a:chExt cx="0" cy="0"/>
        </a:xfrm>
      </p:grpSpPr>
      <p:sp>
        <p:nvSpPr>
          <p:cNvPr id="1086" name="Google Shape;1086;gd313864b49_1_27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7" name="Google Shape;1087;gd313864b49_1_2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1"/>
        <p:cNvGrpSpPr/>
        <p:nvPr/>
      </p:nvGrpSpPr>
      <p:grpSpPr>
        <a:xfrm>
          <a:off x="0" y="0"/>
          <a:ext cx="0" cy="0"/>
          <a:chOff x="0" y="0"/>
          <a:chExt cx="0" cy="0"/>
        </a:xfrm>
      </p:grpSpPr>
      <p:sp>
        <p:nvSpPr>
          <p:cNvPr id="1112" name="Google Shape;1112;gd31374144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3" name="Google Shape;1113;gd31374144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
        <p:cNvGrpSpPr/>
        <p:nvPr/>
      </p:nvGrpSpPr>
      <p:grpSpPr>
        <a:xfrm>
          <a:off x="0" y="0"/>
          <a:ext cx="0" cy="0"/>
          <a:chOff x="0" y="0"/>
          <a:chExt cx="0" cy="0"/>
        </a:xfrm>
      </p:grpSpPr>
      <p:sp>
        <p:nvSpPr>
          <p:cNvPr id="1158" name="Google Shape;1158;gd313864b49_1_27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9" name="Google Shape;1159;gd313864b49_1_27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6"/>
        <p:cNvGrpSpPr/>
        <p:nvPr/>
      </p:nvGrpSpPr>
      <p:grpSpPr>
        <a:xfrm>
          <a:off x="0" y="0"/>
          <a:ext cx="0" cy="0"/>
          <a:chOff x="0" y="0"/>
          <a:chExt cx="0" cy="0"/>
        </a:xfrm>
      </p:grpSpPr>
      <p:sp>
        <p:nvSpPr>
          <p:cNvPr id="1177" name="Google Shape;1177;gd313864b49_1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8" name="Google Shape;1178;gd313864b49_1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2"/>
        <p:cNvGrpSpPr/>
        <p:nvPr/>
      </p:nvGrpSpPr>
      <p:grpSpPr>
        <a:xfrm>
          <a:off x="0" y="0"/>
          <a:ext cx="0" cy="0"/>
          <a:chOff x="0" y="0"/>
          <a:chExt cx="0" cy="0"/>
        </a:xfrm>
      </p:grpSpPr>
      <p:sp>
        <p:nvSpPr>
          <p:cNvPr id="1213" name="Google Shape;1213;gd313864b49_1_27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4" name="Google Shape;1214;gd313864b49_1_27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5"/>
        <p:cNvGrpSpPr/>
        <p:nvPr/>
      </p:nvGrpSpPr>
      <p:grpSpPr>
        <a:xfrm>
          <a:off x="0" y="0"/>
          <a:ext cx="0" cy="0"/>
          <a:chOff x="0" y="0"/>
          <a:chExt cx="0" cy="0"/>
        </a:xfrm>
      </p:grpSpPr>
      <p:sp>
        <p:nvSpPr>
          <p:cNvPr id="1226" name="Google Shape;1226;gd313864b49_1_28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7" name="Google Shape;1227;gd313864b49_1_28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1"/>
        <p:cNvGrpSpPr/>
        <p:nvPr/>
      </p:nvGrpSpPr>
      <p:grpSpPr>
        <a:xfrm>
          <a:off x="0" y="0"/>
          <a:ext cx="0" cy="0"/>
          <a:chOff x="0" y="0"/>
          <a:chExt cx="0" cy="0"/>
        </a:xfrm>
      </p:grpSpPr>
      <p:sp>
        <p:nvSpPr>
          <p:cNvPr id="1242" name="Google Shape;1242;gd313864b49_1_57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3" name="Google Shape;1243;gd313864b49_1_5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0"/>
        <p:cNvGrpSpPr/>
        <p:nvPr/>
      </p:nvGrpSpPr>
      <p:grpSpPr>
        <a:xfrm>
          <a:off x="0" y="0"/>
          <a:ext cx="0" cy="0"/>
          <a:chOff x="0" y="0"/>
          <a:chExt cx="0" cy="0"/>
        </a:xfrm>
      </p:grpSpPr>
      <p:sp>
        <p:nvSpPr>
          <p:cNvPr id="1271" name="Google Shape;1271;g2a36410d9e0_0_3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2" name="Google Shape;1272;g2a36410d9e0_0_3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1"/>
        <p:cNvGrpSpPr/>
        <p:nvPr/>
      </p:nvGrpSpPr>
      <p:grpSpPr>
        <a:xfrm>
          <a:off x="0" y="0"/>
          <a:ext cx="0" cy="0"/>
          <a:chOff x="0" y="0"/>
          <a:chExt cx="0" cy="0"/>
        </a:xfrm>
      </p:grpSpPr>
      <p:sp>
        <p:nvSpPr>
          <p:cNvPr id="1572" name="Google Shape;1572;gcd414b8fe2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 name="Google Shape;1573;gcd414b8fe2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0"/>
        <p:cNvGrpSpPr/>
        <p:nvPr/>
      </p:nvGrpSpPr>
      <p:grpSpPr>
        <a:xfrm>
          <a:off x="0" y="0"/>
          <a:ext cx="0" cy="0"/>
          <a:chOff x="0" y="0"/>
          <a:chExt cx="0" cy="0"/>
        </a:xfrm>
      </p:grpSpPr>
      <p:sp>
        <p:nvSpPr>
          <p:cNvPr id="1581" name="Google Shape;1581;SLIDES_API1035875234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2" name="Google Shape;1582;SLIDES_API1035875234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7"/>
        <p:cNvGrpSpPr/>
        <p:nvPr/>
      </p:nvGrpSpPr>
      <p:grpSpPr>
        <a:xfrm>
          <a:off x="0" y="0"/>
          <a:ext cx="0" cy="0"/>
          <a:chOff x="0" y="0"/>
          <a:chExt cx="0" cy="0"/>
        </a:xfrm>
      </p:grpSpPr>
      <p:sp>
        <p:nvSpPr>
          <p:cNvPr id="1588" name="Google Shape;1588;SLIDES_API1035875234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9" name="Google Shape;1589;SLIDES_API103587523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4"/>
        <p:cNvGrpSpPr/>
        <p:nvPr/>
      </p:nvGrpSpPr>
      <p:grpSpPr>
        <a:xfrm>
          <a:off x="0" y="0"/>
          <a:ext cx="0" cy="0"/>
          <a:chOff x="0" y="0"/>
          <a:chExt cx="0" cy="0"/>
        </a:xfrm>
      </p:grpSpPr>
      <p:sp>
        <p:nvSpPr>
          <p:cNvPr id="1595" name="Google Shape;1595;gd02c64ec0b_0_7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6" name="Google Shape;1596;gd02c64ec0b_0_7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2"/>
        <p:cNvGrpSpPr/>
        <p:nvPr/>
      </p:nvGrpSpPr>
      <p:grpSpPr>
        <a:xfrm>
          <a:off x="0" y="0"/>
          <a:ext cx="0" cy="0"/>
          <a:chOff x="0" y="0"/>
          <a:chExt cx="0" cy="0"/>
        </a:xfrm>
      </p:grpSpPr>
      <p:sp>
        <p:nvSpPr>
          <p:cNvPr id="1613" name="Google Shape;1613;gd02c64ec0b_0_77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4" name="Google Shape;1614;gd02c64ec0b_0_77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8"/>
        <p:cNvGrpSpPr/>
        <p:nvPr/>
      </p:nvGrpSpPr>
      <p:grpSpPr>
        <a:xfrm>
          <a:off x="0" y="0"/>
          <a:ext cx="0" cy="0"/>
          <a:chOff x="0" y="0"/>
          <a:chExt cx="0" cy="0"/>
        </a:xfrm>
      </p:grpSpPr>
      <p:sp>
        <p:nvSpPr>
          <p:cNvPr id="1629" name="Google Shape;1629;gd02c64ec0b_0_77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0" name="Google Shape;1630;gd02c64ec0b_0_77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7"/>
        <p:cNvGrpSpPr/>
        <p:nvPr/>
      </p:nvGrpSpPr>
      <p:grpSpPr>
        <a:xfrm>
          <a:off x="0" y="0"/>
          <a:ext cx="0" cy="0"/>
          <a:chOff x="0" y="0"/>
          <a:chExt cx="0" cy="0"/>
        </a:xfrm>
      </p:grpSpPr>
      <p:sp>
        <p:nvSpPr>
          <p:cNvPr id="1968" name="Google Shape;1968;gd02c64ec0b_0_80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9" name="Google Shape;1969;gd02c64ec0b_0_8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54"/>
        <p:cNvGrpSpPr/>
        <p:nvPr/>
      </p:nvGrpSpPr>
      <p:grpSpPr>
        <a:xfrm>
          <a:off x="0" y="0"/>
          <a:ext cx="0" cy="0"/>
          <a:chOff x="0" y="0"/>
          <a:chExt cx="0" cy="0"/>
        </a:xfrm>
      </p:grpSpPr>
      <p:sp>
        <p:nvSpPr>
          <p:cNvPr id="4755" name="Google Shape;4755;gd02c64ec0b_0_108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6" name="Google Shape;4756;gd02c64ec0b_0_10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73"/>
        <p:cNvGrpSpPr/>
        <p:nvPr/>
      </p:nvGrpSpPr>
      <p:grpSpPr>
        <a:xfrm>
          <a:off x="0" y="0"/>
          <a:ext cx="0" cy="0"/>
          <a:chOff x="0" y="0"/>
          <a:chExt cx="0" cy="0"/>
        </a:xfrm>
      </p:grpSpPr>
      <p:sp>
        <p:nvSpPr>
          <p:cNvPr id="5174" name="Google Shape;5174;gd02c64ec0b_0_112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5" name="Google Shape;5175;gd02c64ec0b_0_112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43"/>
        <p:cNvGrpSpPr/>
        <p:nvPr/>
      </p:nvGrpSpPr>
      <p:grpSpPr>
        <a:xfrm>
          <a:off x="0" y="0"/>
          <a:ext cx="0" cy="0"/>
          <a:chOff x="0" y="0"/>
          <a:chExt cx="0" cy="0"/>
        </a:xfrm>
      </p:grpSpPr>
      <p:sp>
        <p:nvSpPr>
          <p:cNvPr id="5344" name="Google Shape;5344;gd02c64ec0b_0_114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45" name="Google Shape;5345;gd02c64ec0b_0_114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48"/>
        <p:cNvGrpSpPr/>
        <p:nvPr/>
      </p:nvGrpSpPr>
      <p:grpSpPr>
        <a:xfrm>
          <a:off x="0" y="0"/>
          <a:ext cx="0" cy="0"/>
          <a:chOff x="0" y="0"/>
          <a:chExt cx="0" cy="0"/>
        </a:xfrm>
      </p:grpSpPr>
      <p:sp>
        <p:nvSpPr>
          <p:cNvPr id="5749" name="Google Shape;5749;gd02c64ec0b_0_118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0" name="Google Shape;5750;gd02c64ec0b_0_118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28"/>
        <p:cNvGrpSpPr/>
        <p:nvPr/>
      </p:nvGrpSpPr>
      <p:grpSpPr>
        <a:xfrm>
          <a:off x="0" y="0"/>
          <a:ext cx="0" cy="0"/>
          <a:chOff x="0" y="0"/>
          <a:chExt cx="0" cy="0"/>
        </a:xfrm>
      </p:grpSpPr>
      <p:sp>
        <p:nvSpPr>
          <p:cNvPr id="6129" name="Google Shape;6129;gd365203155_2_1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0" name="Google Shape;6130;gd365203155_2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5"/>
        <p:cNvGrpSpPr/>
        <p:nvPr/>
      </p:nvGrpSpPr>
      <p:grpSpPr>
        <a:xfrm>
          <a:off x="0" y="0"/>
          <a:ext cx="0" cy="0"/>
          <a:chOff x="0" y="0"/>
          <a:chExt cx="0" cy="0"/>
        </a:xfrm>
      </p:grpSpPr>
      <p:sp>
        <p:nvSpPr>
          <p:cNvPr id="6626" name="Google Shape;6626;gd365203155_2_5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27" name="Google Shape;6627;gd365203155_2_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38"/>
        <p:cNvGrpSpPr/>
        <p:nvPr/>
      </p:nvGrpSpPr>
      <p:grpSpPr>
        <a:xfrm>
          <a:off x="0" y="0"/>
          <a:ext cx="0" cy="0"/>
          <a:chOff x="0" y="0"/>
          <a:chExt cx="0" cy="0"/>
        </a:xfrm>
      </p:grpSpPr>
      <p:sp>
        <p:nvSpPr>
          <p:cNvPr id="7239" name="Google Shape;7239;gd365203155_2_12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0" name="Google Shape;7240;gd365203155_2_1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90"/>
        <p:cNvGrpSpPr/>
        <p:nvPr/>
      </p:nvGrpSpPr>
      <p:grpSpPr>
        <a:xfrm>
          <a:off x="0" y="0"/>
          <a:ext cx="0" cy="0"/>
          <a:chOff x="0" y="0"/>
          <a:chExt cx="0" cy="0"/>
        </a:xfrm>
      </p:grpSpPr>
      <p:sp>
        <p:nvSpPr>
          <p:cNvPr id="7791" name="Google Shape;7791;gd02c64ec0b_0_12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92" name="Google Shape;7792;gd02c64ec0b_0_12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04"/>
        <p:cNvGrpSpPr/>
        <p:nvPr/>
      </p:nvGrpSpPr>
      <p:grpSpPr>
        <a:xfrm>
          <a:off x="0" y="0"/>
          <a:ext cx="0" cy="0"/>
          <a:chOff x="0" y="0"/>
          <a:chExt cx="0" cy="0"/>
        </a:xfrm>
      </p:grpSpPr>
      <p:sp>
        <p:nvSpPr>
          <p:cNvPr id="8205" name="Google Shape;8205;gd02c64ec0b_0_126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6" name="Google Shape;8206;gd02c64ec0b_0_126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5"/>
        <p:cNvGrpSpPr/>
        <p:nvPr/>
      </p:nvGrpSpPr>
      <p:grpSpPr>
        <a:xfrm>
          <a:off x="0" y="0"/>
          <a:ext cx="0" cy="0"/>
          <a:chOff x="0" y="0"/>
          <a:chExt cx="0" cy="0"/>
        </a:xfrm>
      </p:grpSpPr>
      <p:sp>
        <p:nvSpPr>
          <p:cNvPr id="8566" name="Google Shape;8566;gd02c64ec0b_0_130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7" name="Google Shape;8567;gd02c64ec0b_0_130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5"/>
        <p:cNvGrpSpPr/>
        <p:nvPr/>
      </p:nvGrpSpPr>
      <p:grpSpPr>
        <a:xfrm>
          <a:off x="0" y="0"/>
          <a:ext cx="0" cy="0"/>
          <a:chOff x="0" y="0"/>
          <a:chExt cx="0" cy="0"/>
        </a:xfrm>
      </p:grpSpPr>
      <p:sp>
        <p:nvSpPr>
          <p:cNvPr id="9076" name="Google Shape;9076;gd02c64ec0b_0_135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77" name="Google Shape;9077;gd02c64ec0b_0_135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5"/>
        <p:cNvGrpSpPr/>
        <p:nvPr/>
      </p:nvGrpSpPr>
      <p:grpSpPr>
        <a:xfrm>
          <a:off x="0" y="0"/>
          <a:ext cx="0" cy="0"/>
          <a:chOff x="0" y="0"/>
          <a:chExt cx="0" cy="0"/>
        </a:xfrm>
      </p:grpSpPr>
      <p:sp>
        <p:nvSpPr>
          <p:cNvPr id="9696" name="Google Shape;9696;gd02c64ec0b_0_14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7" name="Google Shape;9697;gd02c64ec0b_0_14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89"/>
        <p:cNvGrpSpPr/>
        <p:nvPr/>
      </p:nvGrpSpPr>
      <p:grpSpPr>
        <a:xfrm>
          <a:off x="0" y="0"/>
          <a:ext cx="0" cy="0"/>
          <a:chOff x="0" y="0"/>
          <a:chExt cx="0" cy="0"/>
        </a:xfrm>
      </p:grpSpPr>
      <p:sp>
        <p:nvSpPr>
          <p:cNvPr id="10290" name="Google Shape;10290;gd02c64ec0b_0_147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1" name="Google Shape;10291;gd02c64ec0b_0_14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10"/>
        <p:cNvGrpSpPr/>
        <p:nvPr/>
      </p:nvGrpSpPr>
      <p:grpSpPr>
        <a:xfrm>
          <a:off x="0" y="0"/>
          <a:ext cx="0" cy="0"/>
          <a:chOff x="0" y="0"/>
          <a:chExt cx="0" cy="0"/>
        </a:xfrm>
      </p:grpSpPr>
      <p:sp>
        <p:nvSpPr>
          <p:cNvPr id="10611" name="Google Shape;10611;gd02c64ec0b_0_150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12" name="Google Shape;10612;gd02c64ec0b_0_150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8"/>
        <p:cNvGrpSpPr/>
        <p:nvPr/>
      </p:nvGrpSpPr>
      <p:grpSpPr>
        <a:xfrm>
          <a:off x="0" y="0"/>
          <a:ext cx="0" cy="0"/>
          <a:chOff x="0" y="0"/>
          <a:chExt cx="0" cy="0"/>
        </a:xfrm>
      </p:grpSpPr>
      <p:sp>
        <p:nvSpPr>
          <p:cNvPr id="10919" name="Google Shape;10919;gd02c64ec0b_0_153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0" name="Google Shape;10920;gd02c64ec0b_0_15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5" Type="http://schemas.openxmlformats.org/officeDocument/2006/relationships/hyperlink" Target="https://storyset.com/?utm_source=slidesgo_template&amp;utm_medium=referral-link&amp;utm_campaign=slidesgo_contents_of_this_template&amp;utm_term=storyset&amp;utm_content=storyset" TargetMode="External"/><Relationship Id="rId4" Type="http://schemas.openxmlformats.org/officeDocument/2006/relationships/hyperlink" Target="http://bit.ly/2TtBDfr" TargetMode="Externa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94075" y="1119250"/>
            <a:ext cx="4371000" cy="240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48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1401375" y="3695341"/>
            <a:ext cx="2756400" cy="704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1" name="Google Shape;11;p2"/>
          <p:cNvSpPr/>
          <p:nvPr/>
        </p:nvSpPr>
        <p:spPr>
          <a:xfrm>
            <a:off x="-861625" y="-120072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a:off x="720000" y="1839825"/>
            <a:ext cx="4218900" cy="19155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720000" y="674750"/>
            <a:ext cx="1056900" cy="10611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6000"/>
              <a:buNone/>
              <a:defRPr sz="5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5" name="Google Shape;15;p3"/>
          <p:cNvSpPr txBox="1">
            <a:spLocks noGrp="1"/>
          </p:cNvSpPr>
          <p:nvPr>
            <p:ph type="subTitle" idx="1"/>
          </p:nvPr>
        </p:nvSpPr>
        <p:spPr>
          <a:xfrm>
            <a:off x="720000" y="3755325"/>
            <a:ext cx="3220500" cy="71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6" name="Google Shape;16;p3"/>
          <p:cNvGrpSpPr/>
          <p:nvPr/>
        </p:nvGrpSpPr>
        <p:grpSpPr>
          <a:xfrm rot="10800000">
            <a:off x="-962314" y="1220013"/>
            <a:ext cx="3995951" cy="564600"/>
            <a:chOff x="1524913" y="922950"/>
            <a:chExt cx="6094175" cy="564600"/>
          </a:xfrm>
        </p:grpSpPr>
        <p:cxnSp>
          <p:nvCxnSpPr>
            <p:cNvPr id="17" name="Google Shape;17;p3"/>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8" name="Google Shape;18;p3"/>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6" name="Google Shape;26;p5"/>
          <p:cNvSpPr txBox="1">
            <a:spLocks noGrp="1"/>
          </p:cNvSpPr>
          <p:nvPr>
            <p:ph type="title" idx="2"/>
          </p:nvPr>
        </p:nvSpPr>
        <p:spPr>
          <a:xfrm>
            <a:off x="1596700" y="2652072"/>
            <a:ext cx="2742600" cy="55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5"/>
          <p:cNvSpPr txBox="1">
            <a:spLocks noGrp="1"/>
          </p:cNvSpPr>
          <p:nvPr>
            <p:ph type="title" idx="3"/>
          </p:nvPr>
        </p:nvSpPr>
        <p:spPr>
          <a:xfrm>
            <a:off x="4804747" y="2652072"/>
            <a:ext cx="2742600" cy="55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 name="Google Shape;28;p5"/>
          <p:cNvSpPr txBox="1">
            <a:spLocks noGrp="1"/>
          </p:cNvSpPr>
          <p:nvPr>
            <p:ph type="subTitle" idx="1"/>
          </p:nvPr>
        </p:nvSpPr>
        <p:spPr>
          <a:xfrm>
            <a:off x="4803700" y="3215900"/>
            <a:ext cx="2742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9" name="Google Shape;29;p5"/>
          <p:cNvSpPr txBox="1">
            <a:spLocks noGrp="1"/>
          </p:cNvSpPr>
          <p:nvPr>
            <p:ph type="subTitle" idx="4"/>
          </p:nvPr>
        </p:nvSpPr>
        <p:spPr>
          <a:xfrm>
            <a:off x="1596788" y="3215900"/>
            <a:ext cx="2742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grpSp>
        <p:nvGrpSpPr>
          <p:cNvPr id="30" name="Google Shape;30;p5"/>
          <p:cNvGrpSpPr/>
          <p:nvPr/>
        </p:nvGrpSpPr>
        <p:grpSpPr>
          <a:xfrm flipH="1">
            <a:off x="-2011414" y="4426670"/>
            <a:ext cx="3995951" cy="564600"/>
            <a:chOff x="1524913" y="922950"/>
            <a:chExt cx="6094175" cy="564600"/>
          </a:xfrm>
        </p:grpSpPr>
        <p:cxnSp>
          <p:nvCxnSpPr>
            <p:cNvPr id="31" name="Google Shape;31;p5"/>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32" name="Google Shape;32;p5"/>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grpSp>
        <p:nvGrpSpPr>
          <p:cNvPr id="33" name="Google Shape;33;p5"/>
          <p:cNvGrpSpPr/>
          <p:nvPr/>
        </p:nvGrpSpPr>
        <p:grpSpPr>
          <a:xfrm>
            <a:off x="7156896" y="364488"/>
            <a:ext cx="3995951" cy="564600"/>
            <a:chOff x="1524913" y="922950"/>
            <a:chExt cx="6094175" cy="564600"/>
          </a:xfrm>
        </p:grpSpPr>
        <p:cxnSp>
          <p:nvCxnSpPr>
            <p:cNvPr id="34" name="Google Shape;34;p5"/>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35" name="Google Shape;35;p5"/>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6"/>
        <p:cNvGrpSpPr/>
        <p:nvPr/>
      </p:nvGrpSpPr>
      <p:grpSpPr>
        <a:xfrm>
          <a:off x="0" y="0"/>
          <a:ext cx="0" cy="0"/>
          <a:chOff x="0" y="0"/>
          <a:chExt cx="0" cy="0"/>
        </a:xfrm>
      </p:grpSpPr>
      <p:sp>
        <p:nvSpPr>
          <p:cNvPr id="37" name="Google Shape;37;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8"/>
        <p:cNvGrpSpPr/>
        <p:nvPr/>
      </p:nvGrpSpPr>
      <p:grpSpPr>
        <a:xfrm>
          <a:off x="0" y="0"/>
          <a:ext cx="0" cy="0"/>
          <a:chOff x="0" y="0"/>
          <a:chExt cx="0" cy="0"/>
        </a:xfrm>
      </p:grpSpPr>
      <p:sp>
        <p:nvSpPr>
          <p:cNvPr id="39" name="Google Shape;39;p7"/>
          <p:cNvSpPr txBox="1">
            <a:spLocks noGrp="1"/>
          </p:cNvSpPr>
          <p:nvPr>
            <p:ph type="title"/>
          </p:nvPr>
        </p:nvSpPr>
        <p:spPr>
          <a:xfrm>
            <a:off x="1991650" y="1354713"/>
            <a:ext cx="5183700" cy="1729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10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0" name="Google Shape;40;p7"/>
          <p:cNvSpPr txBox="1">
            <a:spLocks noGrp="1"/>
          </p:cNvSpPr>
          <p:nvPr>
            <p:ph type="subTitle" idx="1"/>
          </p:nvPr>
        </p:nvSpPr>
        <p:spPr>
          <a:xfrm>
            <a:off x="2147050" y="3014563"/>
            <a:ext cx="4872900" cy="801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1" name="Google Shape;41;p7"/>
          <p:cNvSpPr/>
          <p:nvPr/>
        </p:nvSpPr>
        <p:spPr>
          <a:xfrm>
            <a:off x="-617962" y="43267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 name="Google Shape;42;p7"/>
          <p:cNvGrpSpPr/>
          <p:nvPr/>
        </p:nvGrpSpPr>
        <p:grpSpPr>
          <a:xfrm rot="10800000">
            <a:off x="2574011" y="3989325"/>
            <a:ext cx="3995951" cy="564600"/>
            <a:chOff x="1524913" y="922950"/>
            <a:chExt cx="6094175" cy="564600"/>
          </a:xfrm>
        </p:grpSpPr>
        <p:cxnSp>
          <p:nvCxnSpPr>
            <p:cNvPr id="43" name="Google Shape;43;p7"/>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44" name="Google Shape;44;p7"/>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grpSp>
        <p:nvGrpSpPr>
          <p:cNvPr id="45" name="Google Shape;45;p7"/>
          <p:cNvGrpSpPr/>
          <p:nvPr/>
        </p:nvGrpSpPr>
        <p:grpSpPr>
          <a:xfrm>
            <a:off x="2574011" y="589575"/>
            <a:ext cx="3995951" cy="564600"/>
            <a:chOff x="1524913" y="922950"/>
            <a:chExt cx="6094175" cy="564600"/>
          </a:xfrm>
        </p:grpSpPr>
        <p:cxnSp>
          <p:nvCxnSpPr>
            <p:cNvPr id="46" name="Google Shape;46;p7"/>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47" name="Google Shape;47;p7"/>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
        <p:nvSpPr>
          <p:cNvPr id="48" name="Google Shape;48;p7"/>
          <p:cNvSpPr/>
          <p:nvPr/>
        </p:nvSpPr>
        <p:spPr>
          <a:xfrm>
            <a:off x="7988313" y="-11625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9"/>
        <p:cNvGrpSpPr/>
        <p:nvPr/>
      </p:nvGrpSpPr>
      <p:grpSpPr>
        <a:xfrm>
          <a:off x="0" y="0"/>
          <a:ext cx="0" cy="0"/>
          <a:chOff x="0" y="0"/>
          <a:chExt cx="0" cy="0"/>
        </a:xfrm>
      </p:grpSpPr>
      <p:sp>
        <p:nvSpPr>
          <p:cNvPr id="50" name="Google Shape;50;p8"/>
          <p:cNvSpPr txBox="1">
            <a:spLocks noGrp="1"/>
          </p:cNvSpPr>
          <p:nvPr>
            <p:ph type="title"/>
          </p:nvPr>
        </p:nvSpPr>
        <p:spPr>
          <a:xfrm>
            <a:off x="891450" y="1307100"/>
            <a:ext cx="7361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9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51" name="Google Shape;51;p8"/>
          <p:cNvSpPr/>
          <p:nvPr/>
        </p:nvSpPr>
        <p:spPr>
          <a:xfrm>
            <a:off x="3685200" y="-134432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8"/>
          <p:cNvSpPr/>
          <p:nvPr/>
        </p:nvSpPr>
        <p:spPr>
          <a:xfrm>
            <a:off x="3685200" y="45134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3"/>
        <p:cNvGrpSpPr/>
        <p:nvPr/>
      </p:nvGrpSpPr>
      <p:grpSpPr>
        <a:xfrm>
          <a:off x="0" y="0"/>
          <a:ext cx="0" cy="0"/>
          <a:chOff x="0" y="0"/>
          <a:chExt cx="0" cy="0"/>
        </a:xfrm>
      </p:grpSpPr>
      <p:sp>
        <p:nvSpPr>
          <p:cNvPr id="54" name="Google Shape;54;p9"/>
          <p:cNvSpPr txBox="1">
            <a:spLocks noGrp="1"/>
          </p:cNvSpPr>
          <p:nvPr>
            <p:ph type="title"/>
          </p:nvPr>
        </p:nvSpPr>
        <p:spPr>
          <a:xfrm>
            <a:off x="795938" y="1474613"/>
            <a:ext cx="3898200" cy="15513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5" name="Google Shape;55;p9"/>
          <p:cNvSpPr txBox="1">
            <a:spLocks noGrp="1"/>
          </p:cNvSpPr>
          <p:nvPr>
            <p:ph type="subTitle" idx="1"/>
          </p:nvPr>
        </p:nvSpPr>
        <p:spPr>
          <a:xfrm>
            <a:off x="795950" y="3096788"/>
            <a:ext cx="3898200" cy="57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atin typeface="Barlow"/>
                <a:ea typeface="Barlow"/>
                <a:cs typeface="Barlow"/>
                <a:sym typeface="Barlow"/>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6" name="Google Shape;56;p9"/>
          <p:cNvSpPr/>
          <p:nvPr/>
        </p:nvSpPr>
        <p:spPr>
          <a:xfrm>
            <a:off x="8427725" y="-64895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9"/>
          <p:cNvSpPr/>
          <p:nvPr/>
        </p:nvSpPr>
        <p:spPr>
          <a:xfrm>
            <a:off x="-1206000" y="138214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9"/>
          <p:cNvSpPr/>
          <p:nvPr/>
        </p:nvSpPr>
        <p:spPr>
          <a:xfrm>
            <a:off x="8430450" y="36025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9"/>
        <p:cNvGrpSpPr/>
        <p:nvPr/>
      </p:nvGrpSpPr>
      <p:grpSpPr>
        <a:xfrm>
          <a:off x="0" y="0"/>
          <a:ext cx="0" cy="0"/>
          <a:chOff x="0" y="0"/>
          <a:chExt cx="0" cy="0"/>
        </a:xfrm>
      </p:grpSpPr>
      <p:sp>
        <p:nvSpPr>
          <p:cNvPr id="60" name="Google Shape;60;p10"/>
          <p:cNvSpPr>
            <a:spLocks noGrp="1"/>
          </p:cNvSpPr>
          <p:nvPr>
            <p:ph type="pic" idx="2"/>
          </p:nvPr>
        </p:nvSpPr>
        <p:spPr>
          <a:xfrm>
            <a:off x="0" y="-12525"/>
            <a:ext cx="9208800" cy="5213700"/>
          </a:xfrm>
          <a:prstGeom prst="rect">
            <a:avLst/>
          </a:prstGeom>
          <a:noFill/>
          <a:ln>
            <a:noFill/>
          </a:ln>
        </p:spPr>
        <p:txBody>
          <a:bodyPr/>
          <a:lstStyle/>
          <a:p>
            <a:endParaRPr lang="en-LB"/>
          </a:p>
        </p:txBody>
      </p:sp>
      <p:sp>
        <p:nvSpPr>
          <p:cNvPr id="61" name="Google Shape;61;p10"/>
          <p:cNvSpPr txBox="1">
            <a:spLocks noGrp="1"/>
          </p:cNvSpPr>
          <p:nvPr>
            <p:ph type="title"/>
          </p:nvPr>
        </p:nvSpPr>
        <p:spPr>
          <a:xfrm>
            <a:off x="2240850" y="3697200"/>
            <a:ext cx="4662300" cy="933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2800"/>
              <a:buNone/>
              <a:defRPr sz="27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2"/>
        <p:cNvGrpSpPr/>
        <p:nvPr/>
      </p:nvGrpSpPr>
      <p:grpSpPr>
        <a:xfrm>
          <a:off x="0" y="0"/>
          <a:ext cx="0" cy="0"/>
          <a:chOff x="0" y="0"/>
          <a:chExt cx="0" cy="0"/>
        </a:xfrm>
      </p:grpSpPr>
      <p:sp>
        <p:nvSpPr>
          <p:cNvPr id="63" name="Google Shape;63;p11"/>
          <p:cNvSpPr txBox="1">
            <a:spLocks noGrp="1"/>
          </p:cNvSpPr>
          <p:nvPr>
            <p:ph type="title" hasCustomPrompt="1"/>
          </p:nvPr>
        </p:nvSpPr>
        <p:spPr>
          <a:xfrm>
            <a:off x="1284000" y="1996913"/>
            <a:ext cx="6576000" cy="9729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4" name="Google Shape;64;p11"/>
          <p:cNvSpPr txBox="1">
            <a:spLocks noGrp="1"/>
          </p:cNvSpPr>
          <p:nvPr>
            <p:ph type="subTitle" idx="1"/>
          </p:nvPr>
        </p:nvSpPr>
        <p:spPr>
          <a:xfrm>
            <a:off x="1284000" y="3096235"/>
            <a:ext cx="6576000" cy="35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65"/>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66"/>
        <p:cNvGrpSpPr/>
        <p:nvPr/>
      </p:nvGrpSpPr>
      <p:grpSpPr>
        <a:xfrm>
          <a:off x="0" y="0"/>
          <a:ext cx="0" cy="0"/>
          <a:chOff x="0" y="0"/>
          <a:chExt cx="0" cy="0"/>
        </a:xfrm>
      </p:grpSpPr>
      <p:sp>
        <p:nvSpPr>
          <p:cNvPr id="67" name="Google Shape;67;p1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 name="Google Shape;68;p13"/>
          <p:cNvSpPr txBox="1">
            <a:spLocks noGrp="1"/>
          </p:cNvSpPr>
          <p:nvPr>
            <p:ph type="title" idx="2"/>
          </p:nvPr>
        </p:nvSpPr>
        <p:spPr>
          <a:xfrm>
            <a:off x="2069613" y="1638285"/>
            <a:ext cx="23055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9" name="Google Shape;69;p13"/>
          <p:cNvSpPr txBox="1">
            <a:spLocks noGrp="1"/>
          </p:cNvSpPr>
          <p:nvPr>
            <p:ph type="subTitle" idx="1"/>
          </p:nvPr>
        </p:nvSpPr>
        <p:spPr>
          <a:xfrm>
            <a:off x="2069613" y="2176563"/>
            <a:ext cx="2305500" cy="525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0" name="Google Shape;70;p13"/>
          <p:cNvSpPr txBox="1">
            <a:spLocks noGrp="1"/>
          </p:cNvSpPr>
          <p:nvPr>
            <p:ph type="title" idx="3"/>
          </p:nvPr>
        </p:nvSpPr>
        <p:spPr>
          <a:xfrm>
            <a:off x="5922982" y="1638285"/>
            <a:ext cx="23055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71" name="Google Shape;71;p13"/>
          <p:cNvSpPr txBox="1">
            <a:spLocks noGrp="1"/>
          </p:cNvSpPr>
          <p:nvPr>
            <p:ph type="subTitle" idx="4"/>
          </p:nvPr>
        </p:nvSpPr>
        <p:spPr>
          <a:xfrm>
            <a:off x="5922983" y="2176563"/>
            <a:ext cx="2305500" cy="525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2" name="Google Shape;72;p13"/>
          <p:cNvSpPr txBox="1">
            <a:spLocks noGrp="1"/>
          </p:cNvSpPr>
          <p:nvPr>
            <p:ph type="title" idx="5"/>
          </p:nvPr>
        </p:nvSpPr>
        <p:spPr>
          <a:xfrm>
            <a:off x="2069613" y="3115656"/>
            <a:ext cx="23055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73" name="Google Shape;73;p13"/>
          <p:cNvSpPr txBox="1">
            <a:spLocks noGrp="1"/>
          </p:cNvSpPr>
          <p:nvPr>
            <p:ph type="subTitle" idx="6"/>
          </p:nvPr>
        </p:nvSpPr>
        <p:spPr>
          <a:xfrm>
            <a:off x="2069613" y="3665562"/>
            <a:ext cx="2305500" cy="525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4" name="Google Shape;74;p13"/>
          <p:cNvSpPr txBox="1">
            <a:spLocks noGrp="1"/>
          </p:cNvSpPr>
          <p:nvPr>
            <p:ph type="title" idx="7"/>
          </p:nvPr>
        </p:nvSpPr>
        <p:spPr>
          <a:xfrm>
            <a:off x="5922982" y="3115656"/>
            <a:ext cx="23055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75" name="Google Shape;75;p13"/>
          <p:cNvSpPr txBox="1">
            <a:spLocks noGrp="1"/>
          </p:cNvSpPr>
          <p:nvPr>
            <p:ph type="subTitle" idx="8"/>
          </p:nvPr>
        </p:nvSpPr>
        <p:spPr>
          <a:xfrm>
            <a:off x="5922983" y="3665562"/>
            <a:ext cx="2305500" cy="525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6" name="Google Shape;76;p13"/>
          <p:cNvSpPr txBox="1">
            <a:spLocks noGrp="1"/>
          </p:cNvSpPr>
          <p:nvPr>
            <p:ph type="title" idx="9" hasCustomPrompt="1"/>
          </p:nvPr>
        </p:nvSpPr>
        <p:spPr>
          <a:xfrm>
            <a:off x="874125" y="1673675"/>
            <a:ext cx="1048200" cy="1048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36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77" name="Google Shape;77;p13"/>
          <p:cNvSpPr txBox="1">
            <a:spLocks noGrp="1"/>
          </p:cNvSpPr>
          <p:nvPr>
            <p:ph type="title" idx="13" hasCustomPrompt="1"/>
          </p:nvPr>
        </p:nvSpPr>
        <p:spPr>
          <a:xfrm>
            <a:off x="874125" y="3153175"/>
            <a:ext cx="1048200" cy="1048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36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78" name="Google Shape;78;p13"/>
          <p:cNvSpPr txBox="1">
            <a:spLocks noGrp="1"/>
          </p:cNvSpPr>
          <p:nvPr>
            <p:ph type="title" idx="14" hasCustomPrompt="1"/>
          </p:nvPr>
        </p:nvSpPr>
        <p:spPr>
          <a:xfrm>
            <a:off x="4724300" y="1673675"/>
            <a:ext cx="1048200" cy="1048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36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79" name="Google Shape;79;p13"/>
          <p:cNvSpPr txBox="1">
            <a:spLocks noGrp="1"/>
          </p:cNvSpPr>
          <p:nvPr>
            <p:ph type="title" idx="15" hasCustomPrompt="1"/>
          </p:nvPr>
        </p:nvSpPr>
        <p:spPr>
          <a:xfrm>
            <a:off x="4724300" y="3153175"/>
            <a:ext cx="1048200" cy="1048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36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0" name="Google Shape;80;p13"/>
          <p:cNvSpPr/>
          <p:nvPr/>
        </p:nvSpPr>
        <p:spPr>
          <a:xfrm>
            <a:off x="-861625" y="-135162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3"/>
          <p:cNvSpPr/>
          <p:nvPr/>
        </p:nvSpPr>
        <p:spPr>
          <a:xfrm>
            <a:off x="7744650" y="45134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82"/>
        <p:cNvGrpSpPr/>
        <p:nvPr/>
      </p:nvGrpSpPr>
      <p:grpSpPr>
        <a:xfrm>
          <a:off x="0" y="0"/>
          <a:ext cx="0" cy="0"/>
          <a:chOff x="0" y="0"/>
          <a:chExt cx="0" cy="0"/>
        </a:xfrm>
      </p:grpSpPr>
      <p:sp>
        <p:nvSpPr>
          <p:cNvPr id="83" name="Google Shape;83;p14"/>
          <p:cNvSpPr txBox="1">
            <a:spLocks noGrp="1"/>
          </p:cNvSpPr>
          <p:nvPr>
            <p:ph type="title"/>
          </p:nvPr>
        </p:nvSpPr>
        <p:spPr>
          <a:xfrm>
            <a:off x="3798925" y="3022044"/>
            <a:ext cx="4360200" cy="531900"/>
          </a:xfrm>
          <a:prstGeom prst="rect">
            <a:avLst/>
          </a:prstGeom>
        </p:spPr>
        <p:txBody>
          <a:bodyPr spcFirstLastPara="1" wrap="square" lIns="91425" tIns="91425" rIns="91425" bIns="91425" anchor="ctr" anchorCtr="0">
            <a:noAutofit/>
          </a:bodyPr>
          <a:lstStyle>
            <a:lvl1pPr lvl="0" rtl="0">
              <a:spcBef>
                <a:spcPts val="0"/>
              </a:spcBef>
              <a:spcAft>
                <a:spcPts val="0"/>
              </a:spcAft>
              <a:buSzPts val="1800"/>
              <a:buNone/>
              <a:defRPr sz="24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84" name="Google Shape;84;p14"/>
          <p:cNvSpPr txBox="1">
            <a:spLocks noGrp="1"/>
          </p:cNvSpPr>
          <p:nvPr>
            <p:ph type="subTitle" idx="1"/>
          </p:nvPr>
        </p:nvSpPr>
        <p:spPr>
          <a:xfrm>
            <a:off x="3798925" y="1589556"/>
            <a:ext cx="4784100" cy="127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900" i="1"/>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85" name="Google Shape;85;p14"/>
          <p:cNvSpPr/>
          <p:nvPr/>
        </p:nvSpPr>
        <p:spPr>
          <a:xfrm>
            <a:off x="7744650" y="36025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
  <p:cSld name="CUSTOM_8">
    <p:spTree>
      <p:nvGrpSpPr>
        <p:cNvPr id="1" name="Shape 86"/>
        <p:cNvGrpSpPr/>
        <p:nvPr/>
      </p:nvGrpSpPr>
      <p:grpSpPr>
        <a:xfrm>
          <a:off x="0" y="0"/>
          <a:ext cx="0" cy="0"/>
          <a:chOff x="0" y="0"/>
          <a:chExt cx="0" cy="0"/>
        </a:xfrm>
      </p:grpSpPr>
      <p:sp>
        <p:nvSpPr>
          <p:cNvPr id="87" name="Google Shape;87;p15"/>
          <p:cNvSpPr txBox="1">
            <a:spLocks noGrp="1"/>
          </p:cNvSpPr>
          <p:nvPr>
            <p:ph type="subTitle" idx="1"/>
          </p:nvPr>
        </p:nvSpPr>
        <p:spPr>
          <a:xfrm>
            <a:off x="1309200" y="3487862"/>
            <a:ext cx="6525600" cy="8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88" name="Google Shape;88;p1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9" name="Google Shape;89;p15"/>
          <p:cNvSpPr/>
          <p:nvPr/>
        </p:nvSpPr>
        <p:spPr>
          <a:xfrm>
            <a:off x="-617962" y="132752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5"/>
          <p:cNvSpPr/>
          <p:nvPr/>
        </p:nvSpPr>
        <p:spPr>
          <a:xfrm>
            <a:off x="7988313" y="132752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91"/>
        <p:cNvGrpSpPr/>
        <p:nvPr/>
      </p:nvGrpSpPr>
      <p:grpSpPr>
        <a:xfrm>
          <a:off x="0" y="0"/>
          <a:ext cx="0" cy="0"/>
          <a:chOff x="0" y="0"/>
          <a:chExt cx="0" cy="0"/>
        </a:xfrm>
      </p:grpSpPr>
      <p:sp>
        <p:nvSpPr>
          <p:cNvPr id="92" name="Google Shape;92;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3" name="Google Shape;93;p16"/>
          <p:cNvSpPr txBox="1">
            <a:spLocks noGrp="1"/>
          </p:cNvSpPr>
          <p:nvPr>
            <p:ph type="title" idx="2"/>
          </p:nvPr>
        </p:nvSpPr>
        <p:spPr>
          <a:xfrm>
            <a:off x="1101175" y="1844141"/>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94" name="Google Shape;94;p16"/>
          <p:cNvSpPr txBox="1">
            <a:spLocks noGrp="1"/>
          </p:cNvSpPr>
          <p:nvPr>
            <p:ph type="subTitle" idx="1"/>
          </p:nvPr>
        </p:nvSpPr>
        <p:spPr>
          <a:xfrm>
            <a:off x="1101175" y="2269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5" name="Google Shape;95;p16"/>
          <p:cNvSpPr txBox="1">
            <a:spLocks noGrp="1"/>
          </p:cNvSpPr>
          <p:nvPr>
            <p:ph type="title" idx="3"/>
          </p:nvPr>
        </p:nvSpPr>
        <p:spPr>
          <a:xfrm>
            <a:off x="3578947" y="1844141"/>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96" name="Google Shape;96;p16"/>
          <p:cNvSpPr txBox="1">
            <a:spLocks noGrp="1"/>
          </p:cNvSpPr>
          <p:nvPr>
            <p:ph type="subTitle" idx="4"/>
          </p:nvPr>
        </p:nvSpPr>
        <p:spPr>
          <a:xfrm>
            <a:off x="3578948" y="2269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rgbClr val="242424"/>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7" name="Google Shape;97;p16"/>
          <p:cNvSpPr txBox="1">
            <a:spLocks noGrp="1"/>
          </p:cNvSpPr>
          <p:nvPr>
            <p:ph type="title" idx="5"/>
          </p:nvPr>
        </p:nvSpPr>
        <p:spPr>
          <a:xfrm>
            <a:off x="1101175" y="3506153"/>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98" name="Google Shape;98;p16"/>
          <p:cNvSpPr txBox="1">
            <a:spLocks noGrp="1"/>
          </p:cNvSpPr>
          <p:nvPr>
            <p:ph type="subTitle" idx="6"/>
          </p:nvPr>
        </p:nvSpPr>
        <p:spPr>
          <a:xfrm>
            <a:off x="1101175" y="3931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 name="Google Shape;99;p16"/>
          <p:cNvSpPr txBox="1">
            <a:spLocks noGrp="1"/>
          </p:cNvSpPr>
          <p:nvPr>
            <p:ph type="title" idx="7"/>
          </p:nvPr>
        </p:nvSpPr>
        <p:spPr>
          <a:xfrm>
            <a:off x="3578947" y="3506153"/>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00" name="Google Shape;100;p16"/>
          <p:cNvSpPr txBox="1">
            <a:spLocks noGrp="1"/>
          </p:cNvSpPr>
          <p:nvPr>
            <p:ph type="subTitle" idx="8"/>
          </p:nvPr>
        </p:nvSpPr>
        <p:spPr>
          <a:xfrm>
            <a:off x="3578948" y="3931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1" name="Google Shape;101;p16"/>
          <p:cNvSpPr txBox="1">
            <a:spLocks noGrp="1"/>
          </p:cNvSpPr>
          <p:nvPr>
            <p:ph type="title" idx="9"/>
          </p:nvPr>
        </p:nvSpPr>
        <p:spPr>
          <a:xfrm>
            <a:off x="6056725" y="1844141"/>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02" name="Google Shape;102;p16"/>
          <p:cNvSpPr txBox="1">
            <a:spLocks noGrp="1"/>
          </p:cNvSpPr>
          <p:nvPr>
            <p:ph type="subTitle" idx="13"/>
          </p:nvPr>
        </p:nvSpPr>
        <p:spPr>
          <a:xfrm>
            <a:off x="6056727" y="2269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3" name="Google Shape;103;p16"/>
          <p:cNvSpPr txBox="1">
            <a:spLocks noGrp="1"/>
          </p:cNvSpPr>
          <p:nvPr>
            <p:ph type="title" idx="14"/>
          </p:nvPr>
        </p:nvSpPr>
        <p:spPr>
          <a:xfrm>
            <a:off x="6056725" y="3506153"/>
            <a:ext cx="1986000" cy="41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04" name="Google Shape;104;p16"/>
          <p:cNvSpPr txBox="1">
            <a:spLocks noGrp="1"/>
          </p:cNvSpPr>
          <p:nvPr>
            <p:ph type="subTitle" idx="15"/>
          </p:nvPr>
        </p:nvSpPr>
        <p:spPr>
          <a:xfrm>
            <a:off x="6056727" y="3931375"/>
            <a:ext cx="19860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5" name="Google Shape;105;p16"/>
          <p:cNvSpPr/>
          <p:nvPr/>
        </p:nvSpPr>
        <p:spPr>
          <a:xfrm>
            <a:off x="-1096898" y="3853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6"/>
          <p:cNvSpPr/>
          <p:nvPr/>
        </p:nvSpPr>
        <p:spPr>
          <a:xfrm>
            <a:off x="8428278" y="280016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3">
  <p:cSld name="CUSTOM_9">
    <p:spTree>
      <p:nvGrpSpPr>
        <p:cNvPr id="1" name="Shape 107"/>
        <p:cNvGrpSpPr/>
        <p:nvPr/>
      </p:nvGrpSpPr>
      <p:grpSpPr>
        <a:xfrm>
          <a:off x="0" y="0"/>
          <a:ext cx="0" cy="0"/>
          <a:chOff x="0" y="0"/>
          <a:chExt cx="0" cy="0"/>
        </a:xfrm>
      </p:grpSpPr>
      <p:sp>
        <p:nvSpPr>
          <p:cNvPr id="108" name="Google Shape;108;p17"/>
          <p:cNvSpPr txBox="1">
            <a:spLocks noGrp="1"/>
          </p:cNvSpPr>
          <p:nvPr>
            <p:ph type="subTitle" idx="1"/>
          </p:nvPr>
        </p:nvSpPr>
        <p:spPr>
          <a:xfrm>
            <a:off x="4168250" y="2347450"/>
            <a:ext cx="3945300" cy="122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9" name="Google Shape;109;p17"/>
          <p:cNvSpPr txBox="1">
            <a:spLocks noGrp="1"/>
          </p:cNvSpPr>
          <p:nvPr>
            <p:ph type="title"/>
          </p:nvPr>
        </p:nvSpPr>
        <p:spPr>
          <a:xfrm>
            <a:off x="4168250" y="1575350"/>
            <a:ext cx="39453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0" name="Google Shape;110;p17"/>
          <p:cNvSpPr/>
          <p:nvPr/>
        </p:nvSpPr>
        <p:spPr>
          <a:xfrm>
            <a:off x="-1086925" y="-115667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7"/>
          <p:cNvSpPr/>
          <p:nvPr/>
        </p:nvSpPr>
        <p:spPr>
          <a:xfrm>
            <a:off x="6265625" y="45134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4">
  <p:cSld name="CUSTOM_9_1">
    <p:spTree>
      <p:nvGrpSpPr>
        <p:cNvPr id="1" name="Shape 112"/>
        <p:cNvGrpSpPr/>
        <p:nvPr/>
      </p:nvGrpSpPr>
      <p:grpSpPr>
        <a:xfrm>
          <a:off x="0" y="0"/>
          <a:ext cx="0" cy="0"/>
          <a:chOff x="0" y="0"/>
          <a:chExt cx="0" cy="0"/>
        </a:xfrm>
      </p:grpSpPr>
      <p:sp>
        <p:nvSpPr>
          <p:cNvPr id="113" name="Google Shape;113;p18"/>
          <p:cNvSpPr txBox="1">
            <a:spLocks noGrp="1"/>
          </p:cNvSpPr>
          <p:nvPr>
            <p:ph type="title"/>
          </p:nvPr>
        </p:nvSpPr>
        <p:spPr>
          <a:xfrm>
            <a:off x="720000" y="1427700"/>
            <a:ext cx="56574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4" name="Google Shape;114;p18"/>
          <p:cNvSpPr txBox="1">
            <a:spLocks noGrp="1"/>
          </p:cNvSpPr>
          <p:nvPr>
            <p:ph type="body" idx="1"/>
          </p:nvPr>
        </p:nvSpPr>
        <p:spPr>
          <a:xfrm>
            <a:off x="720000" y="2214000"/>
            <a:ext cx="4280100" cy="2024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2">
  <p:cSld name="CUSTOM_12">
    <p:spTree>
      <p:nvGrpSpPr>
        <p:cNvPr id="1" name="Shape 115"/>
        <p:cNvGrpSpPr/>
        <p:nvPr/>
      </p:nvGrpSpPr>
      <p:grpSpPr>
        <a:xfrm>
          <a:off x="0" y="0"/>
          <a:ext cx="0" cy="0"/>
          <a:chOff x="0" y="0"/>
          <a:chExt cx="0" cy="0"/>
        </a:xfrm>
      </p:grpSpPr>
      <p:sp>
        <p:nvSpPr>
          <p:cNvPr id="116" name="Google Shape;116;p19"/>
          <p:cNvSpPr txBox="1">
            <a:spLocks noGrp="1"/>
          </p:cNvSpPr>
          <p:nvPr>
            <p:ph type="title"/>
          </p:nvPr>
        </p:nvSpPr>
        <p:spPr>
          <a:xfrm>
            <a:off x="5047100" y="1839825"/>
            <a:ext cx="3739200" cy="191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17" name="Google Shape;117;p19"/>
          <p:cNvSpPr txBox="1">
            <a:spLocks noGrp="1"/>
          </p:cNvSpPr>
          <p:nvPr>
            <p:ph type="title" idx="2" hasCustomPrompt="1"/>
          </p:nvPr>
        </p:nvSpPr>
        <p:spPr>
          <a:xfrm>
            <a:off x="5047100" y="674750"/>
            <a:ext cx="1275000" cy="10611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6000"/>
              <a:buNone/>
              <a:defRPr sz="5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18" name="Google Shape;118;p19"/>
          <p:cNvSpPr txBox="1">
            <a:spLocks noGrp="1"/>
          </p:cNvSpPr>
          <p:nvPr>
            <p:ph type="subTitle" idx="1"/>
          </p:nvPr>
        </p:nvSpPr>
        <p:spPr>
          <a:xfrm>
            <a:off x="5397362" y="3847650"/>
            <a:ext cx="2737800" cy="71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9" name="Google Shape;119;p19"/>
          <p:cNvSpPr/>
          <p:nvPr/>
        </p:nvSpPr>
        <p:spPr>
          <a:xfrm>
            <a:off x="8260402" y="6299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2">
  <p:cSld name="CUSTOM_10">
    <p:spTree>
      <p:nvGrpSpPr>
        <p:cNvPr id="1" name="Shape 120"/>
        <p:cNvGrpSpPr/>
        <p:nvPr/>
      </p:nvGrpSpPr>
      <p:grpSpPr>
        <a:xfrm>
          <a:off x="0" y="0"/>
          <a:ext cx="0" cy="0"/>
          <a:chOff x="0" y="0"/>
          <a:chExt cx="0" cy="0"/>
        </a:xfrm>
      </p:grpSpPr>
      <p:sp>
        <p:nvSpPr>
          <p:cNvPr id="121" name="Google Shape;121;p2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2" name="Google Shape;122;p20"/>
          <p:cNvSpPr/>
          <p:nvPr/>
        </p:nvSpPr>
        <p:spPr>
          <a:xfrm>
            <a:off x="-825000" y="-58675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0"/>
          <p:cNvSpPr/>
          <p:nvPr/>
        </p:nvSpPr>
        <p:spPr>
          <a:xfrm>
            <a:off x="7907150" y="356027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3">
  <p:cSld name="CUSTOM_10_1">
    <p:spTree>
      <p:nvGrpSpPr>
        <p:cNvPr id="1" name="Shape 124"/>
        <p:cNvGrpSpPr/>
        <p:nvPr/>
      </p:nvGrpSpPr>
      <p:grpSpPr>
        <a:xfrm>
          <a:off x="0" y="0"/>
          <a:ext cx="0" cy="0"/>
          <a:chOff x="0" y="0"/>
          <a:chExt cx="0" cy="0"/>
        </a:xfrm>
      </p:grpSpPr>
      <p:sp>
        <p:nvSpPr>
          <p:cNvPr id="125" name="Google Shape;125;p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6" name="Google Shape;126;p21"/>
          <p:cNvSpPr/>
          <p:nvPr/>
        </p:nvSpPr>
        <p:spPr>
          <a:xfrm>
            <a:off x="-1164300" y="27979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1"/>
          <p:cNvSpPr/>
          <p:nvPr/>
        </p:nvSpPr>
        <p:spPr>
          <a:xfrm>
            <a:off x="8576400" y="2285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4">
  <p:cSld name="CUSTOM_10_1_1">
    <p:spTree>
      <p:nvGrpSpPr>
        <p:cNvPr id="1" name="Shape 128"/>
        <p:cNvGrpSpPr/>
        <p:nvPr/>
      </p:nvGrpSpPr>
      <p:grpSpPr>
        <a:xfrm>
          <a:off x="0" y="0"/>
          <a:ext cx="0" cy="0"/>
          <a:chOff x="0" y="0"/>
          <a:chExt cx="0" cy="0"/>
        </a:xfrm>
      </p:grpSpPr>
      <p:sp>
        <p:nvSpPr>
          <p:cNvPr id="129" name="Google Shape;129;p2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0" name="Google Shape;130;p22"/>
          <p:cNvSpPr/>
          <p:nvPr/>
        </p:nvSpPr>
        <p:spPr>
          <a:xfrm>
            <a:off x="-916400" y="4464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2"/>
          <p:cNvSpPr/>
          <p:nvPr/>
        </p:nvSpPr>
        <p:spPr>
          <a:xfrm>
            <a:off x="8283777" y="352814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5">
  <p:cSld name="CUSTOM_10_1_1_1">
    <p:spTree>
      <p:nvGrpSpPr>
        <p:cNvPr id="1" name="Shape 132"/>
        <p:cNvGrpSpPr/>
        <p:nvPr/>
      </p:nvGrpSpPr>
      <p:grpSpPr>
        <a:xfrm>
          <a:off x="0" y="0"/>
          <a:ext cx="0" cy="0"/>
          <a:chOff x="0" y="0"/>
          <a:chExt cx="0" cy="0"/>
        </a:xfrm>
      </p:grpSpPr>
      <p:sp>
        <p:nvSpPr>
          <p:cNvPr id="133" name="Google Shape;133;p2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6">
  <p:cSld name="CUSTOM_10_1_1_1_1">
    <p:spTree>
      <p:nvGrpSpPr>
        <p:cNvPr id="1" name="Shape 134"/>
        <p:cNvGrpSpPr/>
        <p:nvPr/>
      </p:nvGrpSpPr>
      <p:grpSpPr>
        <a:xfrm>
          <a:off x="0" y="0"/>
          <a:ext cx="0" cy="0"/>
          <a:chOff x="0" y="0"/>
          <a:chExt cx="0" cy="0"/>
        </a:xfrm>
      </p:grpSpPr>
      <p:sp>
        <p:nvSpPr>
          <p:cNvPr id="135" name="Google Shape;135;p24"/>
          <p:cNvSpPr txBox="1">
            <a:spLocks noGrp="1"/>
          </p:cNvSpPr>
          <p:nvPr>
            <p:ph type="title"/>
          </p:nvPr>
        </p:nvSpPr>
        <p:spPr>
          <a:xfrm>
            <a:off x="1217588" y="1862925"/>
            <a:ext cx="2700600" cy="572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6" name="Google Shape;136;p24"/>
          <p:cNvSpPr/>
          <p:nvPr/>
        </p:nvSpPr>
        <p:spPr>
          <a:xfrm>
            <a:off x="6897300" y="-1337100"/>
            <a:ext cx="1608055" cy="1919299"/>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4"/>
          <p:cNvSpPr/>
          <p:nvPr/>
        </p:nvSpPr>
        <p:spPr>
          <a:xfrm>
            <a:off x="-977400" y="304800"/>
            <a:ext cx="1608055" cy="2126429"/>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4"/>
          <p:cNvSpPr/>
          <p:nvPr/>
        </p:nvSpPr>
        <p:spPr>
          <a:xfrm>
            <a:off x="8496225" y="2717475"/>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7">
  <p:cSld name="CUSTOM_11">
    <p:spTree>
      <p:nvGrpSpPr>
        <p:cNvPr id="1" name="Shape 139"/>
        <p:cNvGrpSpPr/>
        <p:nvPr/>
      </p:nvGrpSpPr>
      <p:grpSpPr>
        <a:xfrm>
          <a:off x="0" y="0"/>
          <a:ext cx="0" cy="0"/>
          <a:chOff x="0" y="0"/>
          <a:chExt cx="0" cy="0"/>
        </a:xfrm>
      </p:grpSpPr>
      <p:sp>
        <p:nvSpPr>
          <p:cNvPr id="140" name="Google Shape;140;p2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1" name="Google Shape;141;p25"/>
          <p:cNvSpPr/>
          <p:nvPr/>
        </p:nvSpPr>
        <p:spPr>
          <a:xfrm>
            <a:off x="665802" y="45584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5"/>
          <p:cNvSpPr/>
          <p:nvPr/>
        </p:nvSpPr>
        <p:spPr>
          <a:xfrm>
            <a:off x="6812003" y="-107485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8">
  <p:cSld name="CUSTOM_11_1">
    <p:spTree>
      <p:nvGrpSpPr>
        <p:cNvPr id="1" name="Shape 143"/>
        <p:cNvGrpSpPr/>
        <p:nvPr/>
      </p:nvGrpSpPr>
      <p:grpSpPr>
        <a:xfrm>
          <a:off x="0" y="0"/>
          <a:ext cx="0" cy="0"/>
          <a:chOff x="0" y="0"/>
          <a:chExt cx="0" cy="0"/>
        </a:xfrm>
      </p:grpSpPr>
      <p:sp>
        <p:nvSpPr>
          <p:cNvPr id="144" name="Google Shape;144;p2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145" name="Google Shape;145;p26"/>
          <p:cNvCxnSpPr/>
          <p:nvPr/>
        </p:nvCxnSpPr>
        <p:spPr>
          <a:xfrm>
            <a:off x="2572500" y="4748213"/>
            <a:ext cx="3999000" cy="0"/>
          </a:xfrm>
          <a:prstGeom prst="straightConnector1">
            <a:avLst/>
          </a:prstGeom>
          <a:noFill/>
          <a:ln w="19050" cap="flat" cmpd="sng">
            <a:solidFill>
              <a:schemeClr val="accent1"/>
            </a:solidFill>
            <a:prstDash val="solid"/>
            <a:round/>
            <a:headEnd type="none" w="med" len="med"/>
            <a:tailEnd type="none" w="med" len="med"/>
          </a:ln>
        </p:spPr>
      </p:cxn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9">
  <p:cSld name="CUSTOM_11_1_1">
    <p:spTree>
      <p:nvGrpSpPr>
        <p:cNvPr id="1" name="Shape 146"/>
        <p:cNvGrpSpPr/>
        <p:nvPr/>
      </p:nvGrpSpPr>
      <p:grpSpPr>
        <a:xfrm>
          <a:off x="0" y="0"/>
          <a:ext cx="0" cy="0"/>
          <a:chOff x="0" y="0"/>
          <a:chExt cx="0" cy="0"/>
        </a:xfrm>
      </p:grpSpPr>
      <p:sp>
        <p:nvSpPr>
          <p:cNvPr id="147" name="Google Shape;147;p2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10">
  <p:cSld name="CUSTOM_11_1_1_1">
    <p:spTree>
      <p:nvGrpSpPr>
        <p:cNvPr id="1" name="Shape 148"/>
        <p:cNvGrpSpPr/>
        <p:nvPr/>
      </p:nvGrpSpPr>
      <p:grpSpPr>
        <a:xfrm>
          <a:off x="0" y="0"/>
          <a:ext cx="0" cy="0"/>
          <a:chOff x="0" y="0"/>
          <a:chExt cx="0" cy="0"/>
        </a:xfrm>
      </p:grpSpPr>
      <p:sp>
        <p:nvSpPr>
          <p:cNvPr id="149" name="Google Shape;149;p2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11">
  <p:cSld name="CUSTOM_11_1_1_1_1">
    <p:spTree>
      <p:nvGrpSpPr>
        <p:cNvPr id="1" name="Shape 150"/>
        <p:cNvGrpSpPr/>
        <p:nvPr/>
      </p:nvGrpSpPr>
      <p:grpSpPr>
        <a:xfrm>
          <a:off x="0" y="0"/>
          <a:ext cx="0" cy="0"/>
          <a:chOff x="0" y="0"/>
          <a:chExt cx="0" cy="0"/>
        </a:xfrm>
      </p:grpSpPr>
      <p:sp>
        <p:nvSpPr>
          <p:cNvPr id="151" name="Google Shape;151;p2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2" name="Google Shape;152;p29"/>
          <p:cNvSpPr/>
          <p:nvPr/>
        </p:nvSpPr>
        <p:spPr>
          <a:xfrm>
            <a:off x="655702" y="-15196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9"/>
          <p:cNvSpPr/>
          <p:nvPr/>
        </p:nvSpPr>
        <p:spPr>
          <a:xfrm>
            <a:off x="6583403" y="456394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12">
  <p:cSld name="CUSTOM_11_1_1_1_1_1">
    <p:spTree>
      <p:nvGrpSpPr>
        <p:cNvPr id="1" name="Shape 154"/>
        <p:cNvGrpSpPr/>
        <p:nvPr/>
      </p:nvGrpSpPr>
      <p:grpSpPr>
        <a:xfrm>
          <a:off x="0" y="0"/>
          <a:ext cx="0" cy="0"/>
          <a:chOff x="0" y="0"/>
          <a:chExt cx="0" cy="0"/>
        </a:xfrm>
      </p:grpSpPr>
      <p:sp>
        <p:nvSpPr>
          <p:cNvPr id="155" name="Google Shape;155;p3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156" name="Google Shape;156;p30"/>
          <p:cNvCxnSpPr/>
          <p:nvPr/>
        </p:nvCxnSpPr>
        <p:spPr>
          <a:xfrm>
            <a:off x="2572500" y="4563938"/>
            <a:ext cx="3999000" cy="0"/>
          </a:xfrm>
          <a:prstGeom prst="straightConnector1">
            <a:avLst/>
          </a:prstGeom>
          <a:noFill/>
          <a:ln w="19050" cap="flat" cmpd="sng">
            <a:solidFill>
              <a:schemeClr val="accent1"/>
            </a:solidFill>
            <a:prstDash val="solid"/>
            <a:round/>
            <a:headEnd type="none" w="med" len="med"/>
            <a:tailEnd type="none" w="med" len="med"/>
          </a:ln>
        </p:spPr>
      </p:cxnSp>
      <p:sp>
        <p:nvSpPr>
          <p:cNvPr id="157" name="Google Shape;157;p30"/>
          <p:cNvSpPr/>
          <p:nvPr/>
        </p:nvSpPr>
        <p:spPr>
          <a:xfrm>
            <a:off x="198502" y="-15196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0"/>
          <p:cNvSpPr/>
          <p:nvPr/>
        </p:nvSpPr>
        <p:spPr>
          <a:xfrm>
            <a:off x="7116803" y="456394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13">
  <p:cSld name="CUSTOM_11_1_1_1_1_1_1">
    <p:spTree>
      <p:nvGrpSpPr>
        <p:cNvPr id="1" name="Shape 159"/>
        <p:cNvGrpSpPr/>
        <p:nvPr/>
      </p:nvGrpSpPr>
      <p:grpSpPr>
        <a:xfrm>
          <a:off x="0" y="0"/>
          <a:ext cx="0" cy="0"/>
          <a:chOff x="0" y="0"/>
          <a:chExt cx="0" cy="0"/>
        </a:xfrm>
      </p:grpSpPr>
      <p:sp>
        <p:nvSpPr>
          <p:cNvPr id="160" name="Google Shape;160;p3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61"/>
        <p:cNvGrpSpPr/>
        <p:nvPr/>
      </p:nvGrpSpPr>
      <p:grpSpPr>
        <a:xfrm>
          <a:off x="0" y="0"/>
          <a:ext cx="0" cy="0"/>
          <a:chOff x="0" y="0"/>
          <a:chExt cx="0" cy="0"/>
        </a:xfrm>
      </p:grpSpPr>
      <p:sp>
        <p:nvSpPr>
          <p:cNvPr id="162" name="Google Shape;162;p3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3" name="Google Shape;163;p32"/>
          <p:cNvSpPr txBox="1">
            <a:spLocks noGrp="1"/>
          </p:cNvSpPr>
          <p:nvPr>
            <p:ph type="title" idx="2"/>
          </p:nvPr>
        </p:nvSpPr>
        <p:spPr>
          <a:xfrm>
            <a:off x="2334825" y="1533138"/>
            <a:ext cx="1871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4" name="Google Shape;164;p32"/>
          <p:cNvSpPr txBox="1">
            <a:spLocks noGrp="1"/>
          </p:cNvSpPr>
          <p:nvPr>
            <p:ph type="subTitle" idx="1"/>
          </p:nvPr>
        </p:nvSpPr>
        <p:spPr>
          <a:xfrm>
            <a:off x="2334825" y="2026850"/>
            <a:ext cx="2078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5" name="Google Shape;165;p32"/>
          <p:cNvSpPr txBox="1">
            <a:spLocks noGrp="1"/>
          </p:cNvSpPr>
          <p:nvPr>
            <p:ph type="title" idx="3"/>
          </p:nvPr>
        </p:nvSpPr>
        <p:spPr>
          <a:xfrm>
            <a:off x="5900425" y="1533138"/>
            <a:ext cx="1871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6" name="Google Shape;166;p32"/>
          <p:cNvSpPr txBox="1">
            <a:spLocks noGrp="1"/>
          </p:cNvSpPr>
          <p:nvPr>
            <p:ph type="subTitle" idx="4"/>
          </p:nvPr>
        </p:nvSpPr>
        <p:spPr>
          <a:xfrm>
            <a:off x="5900475" y="2026850"/>
            <a:ext cx="2078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7" name="Google Shape;167;p32"/>
          <p:cNvSpPr txBox="1">
            <a:spLocks noGrp="1"/>
          </p:cNvSpPr>
          <p:nvPr>
            <p:ph type="title" idx="5"/>
          </p:nvPr>
        </p:nvSpPr>
        <p:spPr>
          <a:xfrm>
            <a:off x="2334825" y="2966538"/>
            <a:ext cx="1871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68" name="Google Shape;168;p32"/>
          <p:cNvSpPr txBox="1">
            <a:spLocks noGrp="1"/>
          </p:cNvSpPr>
          <p:nvPr>
            <p:ph type="subTitle" idx="6"/>
          </p:nvPr>
        </p:nvSpPr>
        <p:spPr>
          <a:xfrm>
            <a:off x="2334825" y="3460250"/>
            <a:ext cx="2078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9" name="Google Shape;169;p32"/>
          <p:cNvSpPr txBox="1">
            <a:spLocks noGrp="1"/>
          </p:cNvSpPr>
          <p:nvPr>
            <p:ph type="title" idx="7"/>
          </p:nvPr>
        </p:nvSpPr>
        <p:spPr>
          <a:xfrm>
            <a:off x="5900425" y="2966538"/>
            <a:ext cx="1871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0" name="Google Shape;170;p32"/>
          <p:cNvSpPr txBox="1">
            <a:spLocks noGrp="1"/>
          </p:cNvSpPr>
          <p:nvPr>
            <p:ph type="subTitle" idx="8"/>
          </p:nvPr>
        </p:nvSpPr>
        <p:spPr>
          <a:xfrm>
            <a:off x="5900475" y="3460250"/>
            <a:ext cx="2078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1" name="Google Shape;171;p32"/>
          <p:cNvSpPr/>
          <p:nvPr/>
        </p:nvSpPr>
        <p:spPr>
          <a:xfrm>
            <a:off x="-471590" y="-138507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2"/>
          <p:cNvSpPr/>
          <p:nvPr/>
        </p:nvSpPr>
        <p:spPr>
          <a:xfrm>
            <a:off x="7874509" y="44850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73"/>
        <p:cNvGrpSpPr/>
        <p:nvPr/>
      </p:nvGrpSpPr>
      <p:grpSpPr>
        <a:xfrm>
          <a:off x="0" y="0"/>
          <a:ext cx="0" cy="0"/>
          <a:chOff x="0" y="0"/>
          <a:chExt cx="0" cy="0"/>
        </a:xfrm>
      </p:grpSpPr>
      <p:sp>
        <p:nvSpPr>
          <p:cNvPr id="174" name="Google Shape;174;p3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5" name="Google Shape;175;p33"/>
          <p:cNvSpPr txBox="1">
            <a:spLocks noGrp="1"/>
          </p:cNvSpPr>
          <p:nvPr>
            <p:ph type="title" idx="2"/>
          </p:nvPr>
        </p:nvSpPr>
        <p:spPr>
          <a:xfrm>
            <a:off x="1194250" y="3052601"/>
            <a:ext cx="2088600" cy="35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6" name="Google Shape;176;p33"/>
          <p:cNvSpPr txBox="1">
            <a:spLocks noGrp="1"/>
          </p:cNvSpPr>
          <p:nvPr>
            <p:ph type="subTitle" idx="1"/>
          </p:nvPr>
        </p:nvSpPr>
        <p:spPr>
          <a:xfrm>
            <a:off x="1079200" y="3458663"/>
            <a:ext cx="2318700" cy="488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7" name="Google Shape;177;p33"/>
          <p:cNvSpPr txBox="1">
            <a:spLocks noGrp="1"/>
          </p:cNvSpPr>
          <p:nvPr>
            <p:ph type="title" idx="3"/>
          </p:nvPr>
        </p:nvSpPr>
        <p:spPr>
          <a:xfrm>
            <a:off x="3518499" y="3052601"/>
            <a:ext cx="2088600" cy="35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78" name="Google Shape;178;p33"/>
          <p:cNvSpPr txBox="1">
            <a:spLocks noGrp="1"/>
          </p:cNvSpPr>
          <p:nvPr>
            <p:ph type="subTitle" idx="4"/>
          </p:nvPr>
        </p:nvSpPr>
        <p:spPr>
          <a:xfrm>
            <a:off x="3403449" y="3458663"/>
            <a:ext cx="2318700" cy="488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9" name="Google Shape;179;p33"/>
          <p:cNvSpPr txBox="1">
            <a:spLocks noGrp="1"/>
          </p:cNvSpPr>
          <p:nvPr>
            <p:ph type="title" idx="5"/>
          </p:nvPr>
        </p:nvSpPr>
        <p:spPr>
          <a:xfrm>
            <a:off x="5861150" y="3052601"/>
            <a:ext cx="2088600" cy="35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180" name="Google Shape;180;p33"/>
          <p:cNvSpPr txBox="1">
            <a:spLocks noGrp="1"/>
          </p:cNvSpPr>
          <p:nvPr>
            <p:ph type="subTitle" idx="6"/>
          </p:nvPr>
        </p:nvSpPr>
        <p:spPr>
          <a:xfrm>
            <a:off x="5746100" y="3458663"/>
            <a:ext cx="2318700" cy="488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1" name="Google Shape;181;p33"/>
          <p:cNvSpPr/>
          <p:nvPr/>
        </p:nvSpPr>
        <p:spPr>
          <a:xfrm>
            <a:off x="-1028775" y="2671469"/>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3"/>
          <p:cNvSpPr/>
          <p:nvPr/>
        </p:nvSpPr>
        <p:spPr>
          <a:xfrm>
            <a:off x="8456830" y="355275"/>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83"/>
        <p:cNvGrpSpPr/>
        <p:nvPr/>
      </p:nvGrpSpPr>
      <p:grpSpPr>
        <a:xfrm>
          <a:off x="0" y="0"/>
          <a:ext cx="0" cy="0"/>
          <a:chOff x="0" y="0"/>
          <a:chExt cx="0" cy="0"/>
        </a:xfrm>
      </p:grpSpPr>
      <p:sp>
        <p:nvSpPr>
          <p:cNvPr id="184" name="Google Shape;184;p34"/>
          <p:cNvSpPr txBox="1">
            <a:spLocks noGrp="1"/>
          </p:cNvSpPr>
          <p:nvPr>
            <p:ph type="title"/>
          </p:nvPr>
        </p:nvSpPr>
        <p:spPr>
          <a:xfrm>
            <a:off x="311700" y="446811"/>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 name="Google Shape;185;p34"/>
          <p:cNvSpPr txBox="1">
            <a:spLocks noGrp="1"/>
          </p:cNvSpPr>
          <p:nvPr>
            <p:ph type="subTitle" idx="1"/>
          </p:nvPr>
        </p:nvSpPr>
        <p:spPr>
          <a:xfrm>
            <a:off x="2020050" y="3054290"/>
            <a:ext cx="214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Font typeface="Poppins"/>
              <a:buNone/>
              <a:defRPr sz="2000" b="1">
                <a:solidFill>
                  <a:schemeClr val="dk1"/>
                </a:solidFill>
                <a:latin typeface="Sora"/>
                <a:ea typeface="Sora"/>
                <a:cs typeface="Sora"/>
                <a:sym typeface="Sora"/>
              </a:defRPr>
            </a:lvl1pPr>
            <a:lvl2pPr lvl="1" algn="ctr" rtl="0">
              <a:spcBef>
                <a:spcPts val="0"/>
              </a:spcBef>
              <a:spcAft>
                <a:spcPts val="0"/>
              </a:spcAft>
              <a:buSzPts val="1800"/>
              <a:buFont typeface="Poppins"/>
              <a:buNone/>
              <a:defRPr sz="1800" b="1">
                <a:latin typeface="Poppins"/>
                <a:ea typeface="Poppins"/>
                <a:cs typeface="Poppins"/>
                <a:sym typeface="Poppins"/>
              </a:defRPr>
            </a:lvl2pPr>
            <a:lvl3pPr lvl="2" algn="ctr" rtl="0">
              <a:spcBef>
                <a:spcPts val="1600"/>
              </a:spcBef>
              <a:spcAft>
                <a:spcPts val="0"/>
              </a:spcAft>
              <a:buSzPts val="1800"/>
              <a:buFont typeface="Poppins"/>
              <a:buNone/>
              <a:defRPr sz="1800" b="1">
                <a:latin typeface="Poppins"/>
                <a:ea typeface="Poppins"/>
                <a:cs typeface="Poppins"/>
                <a:sym typeface="Poppins"/>
              </a:defRPr>
            </a:lvl3pPr>
            <a:lvl4pPr lvl="3" algn="ctr" rtl="0">
              <a:spcBef>
                <a:spcPts val="1600"/>
              </a:spcBef>
              <a:spcAft>
                <a:spcPts val="0"/>
              </a:spcAft>
              <a:buSzPts val="1800"/>
              <a:buFont typeface="Poppins"/>
              <a:buNone/>
              <a:defRPr sz="1800" b="1">
                <a:latin typeface="Poppins"/>
                <a:ea typeface="Poppins"/>
                <a:cs typeface="Poppins"/>
                <a:sym typeface="Poppins"/>
              </a:defRPr>
            </a:lvl4pPr>
            <a:lvl5pPr lvl="4" algn="ctr" rtl="0">
              <a:spcBef>
                <a:spcPts val="1600"/>
              </a:spcBef>
              <a:spcAft>
                <a:spcPts val="0"/>
              </a:spcAft>
              <a:buSzPts val="1800"/>
              <a:buFont typeface="Poppins"/>
              <a:buNone/>
              <a:defRPr sz="1800" b="1">
                <a:latin typeface="Poppins"/>
                <a:ea typeface="Poppins"/>
                <a:cs typeface="Poppins"/>
                <a:sym typeface="Poppins"/>
              </a:defRPr>
            </a:lvl5pPr>
            <a:lvl6pPr lvl="5" algn="ctr" rtl="0">
              <a:spcBef>
                <a:spcPts val="1600"/>
              </a:spcBef>
              <a:spcAft>
                <a:spcPts val="0"/>
              </a:spcAft>
              <a:buSzPts val="1800"/>
              <a:buFont typeface="Poppins"/>
              <a:buNone/>
              <a:defRPr sz="1800" b="1">
                <a:latin typeface="Poppins"/>
                <a:ea typeface="Poppins"/>
                <a:cs typeface="Poppins"/>
                <a:sym typeface="Poppins"/>
              </a:defRPr>
            </a:lvl6pPr>
            <a:lvl7pPr lvl="6" algn="ctr" rtl="0">
              <a:spcBef>
                <a:spcPts val="1600"/>
              </a:spcBef>
              <a:spcAft>
                <a:spcPts val="0"/>
              </a:spcAft>
              <a:buSzPts val="1800"/>
              <a:buFont typeface="Poppins"/>
              <a:buNone/>
              <a:defRPr sz="1800" b="1">
                <a:latin typeface="Poppins"/>
                <a:ea typeface="Poppins"/>
                <a:cs typeface="Poppins"/>
                <a:sym typeface="Poppins"/>
              </a:defRPr>
            </a:lvl7pPr>
            <a:lvl8pPr lvl="7" algn="ctr" rtl="0">
              <a:spcBef>
                <a:spcPts val="1600"/>
              </a:spcBef>
              <a:spcAft>
                <a:spcPts val="0"/>
              </a:spcAft>
              <a:buSzPts val="1800"/>
              <a:buFont typeface="Poppins"/>
              <a:buNone/>
              <a:defRPr sz="1800" b="1">
                <a:latin typeface="Poppins"/>
                <a:ea typeface="Poppins"/>
                <a:cs typeface="Poppins"/>
                <a:sym typeface="Poppins"/>
              </a:defRPr>
            </a:lvl8pPr>
            <a:lvl9pPr lvl="8" algn="ctr" rtl="0">
              <a:spcBef>
                <a:spcPts val="1600"/>
              </a:spcBef>
              <a:spcAft>
                <a:spcPts val="1600"/>
              </a:spcAft>
              <a:buSzPts val="1800"/>
              <a:buFont typeface="Poppins"/>
              <a:buNone/>
              <a:defRPr sz="1800" b="1">
                <a:latin typeface="Poppins"/>
                <a:ea typeface="Poppins"/>
                <a:cs typeface="Poppins"/>
                <a:sym typeface="Poppins"/>
              </a:defRPr>
            </a:lvl9pPr>
          </a:lstStyle>
          <a:p>
            <a:endParaRPr/>
          </a:p>
        </p:txBody>
      </p:sp>
      <p:sp>
        <p:nvSpPr>
          <p:cNvPr id="186" name="Google Shape;186;p34"/>
          <p:cNvSpPr txBox="1">
            <a:spLocks noGrp="1"/>
          </p:cNvSpPr>
          <p:nvPr>
            <p:ph type="subTitle" idx="2"/>
          </p:nvPr>
        </p:nvSpPr>
        <p:spPr>
          <a:xfrm>
            <a:off x="2020050" y="3580715"/>
            <a:ext cx="2148900" cy="93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87" name="Google Shape;187;p34"/>
          <p:cNvSpPr txBox="1">
            <a:spLocks noGrp="1"/>
          </p:cNvSpPr>
          <p:nvPr>
            <p:ph type="subTitle" idx="3"/>
          </p:nvPr>
        </p:nvSpPr>
        <p:spPr>
          <a:xfrm>
            <a:off x="4975050" y="3054299"/>
            <a:ext cx="214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Font typeface="Poppins"/>
              <a:buNone/>
              <a:defRPr sz="2000" b="1">
                <a:solidFill>
                  <a:schemeClr val="dk1"/>
                </a:solidFill>
                <a:latin typeface="Sora"/>
                <a:ea typeface="Sora"/>
                <a:cs typeface="Sora"/>
                <a:sym typeface="Sora"/>
              </a:defRPr>
            </a:lvl1pPr>
            <a:lvl2pPr lvl="1" algn="ctr" rtl="0">
              <a:spcBef>
                <a:spcPts val="0"/>
              </a:spcBef>
              <a:spcAft>
                <a:spcPts val="0"/>
              </a:spcAft>
              <a:buSzPts val="1800"/>
              <a:buFont typeface="Poppins"/>
              <a:buNone/>
              <a:defRPr sz="1800" b="1">
                <a:latin typeface="Poppins"/>
                <a:ea typeface="Poppins"/>
                <a:cs typeface="Poppins"/>
                <a:sym typeface="Poppins"/>
              </a:defRPr>
            </a:lvl2pPr>
            <a:lvl3pPr lvl="2" algn="ctr" rtl="0">
              <a:spcBef>
                <a:spcPts val="1600"/>
              </a:spcBef>
              <a:spcAft>
                <a:spcPts val="0"/>
              </a:spcAft>
              <a:buSzPts val="1800"/>
              <a:buFont typeface="Poppins"/>
              <a:buNone/>
              <a:defRPr sz="1800" b="1">
                <a:latin typeface="Poppins"/>
                <a:ea typeface="Poppins"/>
                <a:cs typeface="Poppins"/>
                <a:sym typeface="Poppins"/>
              </a:defRPr>
            </a:lvl3pPr>
            <a:lvl4pPr lvl="3" algn="ctr" rtl="0">
              <a:spcBef>
                <a:spcPts val="1600"/>
              </a:spcBef>
              <a:spcAft>
                <a:spcPts val="0"/>
              </a:spcAft>
              <a:buSzPts val="1800"/>
              <a:buFont typeface="Poppins"/>
              <a:buNone/>
              <a:defRPr sz="1800" b="1">
                <a:latin typeface="Poppins"/>
                <a:ea typeface="Poppins"/>
                <a:cs typeface="Poppins"/>
                <a:sym typeface="Poppins"/>
              </a:defRPr>
            </a:lvl4pPr>
            <a:lvl5pPr lvl="4" algn="ctr" rtl="0">
              <a:spcBef>
                <a:spcPts val="1600"/>
              </a:spcBef>
              <a:spcAft>
                <a:spcPts val="0"/>
              </a:spcAft>
              <a:buSzPts val="1800"/>
              <a:buFont typeface="Poppins"/>
              <a:buNone/>
              <a:defRPr sz="1800" b="1">
                <a:latin typeface="Poppins"/>
                <a:ea typeface="Poppins"/>
                <a:cs typeface="Poppins"/>
                <a:sym typeface="Poppins"/>
              </a:defRPr>
            </a:lvl5pPr>
            <a:lvl6pPr lvl="5" algn="ctr" rtl="0">
              <a:spcBef>
                <a:spcPts val="1600"/>
              </a:spcBef>
              <a:spcAft>
                <a:spcPts val="0"/>
              </a:spcAft>
              <a:buSzPts val="1800"/>
              <a:buFont typeface="Poppins"/>
              <a:buNone/>
              <a:defRPr sz="1800" b="1">
                <a:latin typeface="Poppins"/>
                <a:ea typeface="Poppins"/>
                <a:cs typeface="Poppins"/>
                <a:sym typeface="Poppins"/>
              </a:defRPr>
            </a:lvl6pPr>
            <a:lvl7pPr lvl="6" algn="ctr" rtl="0">
              <a:spcBef>
                <a:spcPts val="1600"/>
              </a:spcBef>
              <a:spcAft>
                <a:spcPts val="0"/>
              </a:spcAft>
              <a:buSzPts val="1800"/>
              <a:buFont typeface="Poppins"/>
              <a:buNone/>
              <a:defRPr sz="1800" b="1">
                <a:latin typeface="Poppins"/>
                <a:ea typeface="Poppins"/>
                <a:cs typeface="Poppins"/>
                <a:sym typeface="Poppins"/>
              </a:defRPr>
            </a:lvl7pPr>
            <a:lvl8pPr lvl="7" algn="ctr" rtl="0">
              <a:spcBef>
                <a:spcPts val="1600"/>
              </a:spcBef>
              <a:spcAft>
                <a:spcPts val="0"/>
              </a:spcAft>
              <a:buSzPts val="1800"/>
              <a:buFont typeface="Poppins"/>
              <a:buNone/>
              <a:defRPr sz="1800" b="1">
                <a:latin typeface="Poppins"/>
                <a:ea typeface="Poppins"/>
                <a:cs typeface="Poppins"/>
                <a:sym typeface="Poppins"/>
              </a:defRPr>
            </a:lvl8pPr>
            <a:lvl9pPr lvl="8" algn="ctr" rtl="0">
              <a:spcBef>
                <a:spcPts val="1600"/>
              </a:spcBef>
              <a:spcAft>
                <a:spcPts val="1600"/>
              </a:spcAft>
              <a:buSzPts val="1800"/>
              <a:buFont typeface="Poppins"/>
              <a:buNone/>
              <a:defRPr sz="1800" b="1">
                <a:latin typeface="Poppins"/>
                <a:ea typeface="Poppins"/>
                <a:cs typeface="Poppins"/>
                <a:sym typeface="Poppins"/>
              </a:defRPr>
            </a:lvl9pPr>
          </a:lstStyle>
          <a:p>
            <a:endParaRPr/>
          </a:p>
        </p:txBody>
      </p:sp>
      <p:sp>
        <p:nvSpPr>
          <p:cNvPr id="188" name="Google Shape;188;p34"/>
          <p:cNvSpPr txBox="1">
            <a:spLocks noGrp="1"/>
          </p:cNvSpPr>
          <p:nvPr>
            <p:ph type="subTitle" idx="4"/>
          </p:nvPr>
        </p:nvSpPr>
        <p:spPr>
          <a:xfrm>
            <a:off x="4975050" y="3580724"/>
            <a:ext cx="2148900" cy="93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89" name="Google Shape;189;p34"/>
          <p:cNvSpPr/>
          <p:nvPr/>
        </p:nvSpPr>
        <p:spPr>
          <a:xfrm>
            <a:off x="-977400" y="304800"/>
            <a:ext cx="1608055" cy="2126429"/>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4"/>
          <p:cNvSpPr/>
          <p:nvPr/>
        </p:nvSpPr>
        <p:spPr>
          <a:xfrm>
            <a:off x="8496225" y="2717475"/>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ext 2">
  <p:cSld name="CUSTOM_8_1">
    <p:spTree>
      <p:nvGrpSpPr>
        <p:cNvPr id="1" name="Shape 191"/>
        <p:cNvGrpSpPr/>
        <p:nvPr/>
      </p:nvGrpSpPr>
      <p:grpSpPr>
        <a:xfrm>
          <a:off x="0" y="0"/>
          <a:ext cx="0" cy="0"/>
          <a:chOff x="0" y="0"/>
          <a:chExt cx="0" cy="0"/>
        </a:xfrm>
      </p:grpSpPr>
      <p:sp>
        <p:nvSpPr>
          <p:cNvPr id="192" name="Google Shape;192;p35"/>
          <p:cNvSpPr txBox="1">
            <a:spLocks noGrp="1"/>
          </p:cNvSpPr>
          <p:nvPr>
            <p:ph type="subTitle" idx="1"/>
          </p:nvPr>
        </p:nvSpPr>
        <p:spPr>
          <a:xfrm>
            <a:off x="720000" y="2519225"/>
            <a:ext cx="3419100" cy="9591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Clr>
                <a:srgbClr val="396336"/>
              </a:buClr>
              <a:buSzPts val="1400"/>
              <a:buFont typeface="Nunito"/>
              <a:buChar char="●"/>
              <a:defRPr/>
            </a:lvl1pPr>
            <a:lvl2pPr lvl="1" algn="ctr" rtl="0">
              <a:lnSpc>
                <a:spcPct val="100000"/>
              </a:lnSpc>
              <a:spcBef>
                <a:spcPts val="0"/>
              </a:spcBef>
              <a:spcAft>
                <a:spcPts val="0"/>
              </a:spcAft>
              <a:buClr>
                <a:srgbClr val="396336"/>
              </a:buClr>
              <a:buSzPts val="1400"/>
              <a:buFont typeface="Nunito"/>
              <a:buChar char="○"/>
              <a:defRPr/>
            </a:lvl2pPr>
            <a:lvl3pPr lvl="2" algn="ctr" rtl="0">
              <a:lnSpc>
                <a:spcPct val="100000"/>
              </a:lnSpc>
              <a:spcBef>
                <a:spcPts val="1600"/>
              </a:spcBef>
              <a:spcAft>
                <a:spcPts val="0"/>
              </a:spcAft>
              <a:buClr>
                <a:srgbClr val="396336"/>
              </a:buClr>
              <a:buSzPts val="1400"/>
              <a:buFont typeface="Nunito"/>
              <a:buChar char="■"/>
              <a:defRPr/>
            </a:lvl3pPr>
            <a:lvl4pPr lvl="3" algn="ctr" rtl="0">
              <a:lnSpc>
                <a:spcPct val="100000"/>
              </a:lnSpc>
              <a:spcBef>
                <a:spcPts val="1600"/>
              </a:spcBef>
              <a:spcAft>
                <a:spcPts val="0"/>
              </a:spcAft>
              <a:buClr>
                <a:srgbClr val="396336"/>
              </a:buClr>
              <a:buSzPts val="1400"/>
              <a:buFont typeface="Nunito"/>
              <a:buChar char="●"/>
              <a:defRPr/>
            </a:lvl4pPr>
            <a:lvl5pPr lvl="4" algn="ctr" rtl="0">
              <a:lnSpc>
                <a:spcPct val="100000"/>
              </a:lnSpc>
              <a:spcBef>
                <a:spcPts val="1600"/>
              </a:spcBef>
              <a:spcAft>
                <a:spcPts val="0"/>
              </a:spcAft>
              <a:buClr>
                <a:srgbClr val="396336"/>
              </a:buClr>
              <a:buSzPts val="1400"/>
              <a:buFont typeface="Nunito"/>
              <a:buChar char="○"/>
              <a:defRPr/>
            </a:lvl5pPr>
            <a:lvl6pPr lvl="5" algn="ctr" rtl="0">
              <a:lnSpc>
                <a:spcPct val="100000"/>
              </a:lnSpc>
              <a:spcBef>
                <a:spcPts val="1600"/>
              </a:spcBef>
              <a:spcAft>
                <a:spcPts val="0"/>
              </a:spcAft>
              <a:buClr>
                <a:srgbClr val="396336"/>
              </a:buClr>
              <a:buSzPts val="1400"/>
              <a:buFont typeface="Nunito"/>
              <a:buChar char="■"/>
              <a:defRPr/>
            </a:lvl6pPr>
            <a:lvl7pPr lvl="6" algn="ctr" rtl="0">
              <a:lnSpc>
                <a:spcPct val="100000"/>
              </a:lnSpc>
              <a:spcBef>
                <a:spcPts val="1600"/>
              </a:spcBef>
              <a:spcAft>
                <a:spcPts val="0"/>
              </a:spcAft>
              <a:buClr>
                <a:srgbClr val="396336"/>
              </a:buClr>
              <a:buSzPts val="1400"/>
              <a:buFont typeface="Nunito"/>
              <a:buChar char="●"/>
              <a:defRPr/>
            </a:lvl7pPr>
            <a:lvl8pPr lvl="7" algn="ctr" rtl="0">
              <a:lnSpc>
                <a:spcPct val="100000"/>
              </a:lnSpc>
              <a:spcBef>
                <a:spcPts val="1600"/>
              </a:spcBef>
              <a:spcAft>
                <a:spcPts val="0"/>
              </a:spcAft>
              <a:buClr>
                <a:srgbClr val="396336"/>
              </a:buClr>
              <a:buSzPts val="1400"/>
              <a:buFont typeface="Nunito"/>
              <a:buChar char="○"/>
              <a:defRPr/>
            </a:lvl8pPr>
            <a:lvl9pPr lvl="8" algn="ctr" rtl="0">
              <a:lnSpc>
                <a:spcPct val="100000"/>
              </a:lnSpc>
              <a:spcBef>
                <a:spcPts val="1600"/>
              </a:spcBef>
              <a:spcAft>
                <a:spcPts val="1600"/>
              </a:spcAft>
              <a:buClr>
                <a:srgbClr val="396336"/>
              </a:buClr>
              <a:buSzPts val="1400"/>
              <a:buFont typeface="Nunito"/>
              <a:buChar char="■"/>
              <a:defRPr/>
            </a:lvl9pPr>
          </a:lstStyle>
          <a:p>
            <a:endParaRPr/>
          </a:p>
        </p:txBody>
      </p:sp>
      <p:sp>
        <p:nvSpPr>
          <p:cNvPr id="193" name="Google Shape;193;p35"/>
          <p:cNvSpPr txBox="1">
            <a:spLocks noGrp="1"/>
          </p:cNvSpPr>
          <p:nvPr>
            <p:ph type="title"/>
          </p:nvPr>
        </p:nvSpPr>
        <p:spPr>
          <a:xfrm>
            <a:off x="719988" y="1670018"/>
            <a:ext cx="29562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4" name="Google Shape;194;p35"/>
          <p:cNvSpPr/>
          <p:nvPr/>
        </p:nvSpPr>
        <p:spPr>
          <a:xfrm>
            <a:off x="198502" y="-15196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5"/>
          <p:cNvSpPr/>
          <p:nvPr/>
        </p:nvSpPr>
        <p:spPr>
          <a:xfrm>
            <a:off x="7116803" y="456394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Numbers and text">
  <p:cSld name="CUSTOM_11_1_2">
    <p:spTree>
      <p:nvGrpSpPr>
        <p:cNvPr id="1" name="Shape 196"/>
        <p:cNvGrpSpPr/>
        <p:nvPr/>
      </p:nvGrpSpPr>
      <p:grpSpPr>
        <a:xfrm>
          <a:off x="0" y="0"/>
          <a:ext cx="0" cy="0"/>
          <a:chOff x="0" y="0"/>
          <a:chExt cx="0" cy="0"/>
        </a:xfrm>
      </p:grpSpPr>
      <p:sp>
        <p:nvSpPr>
          <p:cNvPr id="197" name="Google Shape;197;p36"/>
          <p:cNvSpPr txBox="1">
            <a:spLocks noGrp="1"/>
          </p:cNvSpPr>
          <p:nvPr>
            <p:ph type="subTitle" idx="1"/>
          </p:nvPr>
        </p:nvSpPr>
        <p:spPr>
          <a:xfrm>
            <a:off x="1774350" y="1624138"/>
            <a:ext cx="5595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98" name="Google Shape;198;p36"/>
          <p:cNvSpPr txBox="1">
            <a:spLocks noGrp="1"/>
          </p:cNvSpPr>
          <p:nvPr>
            <p:ph type="subTitle" idx="2"/>
          </p:nvPr>
        </p:nvSpPr>
        <p:spPr>
          <a:xfrm>
            <a:off x="1774350" y="2835563"/>
            <a:ext cx="5595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99" name="Google Shape;199;p36"/>
          <p:cNvSpPr txBox="1">
            <a:spLocks noGrp="1"/>
          </p:cNvSpPr>
          <p:nvPr>
            <p:ph type="subTitle" idx="3"/>
          </p:nvPr>
        </p:nvSpPr>
        <p:spPr>
          <a:xfrm>
            <a:off x="1774350" y="4046988"/>
            <a:ext cx="5595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200" name="Google Shape;200;p36"/>
          <p:cNvSpPr txBox="1">
            <a:spLocks noGrp="1"/>
          </p:cNvSpPr>
          <p:nvPr>
            <p:ph type="title" hasCustomPrompt="1"/>
          </p:nvPr>
        </p:nvSpPr>
        <p:spPr>
          <a:xfrm>
            <a:off x="984750" y="820213"/>
            <a:ext cx="7174500" cy="749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01" name="Google Shape;201;p36"/>
          <p:cNvSpPr txBox="1">
            <a:spLocks noGrp="1"/>
          </p:cNvSpPr>
          <p:nvPr>
            <p:ph type="title" idx="4" hasCustomPrompt="1"/>
          </p:nvPr>
        </p:nvSpPr>
        <p:spPr>
          <a:xfrm>
            <a:off x="984750" y="2031556"/>
            <a:ext cx="7174500" cy="749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02" name="Google Shape;202;p36"/>
          <p:cNvSpPr txBox="1">
            <a:spLocks noGrp="1"/>
          </p:cNvSpPr>
          <p:nvPr>
            <p:ph type="title" idx="5" hasCustomPrompt="1"/>
          </p:nvPr>
        </p:nvSpPr>
        <p:spPr>
          <a:xfrm>
            <a:off x="984750" y="3242900"/>
            <a:ext cx="7174500" cy="749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cxnSp>
        <p:nvCxnSpPr>
          <p:cNvPr id="203" name="Google Shape;203;p36"/>
          <p:cNvCxnSpPr/>
          <p:nvPr/>
        </p:nvCxnSpPr>
        <p:spPr>
          <a:xfrm>
            <a:off x="2572500" y="4748213"/>
            <a:ext cx="3999000" cy="0"/>
          </a:xfrm>
          <a:prstGeom prst="straightConnector1">
            <a:avLst/>
          </a:prstGeom>
          <a:noFill/>
          <a:ln w="19050" cap="flat" cmpd="sng">
            <a:solidFill>
              <a:schemeClr val="accent1"/>
            </a:solidFill>
            <a:prstDash val="solid"/>
            <a:round/>
            <a:headEnd type="none" w="med" len="med"/>
            <a:tailEnd type="none" w="med" len="med"/>
          </a:ln>
        </p:spPr>
      </p:cxnSp>
      <p:sp>
        <p:nvSpPr>
          <p:cNvPr id="204" name="Google Shape;204;p36"/>
          <p:cNvSpPr/>
          <p:nvPr/>
        </p:nvSpPr>
        <p:spPr>
          <a:xfrm>
            <a:off x="-587965" y="-134292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5" name="Google Shape;205;p36"/>
          <p:cNvCxnSpPr/>
          <p:nvPr/>
        </p:nvCxnSpPr>
        <p:spPr>
          <a:xfrm>
            <a:off x="2572500" y="374619"/>
            <a:ext cx="3999000" cy="0"/>
          </a:xfrm>
          <a:prstGeom prst="straightConnector1">
            <a:avLst/>
          </a:prstGeom>
          <a:noFill/>
          <a:ln w="19050" cap="flat" cmpd="sng">
            <a:solidFill>
              <a:schemeClr val="accent1"/>
            </a:solidFill>
            <a:prstDash val="solid"/>
            <a:round/>
            <a:headEnd type="none" w="med" len="med"/>
            <a:tailEnd type="none" w="med" len="med"/>
          </a:ln>
        </p:spPr>
      </p:cxnSp>
      <p:sp>
        <p:nvSpPr>
          <p:cNvPr id="206" name="Google Shape;206;p36"/>
          <p:cNvSpPr/>
          <p:nvPr/>
        </p:nvSpPr>
        <p:spPr>
          <a:xfrm>
            <a:off x="7811815" y="41710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hanks">
  <p:cSld name="CUSTOM_31">
    <p:spTree>
      <p:nvGrpSpPr>
        <p:cNvPr id="1" name="Shape 207"/>
        <p:cNvGrpSpPr/>
        <p:nvPr/>
      </p:nvGrpSpPr>
      <p:grpSpPr>
        <a:xfrm>
          <a:off x="0" y="0"/>
          <a:ext cx="0" cy="0"/>
          <a:chOff x="0" y="0"/>
          <a:chExt cx="0" cy="0"/>
        </a:xfrm>
      </p:grpSpPr>
      <p:sp>
        <p:nvSpPr>
          <p:cNvPr id="208" name="Google Shape;208;p37"/>
          <p:cNvSpPr txBox="1">
            <a:spLocks noGrp="1"/>
          </p:cNvSpPr>
          <p:nvPr>
            <p:ph type="title"/>
          </p:nvPr>
        </p:nvSpPr>
        <p:spPr>
          <a:xfrm>
            <a:off x="1797696" y="840599"/>
            <a:ext cx="5548500" cy="903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4800">
                <a:solidFill>
                  <a:schemeClr val="dk1"/>
                </a:solidFill>
              </a:defRPr>
            </a:lvl1pPr>
            <a:lvl2pPr lvl="1" rtl="0">
              <a:spcBef>
                <a:spcPts val="0"/>
              </a:spcBef>
              <a:spcAft>
                <a:spcPts val="0"/>
              </a:spcAft>
              <a:buSzPts val="2800"/>
              <a:buNone/>
              <a:defRPr>
                <a:latin typeface="Nunito"/>
                <a:ea typeface="Nunito"/>
                <a:cs typeface="Nunito"/>
                <a:sym typeface="Nunito"/>
              </a:defRPr>
            </a:lvl2pPr>
            <a:lvl3pPr lvl="2" rtl="0">
              <a:spcBef>
                <a:spcPts val="0"/>
              </a:spcBef>
              <a:spcAft>
                <a:spcPts val="0"/>
              </a:spcAft>
              <a:buSzPts val="2800"/>
              <a:buNone/>
              <a:defRPr>
                <a:latin typeface="Nunito"/>
                <a:ea typeface="Nunito"/>
                <a:cs typeface="Nunito"/>
                <a:sym typeface="Nunito"/>
              </a:defRPr>
            </a:lvl3pPr>
            <a:lvl4pPr lvl="3" rtl="0">
              <a:spcBef>
                <a:spcPts val="0"/>
              </a:spcBef>
              <a:spcAft>
                <a:spcPts val="0"/>
              </a:spcAft>
              <a:buSzPts val="2800"/>
              <a:buNone/>
              <a:defRPr>
                <a:latin typeface="Nunito"/>
                <a:ea typeface="Nunito"/>
                <a:cs typeface="Nunito"/>
                <a:sym typeface="Nunito"/>
              </a:defRPr>
            </a:lvl4pPr>
            <a:lvl5pPr lvl="4" rtl="0">
              <a:spcBef>
                <a:spcPts val="0"/>
              </a:spcBef>
              <a:spcAft>
                <a:spcPts val="0"/>
              </a:spcAft>
              <a:buSzPts val="2800"/>
              <a:buNone/>
              <a:defRPr>
                <a:latin typeface="Nunito"/>
                <a:ea typeface="Nunito"/>
                <a:cs typeface="Nunito"/>
                <a:sym typeface="Nunito"/>
              </a:defRPr>
            </a:lvl5pPr>
            <a:lvl6pPr lvl="5" rtl="0">
              <a:spcBef>
                <a:spcPts val="0"/>
              </a:spcBef>
              <a:spcAft>
                <a:spcPts val="0"/>
              </a:spcAft>
              <a:buSzPts val="2800"/>
              <a:buNone/>
              <a:defRPr>
                <a:latin typeface="Nunito"/>
                <a:ea typeface="Nunito"/>
                <a:cs typeface="Nunito"/>
                <a:sym typeface="Nunito"/>
              </a:defRPr>
            </a:lvl6pPr>
            <a:lvl7pPr lvl="6" rtl="0">
              <a:spcBef>
                <a:spcPts val="0"/>
              </a:spcBef>
              <a:spcAft>
                <a:spcPts val="0"/>
              </a:spcAft>
              <a:buSzPts val="2800"/>
              <a:buNone/>
              <a:defRPr>
                <a:latin typeface="Nunito"/>
                <a:ea typeface="Nunito"/>
                <a:cs typeface="Nunito"/>
                <a:sym typeface="Nunito"/>
              </a:defRPr>
            </a:lvl7pPr>
            <a:lvl8pPr lvl="7" rtl="0">
              <a:spcBef>
                <a:spcPts val="0"/>
              </a:spcBef>
              <a:spcAft>
                <a:spcPts val="0"/>
              </a:spcAft>
              <a:buSzPts val="2800"/>
              <a:buNone/>
              <a:defRPr>
                <a:latin typeface="Nunito"/>
                <a:ea typeface="Nunito"/>
                <a:cs typeface="Nunito"/>
                <a:sym typeface="Nunito"/>
              </a:defRPr>
            </a:lvl8pPr>
            <a:lvl9pPr lvl="8" rtl="0">
              <a:spcBef>
                <a:spcPts val="0"/>
              </a:spcBef>
              <a:spcAft>
                <a:spcPts val="0"/>
              </a:spcAft>
              <a:buSzPts val="2800"/>
              <a:buNone/>
              <a:defRPr>
                <a:latin typeface="Nunito"/>
                <a:ea typeface="Nunito"/>
                <a:cs typeface="Nunito"/>
                <a:sym typeface="Nunito"/>
              </a:defRPr>
            </a:lvl9pPr>
          </a:lstStyle>
          <a:p>
            <a:endParaRPr/>
          </a:p>
        </p:txBody>
      </p:sp>
      <p:sp>
        <p:nvSpPr>
          <p:cNvPr id="209" name="Google Shape;209;p37"/>
          <p:cNvSpPr txBox="1"/>
          <p:nvPr/>
        </p:nvSpPr>
        <p:spPr>
          <a:xfrm>
            <a:off x="1684975" y="3508775"/>
            <a:ext cx="5774100" cy="49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chemeClr val="dk1"/>
                </a:solidFill>
                <a:latin typeface="Exo"/>
                <a:ea typeface="Exo"/>
                <a:cs typeface="Exo"/>
                <a:sym typeface="Exo"/>
              </a:rPr>
              <a:t>CREDITS: This presentation template was created by </a:t>
            </a:r>
            <a:r>
              <a:rPr lang="en" sz="1100" b="1" u="sng">
                <a:solidFill>
                  <a:schemeClr val="dk1"/>
                </a:solidFill>
                <a:latin typeface="Exo"/>
                <a:ea typeface="Exo"/>
                <a:cs typeface="Exo"/>
                <a:sym typeface="Exo"/>
                <a:hlinkClick r:id="rId2">
                  <a:extLst>
                    <a:ext uri="{A12FA001-AC4F-418D-AE19-62706E023703}">
                      <ahyp:hlinkClr xmlns:ahyp="http://schemas.microsoft.com/office/drawing/2018/hyperlinkcolor" val="tx"/>
                    </a:ext>
                  </a:extLst>
                </a:hlinkClick>
              </a:rPr>
              <a:t>Slidesgo</a:t>
            </a:r>
            <a:r>
              <a:rPr lang="en" sz="1100">
                <a:solidFill>
                  <a:schemeClr val="dk1"/>
                </a:solidFill>
                <a:latin typeface="Exo"/>
                <a:ea typeface="Exo"/>
                <a:cs typeface="Exo"/>
                <a:sym typeface="Exo"/>
              </a:rPr>
              <a:t>, including icons by </a:t>
            </a:r>
            <a:r>
              <a:rPr lang="en" sz="1100" b="1" u="sng">
                <a:solidFill>
                  <a:schemeClr val="dk1"/>
                </a:solidFill>
                <a:latin typeface="Exo"/>
                <a:ea typeface="Exo"/>
                <a:cs typeface="Exo"/>
                <a:sym typeface="Exo"/>
                <a:hlinkClick r:id="rId3">
                  <a:extLst>
                    <a:ext uri="{A12FA001-AC4F-418D-AE19-62706E023703}">
                      <ahyp:hlinkClr xmlns:ahyp="http://schemas.microsoft.com/office/drawing/2018/hyperlinkcolor" val="tx"/>
                    </a:ext>
                  </a:extLst>
                </a:hlinkClick>
              </a:rPr>
              <a:t>Flaticon</a:t>
            </a:r>
            <a:r>
              <a:rPr lang="en" sz="1100">
                <a:solidFill>
                  <a:schemeClr val="dk1"/>
                </a:solidFill>
                <a:latin typeface="Exo"/>
                <a:ea typeface="Exo"/>
                <a:cs typeface="Exo"/>
                <a:sym typeface="Exo"/>
              </a:rPr>
              <a:t>, infographics &amp; images by </a:t>
            </a:r>
            <a:r>
              <a:rPr lang="en" sz="1100" b="1" u="sng">
                <a:solidFill>
                  <a:schemeClr val="dk1"/>
                </a:solidFill>
                <a:latin typeface="Exo"/>
                <a:ea typeface="Exo"/>
                <a:cs typeface="Exo"/>
                <a:sym typeface="Exo"/>
                <a:hlinkClick r:id="rId4">
                  <a:extLst>
                    <a:ext uri="{A12FA001-AC4F-418D-AE19-62706E023703}">
                      <ahyp:hlinkClr xmlns:ahyp="http://schemas.microsoft.com/office/drawing/2018/hyperlinkcolor" val="tx"/>
                    </a:ext>
                  </a:extLst>
                </a:hlinkClick>
              </a:rPr>
              <a:t>Freepik</a:t>
            </a:r>
            <a:r>
              <a:rPr lang="en" sz="1100">
                <a:solidFill>
                  <a:schemeClr val="dk1"/>
                </a:solidFill>
                <a:latin typeface="Exo"/>
                <a:ea typeface="Exo"/>
                <a:cs typeface="Exo"/>
                <a:sym typeface="Exo"/>
              </a:rPr>
              <a:t> and illustrations by </a:t>
            </a:r>
            <a:r>
              <a:rPr lang="en" sz="1100" b="1" u="sng">
                <a:solidFill>
                  <a:schemeClr val="dk1"/>
                </a:solidFill>
                <a:latin typeface="Exo"/>
                <a:ea typeface="Exo"/>
                <a:cs typeface="Exo"/>
                <a:sym typeface="Exo"/>
                <a:hlinkClick r:id="rId5">
                  <a:extLst>
                    <a:ext uri="{A12FA001-AC4F-418D-AE19-62706E023703}">
                      <ahyp:hlinkClr xmlns:ahyp="http://schemas.microsoft.com/office/drawing/2018/hyperlinkcolor" val="tx"/>
                    </a:ext>
                  </a:extLst>
                </a:hlinkClick>
              </a:rPr>
              <a:t>Storyset</a:t>
            </a:r>
            <a:endParaRPr sz="1100" b="1" u="sng">
              <a:solidFill>
                <a:schemeClr val="dk1"/>
              </a:solidFill>
              <a:latin typeface="Exo"/>
              <a:ea typeface="Exo"/>
              <a:cs typeface="Exo"/>
              <a:sym typeface="Exo"/>
            </a:endParaRPr>
          </a:p>
        </p:txBody>
      </p:sp>
      <p:sp>
        <p:nvSpPr>
          <p:cNvPr id="210" name="Google Shape;210;p37"/>
          <p:cNvSpPr txBox="1">
            <a:spLocks noGrp="1"/>
          </p:cNvSpPr>
          <p:nvPr>
            <p:ph type="subTitle" idx="1"/>
          </p:nvPr>
        </p:nvSpPr>
        <p:spPr>
          <a:xfrm>
            <a:off x="840025" y="1881475"/>
            <a:ext cx="7464000" cy="903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500"/>
            </a:lvl1pPr>
            <a:lvl2pPr lvl="1" algn="ctr" rtl="0">
              <a:spcBef>
                <a:spcPts val="160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211" name="Google Shape;211;p37"/>
          <p:cNvSpPr/>
          <p:nvPr/>
        </p:nvSpPr>
        <p:spPr>
          <a:xfrm>
            <a:off x="-1139515" y="15132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7"/>
          <p:cNvSpPr/>
          <p:nvPr/>
        </p:nvSpPr>
        <p:spPr>
          <a:xfrm>
            <a:off x="8407909" y="15132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ackground 1">
  <p:cSld name="CUSTOM_32">
    <p:spTree>
      <p:nvGrpSpPr>
        <p:cNvPr id="1" name="Shape 213"/>
        <p:cNvGrpSpPr/>
        <p:nvPr/>
      </p:nvGrpSpPr>
      <p:grpSpPr>
        <a:xfrm>
          <a:off x="0" y="0"/>
          <a:ext cx="0" cy="0"/>
          <a:chOff x="0" y="0"/>
          <a:chExt cx="0" cy="0"/>
        </a:xfrm>
      </p:grpSpPr>
      <p:sp>
        <p:nvSpPr>
          <p:cNvPr id="214" name="Google Shape;214;p38"/>
          <p:cNvSpPr/>
          <p:nvPr/>
        </p:nvSpPr>
        <p:spPr>
          <a:xfrm>
            <a:off x="-617962" y="43267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 name="Google Shape;215;p38"/>
          <p:cNvGrpSpPr/>
          <p:nvPr/>
        </p:nvGrpSpPr>
        <p:grpSpPr>
          <a:xfrm rot="10800000">
            <a:off x="2574011" y="4162663"/>
            <a:ext cx="3995951" cy="564600"/>
            <a:chOff x="1524913" y="922950"/>
            <a:chExt cx="6094175" cy="564600"/>
          </a:xfrm>
        </p:grpSpPr>
        <p:cxnSp>
          <p:nvCxnSpPr>
            <p:cNvPr id="216" name="Google Shape;216;p38"/>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217" name="Google Shape;217;p38"/>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grpSp>
        <p:nvGrpSpPr>
          <p:cNvPr id="218" name="Google Shape;218;p38"/>
          <p:cNvGrpSpPr/>
          <p:nvPr/>
        </p:nvGrpSpPr>
        <p:grpSpPr>
          <a:xfrm>
            <a:off x="2574011" y="762913"/>
            <a:ext cx="3995951" cy="564600"/>
            <a:chOff x="1524913" y="922950"/>
            <a:chExt cx="6094175" cy="564600"/>
          </a:xfrm>
        </p:grpSpPr>
        <p:cxnSp>
          <p:nvCxnSpPr>
            <p:cNvPr id="219" name="Google Shape;219;p38"/>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220" name="Google Shape;220;p38"/>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
        <p:nvSpPr>
          <p:cNvPr id="221" name="Google Shape;221;p38"/>
          <p:cNvSpPr/>
          <p:nvPr/>
        </p:nvSpPr>
        <p:spPr>
          <a:xfrm>
            <a:off x="7988313" y="-11625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2">
  <p:cSld name="CUSTOM_32_1">
    <p:spTree>
      <p:nvGrpSpPr>
        <p:cNvPr id="1" name="Shape 222"/>
        <p:cNvGrpSpPr/>
        <p:nvPr/>
      </p:nvGrpSpPr>
      <p:grpSpPr>
        <a:xfrm>
          <a:off x="0" y="0"/>
          <a:ext cx="0" cy="0"/>
          <a:chOff x="0" y="0"/>
          <a:chExt cx="0" cy="0"/>
        </a:xfrm>
      </p:grpSpPr>
      <p:sp>
        <p:nvSpPr>
          <p:cNvPr id="223" name="Google Shape;223;p39"/>
          <p:cNvSpPr/>
          <p:nvPr/>
        </p:nvSpPr>
        <p:spPr>
          <a:xfrm>
            <a:off x="576927" y="412524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9"/>
          <p:cNvSpPr/>
          <p:nvPr/>
        </p:nvSpPr>
        <p:spPr>
          <a:xfrm>
            <a:off x="6812003" y="-1074856"/>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5" name="Google Shape;225;p39"/>
          <p:cNvCxnSpPr/>
          <p:nvPr/>
        </p:nvCxnSpPr>
        <p:spPr>
          <a:xfrm>
            <a:off x="2572500" y="4748213"/>
            <a:ext cx="3999000" cy="0"/>
          </a:xfrm>
          <a:prstGeom prst="straightConnector1">
            <a:avLst/>
          </a:prstGeom>
          <a:noFill/>
          <a:ln w="19050" cap="flat" cmpd="sng">
            <a:solidFill>
              <a:schemeClr val="accent1"/>
            </a:solidFill>
            <a:prstDash val="solid"/>
            <a:round/>
            <a:headEnd type="none" w="med" len="med"/>
            <a:tailEnd type="none" w="med" len="med"/>
          </a:ln>
        </p:spPr>
      </p:cxnSp>
      <p:cxnSp>
        <p:nvCxnSpPr>
          <p:cNvPr id="226" name="Google Shape;226;p39"/>
          <p:cNvCxnSpPr/>
          <p:nvPr/>
        </p:nvCxnSpPr>
        <p:spPr>
          <a:xfrm>
            <a:off x="2572500" y="374619"/>
            <a:ext cx="3999000" cy="0"/>
          </a:xfrm>
          <a:prstGeom prst="straightConnector1">
            <a:avLst/>
          </a:prstGeom>
          <a:noFill/>
          <a:ln w="19050" cap="flat" cmpd="sng">
            <a:solidFill>
              <a:schemeClr val="accent1"/>
            </a:solidFill>
            <a:prstDash val="solid"/>
            <a:round/>
            <a:headEnd type="none" w="med" len="med"/>
            <a:tailEnd type="none" w="med" len="med"/>
          </a:ln>
        </p:spPr>
      </p:cxn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3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1pPr>
            <a:lvl2pPr lvl="1"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2pPr>
            <a:lvl3pPr lvl="2"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3pPr>
            <a:lvl4pPr lvl="3"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4pPr>
            <a:lvl5pPr lvl="4"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5pPr>
            <a:lvl6pPr lvl="5"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6pPr>
            <a:lvl7pPr lvl="6"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7pPr>
            <a:lvl8pPr lvl="7"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8pPr>
            <a:lvl9pPr lvl="8" rtl="0">
              <a:spcBef>
                <a:spcPts val="0"/>
              </a:spcBef>
              <a:spcAft>
                <a:spcPts val="0"/>
              </a:spcAft>
              <a:buClr>
                <a:schemeClr val="dk1"/>
              </a:buClr>
              <a:buSzPts val="2800"/>
              <a:buFont typeface="Sora"/>
              <a:buNone/>
              <a:defRPr sz="2800" b="1">
                <a:solidFill>
                  <a:schemeClr val="dk1"/>
                </a:solidFill>
                <a:latin typeface="Sora"/>
                <a:ea typeface="Sora"/>
                <a:cs typeface="Sora"/>
                <a:sym typeface="Sora"/>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Exo"/>
              <a:buChar char="●"/>
              <a:defRPr>
                <a:solidFill>
                  <a:schemeClr val="dk1"/>
                </a:solidFill>
                <a:latin typeface="Exo"/>
                <a:ea typeface="Exo"/>
                <a:cs typeface="Exo"/>
                <a:sym typeface="Exo"/>
              </a:defRPr>
            </a:lvl1pPr>
            <a:lvl2pPr marL="914400" lvl="1"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2pPr>
            <a:lvl3pPr marL="1371600" lvl="2"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3pPr>
            <a:lvl4pPr marL="1828800" lvl="3"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4pPr>
            <a:lvl5pPr marL="2286000" lvl="4"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5pPr>
            <a:lvl6pPr marL="2743200" lvl="5"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6pPr>
            <a:lvl7pPr marL="3200400" lvl="6"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7pPr>
            <a:lvl8pPr marL="3657600" lvl="7" indent="-317500">
              <a:lnSpc>
                <a:spcPct val="100000"/>
              </a:lnSpc>
              <a:spcBef>
                <a:spcPts val="1600"/>
              </a:spcBef>
              <a:spcAft>
                <a:spcPts val="0"/>
              </a:spcAft>
              <a:buClr>
                <a:schemeClr val="dk1"/>
              </a:buClr>
              <a:buSzPts val="1400"/>
              <a:buFont typeface="Exo"/>
              <a:buChar char="○"/>
              <a:defRPr>
                <a:solidFill>
                  <a:schemeClr val="dk1"/>
                </a:solidFill>
                <a:latin typeface="Exo"/>
                <a:ea typeface="Exo"/>
                <a:cs typeface="Exo"/>
                <a:sym typeface="Exo"/>
              </a:defRPr>
            </a:lvl8pPr>
            <a:lvl9pPr marL="4114800" lvl="8" indent="-317500">
              <a:lnSpc>
                <a:spcPct val="100000"/>
              </a:lnSpc>
              <a:spcBef>
                <a:spcPts val="1600"/>
              </a:spcBef>
              <a:spcAft>
                <a:spcPts val="1600"/>
              </a:spcAft>
              <a:buClr>
                <a:schemeClr val="dk1"/>
              </a:buClr>
              <a:buSzPts val="1400"/>
              <a:buFont typeface="Exo"/>
              <a:buChar char="■"/>
              <a:defRPr>
                <a:solidFill>
                  <a:schemeClr val="dk1"/>
                </a:solidFill>
                <a:latin typeface="Exo"/>
                <a:ea typeface="Exo"/>
                <a:cs typeface="Exo"/>
                <a:sym typeface="Ex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27"/>
        <p:cNvGrpSpPr/>
        <p:nvPr/>
      </p:nvGrpSpPr>
      <p:grpSpPr>
        <a:xfrm>
          <a:off x="0" y="0"/>
          <a:ext cx="0" cy="0"/>
          <a:chOff x="0" y="0"/>
          <a:chExt cx="0" cy="0"/>
        </a:xfrm>
      </p:grpSpPr>
      <p:sp>
        <p:nvSpPr>
          <p:cNvPr id="228" name="Google Shape;228;p40"/>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29" name="Google Shape;229;p40"/>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6"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gi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1.xml"/></Relationships>
</file>

<file path=ppt/slides/_rels/slide9.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8.gif"/><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3" Type="http://schemas.openxmlformats.org/officeDocument/2006/relationships/hyperlink" Target="https://docs.google.com/spreadsheets/d/1D-9xVpGt8J7Pn-0wmZNx6OauTaVnsNmOkmyMJhzpsEA/copy" TargetMode="External"/><Relationship Id="rId2" Type="http://schemas.openxmlformats.org/officeDocument/2006/relationships/notesSlide" Target="../notesSlides/notesSlide17.xml"/><Relationship Id="rId1" Type="http://schemas.openxmlformats.org/officeDocument/2006/relationships/slideLayout" Target="../slideLayouts/slideLayout19.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1.xml.rels><?xml version="1.0" encoding="UTF-8" standalone="yes"?>
<Relationships xmlns="http://schemas.openxmlformats.org/package/2006/relationships"><Relationship Id="rId3" Type="http://schemas.openxmlformats.org/officeDocument/2006/relationships/image" Target="../media/image10.gif"/><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2.xml"/><Relationship Id="rId1" Type="http://schemas.openxmlformats.org/officeDocument/2006/relationships/slideLayout" Target="../slideLayouts/slideLayout2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7.xml"/></Relationships>
</file>

<file path=ppt/slides/_rels/slide26.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3" Type="http://schemas.openxmlformats.org/officeDocument/2006/relationships/image" Target="../media/image8.gif"/><Relationship Id="rId2" Type="http://schemas.openxmlformats.org/officeDocument/2006/relationships/notesSlide" Target="../notesSlides/notesSlide27.xml"/><Relationship Id="rId1" Type="http://schemas.openxmlformats.org/officeDocument/2006/relationships/slideLayout" Target="../slideLayouts/slideLayout3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notesSlide" Target="../notesSlides/notesSlide29.xml"/><Relationship Id="rId1" Type="http://schemas.openxmlformats.org/officeDocument/2006/relationships/slideLayout" Target="../slideLayouts/slideLayout2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4.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3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35.xml"/><Relationship Id="rId1" Type="http://schemas.openxmlformats.org/officeDocument/2006/relationships/slideLayout" Target="../slideLayouts/slideLayout33.xml"/><Relationship Id="rId5" Type="http://schemas.openxmlformats.org/officeDocument/2006/relationships/image" Target="../media/image16.jpg"/><Relationship Id="rId4" Type="http://schemas.openxmlformats.org/officeDocument/2006/relationships/image" Target="../media/image15.jpg"/></Relationships>
</file>

<file path=ppt/slides/_rels/slide36.xml.rels><?xml version="1.0" encoding="UTF-8" standalone="yes"?>
<Relationships xmlns="http://schemas.openxmlformats.org/package/2006/relationships"><Relationship Id="rId3" Type="http://schemas.openxmlformats.org/officeDocument/2006/relationships/hyperlink" Target="mailto:addyouremail@freepik.com" TargetMode="External"/><Relationship Id="rId2" Type="http://schemas.openxmlformats.org/officeDocument/2006/relationships/notesSlide" Target="../notesSlides/notesSlide36.xml"/><Relationship Id="rId1" Type="http://schemas.openxmlformats.org/officeDocument/2006/relationships/slideLayout" Target="../slideLayouts/slideLayout35.xml"/></Relationships>
</file>

<file path=ppt/slides/_rels/slide37.xml.rels><?xml version="1.0" encoding="UTF-8" standalone="yes"?>
<Relationships xmlns="http://schemas.openxmlformats.org/package/2006/relationships"><Relationship Id="rId3"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37.xml"/><Relationship Id="rId1" Type="http://schemas.openxmlformats.org/officeDocument/2006/relationships/slideLayout" Target="../slideLayouts/slideLayout29.xml"/></Relationships>
</file>

<file path=ppt/slides/_rels/slide38.xml.rels><?xml version="1.0" encoding="UTF-8" standalone="yes"?>
<Relationships xmlns="http://schemas.openxmlformats.org/package/2006/relationships"><Relationship Id="rId8" Type="http://schemas.openxmlformats.org/officeDocument/2006/relationships/hyperlink" Target="https://storyset.com/illustration/doctor/pana/?utm_source=slidesgo_template&amp;utm_medium=referral-link&amp;utm_campaign=sg_resources&amp;utm_content=storyset#252e47" TargetMode="External"/><Relationship Id="rId13" Type="http://schemas.openxmlformats.org/officeDocument/2006/relationships/hyperlink" Target="https://storyset.com/illustration/ffp2-face-mask/pana/?utm_source=slidesgo_template&amp;utm_medium=referral-link&amp;utm_campaign=sg_resources&amp;utm_content=storyset#252e47" TargetMode="External"/><Relationship Id="rId3" Type="http://schemas.openxmlformats.org/officeDocument/2006/relationships/hyperlink" Target="https://www.freepik.com/free-photo/crop-ethnic-medic-measuring-pressure_1925549.htm/?utm_source=slidesgo_template&amp;utm_medium=referral-link&amp;utm_campaign=sg_resources&amp;utm_content=freepik" TargetMode="External"/><Relationship Id="rId7" Type="http://schemas.openxmlformats.org/officeDocument/2006/relationships/hyperlink" Target="https://www.freepik.com/free-photo/front-view-doctor-working-clinic_39571815.htm/?utm_source=slidesgo_template&amp;utm_medium=referral-link&amp;utm_campaign=sg_resources&amp;utm_content=freepik" TargetMode="External"/><Relationship Id="rId12" Type="http://schemas.openxmlformats.org/officeDocument/2006/relationships/hyperlink" Target="https://storyset.com/illustration/blood-donation/pana/?utm_source=slidesgo_template&amp;utm_medium=referral-link&amp;utm_campaign=sg_resources&amp;utm_content=storyset#252e47" TargetMode="External"/><Relationship Id="rId2" Type="http://schemas.openxmlformats.org/officeDocument/2006/relationships/notesSlide" Target="../notesSlides/notesSlide38.xml"/><Relationship Id="rId1" Type="http://schemas.openxmlformats.org/officeDocument/2006/relationships/slideLayout" Target="../slideLayouts/slideLayout4.xml"/><Relationship Id="rId6" Type="http://schemas.openxmlformats.org/officeDocument/2006/relationships/hyperlink" Target="https://www.freepik.com/free-photo/side-view-doctor-checking-patient_39571452.htm/?utm_source=slidesgo_template&amp;utm_medium=referral-link&amp;utm_campaign=sg_resources&amp;utm_content=freepik" TargetMode="External"/><Relationship Id="rId11" Type="http://schemas.openxmlformats.org/officeDocument/2006/relationships/hyperlink" Target="https://storyset.com/illustration/health-professional-team/pana?utm_source=slidesgo_template&amp;utm_medium=referral-link&amp;utm_campaign=sg_resources&amp;utm_content=storyset#252e47" TargetMode="External"/><Relationship Id="rId5" Type="http://schemas.openxmlformats.org/officeDocument/2006/relationships/hyperlink" Target="https://www.freepik.com/free-photo/side-view-doctor-talking-patient_33417224.htm/?utm_source=slidesgo_template&amp;utm_medium=referral-link&amp;utm_campaign=sg_resources&amp;utm_content=freepik" TargetMode="Externa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0" Type="http://schemas.openxmlformats.org/officeDocument/2006/relationships/hyperlink" Target="https://storyset.com/illustration/world-health-day/pana/?utm_source=slidesgo_template&amp;utm_medium=referral-link&amp;utm_campaign=sg_resources&amp;utm_content=storyset#252e47" TargetMode="External"/><Relationship Id="rId4" Type="http://schemas.openxmlformats.org/officeDocument/2006/relationships/hyperlink" Target="https://www.freepik.com/free-photo/medium-shot-doctor-talking-patient_33752797.htm/?utm_source=slidesgo_template&amp;utm_medium=referral-link&amp;utm_campaign=sg_resources&amp;utm_content=freepik" TargetMode="External"/><Relationship Id="rId9" Type="http://schemas.openxmlformats.org/officeDocument/2006/relationships/hyperlink" Target="https://storyset.com/illustration/medicine/pana/?utm_source=slidesgo_template&amp;utm_medium=referral-link&amp;utm_campaign=sg_resources&amp;utm_content=storyset#252e47" TargetMode="External"/><Relationship Id="rId14" Type="http://schemas.openxmlformats.org/officeDocument/2006/relationships/hyperlink" Target="https://storyset.com/illustration/vaccine-phases/pana/?utm_source=slidesgo_template&amp;utm_medium=referral-link&amp;utm_campaign=sg_resources&amp;utm_content=storyset#252e47"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8.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38.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Prata" TargetMode="External"/><Relationship Id="rId2" Type="http://schemas.openxmlformats.org/officeDocument/2006/relationships/notesSlide" Target="../notesSlides/notesSlide41.xml"/><Relationship Id="rId1" Type="http://schemas.openxmlformats.org/officeDocument/2006/relationships/slideLayout" Target="../slideLayouts/slideLayout38.xml"/><Relationship Id="rId4" Type="http://schemas.openxmlformats.org/officeDocument/2006/relationships/hyperlink" Target="https://fonts.google.com/specimen/Exo"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1.gif"/><Relationship Id="rId2" Type="http://schemas.openxmlformats.org/officeDocument/2006/relationships/notesSlide" Target="../notesSlides/notesSlide42.xml"/><Relationship Id="rId1" Type="http://schemas.openxmlformats.org/officeDocument/2006/relationships/slideLayout" Target="../slideLayouts/slideLayout3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9.gif"/><Relationship Id="rId4" Type="http://schemas.openxmlformats.org/officeDocument/2006/relationships/image" Target="../media/image17.gif"/><Relationship Id="rId9" Type="http://schemas.openxmlformats.org/officeDocument/2006/relationships/image" Target="../media/image18.gif"/></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3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8.xml"/></Relationships>
</file>

<file path=ppt/slides/_rels/slide52.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2.xml"/><Relationship Id="rId1" Type="http://schemas.openxmlformats.org/officeDocument/2006/relationships/slideLayout" Target="../slideLayouts/slideLayout3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8.xml"/></Relationships>
</file>

<file path=ppt/slides/_rels/slide5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9.xml"/><Relationship Id="rId1" Type="http://schemas.openxmlformats.org/officeDocument/2006/relationships/slideLayout" Target="../slideLayouts/slideLayout38.xml"/><Relationship Id="rId4" Type="http://schemas.openxmlformats.org/officeDocument/2006/relationships/image" Target="../media/image22.png"/></Relationships>
</file>

<file path=ppt/slides/slide1.xml><?xml version="1.0" encoding="utf-8"?>
<p:sld xmlns:a="http://schemas.openxmlformats.org/drawingml/2006/main" xmlns:ns3="http://schemas.microsoft.com/office/drawing/2014/main" xmlns:p="http://schemas.openxmlformats.org/presentationml/2006/main" xmlns:r="http://schemas.openxmlformats.org/officeDocument/2006/relationships">
  <p:cSld>
    <p:spTree>
      <p:nvGrpSpPr>
        <p:cNvPr id="1" name="Shape 234"/>
        <p:cNvGrpSpPr/>
        <p:nvPr/>
      </p:nvGrpSpPr>
      <p:grpSpPr>
        <a:xfrm>
          <a:off x="0" y="0"/>
          <a:ext cx="0" cy="0"/>
          <a:chOff x="0" y="0"/>
          <a:chExt cx="0" cy="0"/>
        </a:xfrm>
      </p:grpSpPr>
      <p:sp>
        <p:nvSpPr>
          <p:cNvPr id="235" name="Google Shape;235;p42"/>
          <p:cNvSpPr txBox="1">
            <a:spLocks noGrp="1"/>
          </p:cNvSpPr>
          <p:nvPr>
            <p:ph type="ctrTitle"/>
          </p:nvPr>
        </p:nvSpPr>
        <p:spPr>
          <a:xfrm>
            <a:off x="281739" y="959362"/>
            <a:ext cx="4812272" cy="1946192"/>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0" dirty="0"/>
              <a:t>Automated Cervical Spine Morphometry</a:t>
            </a:r>
            <a:endParaRPr b="0" dirty="0"/>
          </a:p>
        </p:txBody>
      </p:sp>
      <p:pic>
        <p:nvPicPr>
          <p:cNvPr id="236" name="Google Shape;236;p42"/>
          <p:cNvPicPr preferRelativeResize="0"/>
          <p:nvPr/>
        </p:nvPicPr>
        <p:blipFill rotWithShape="1">
          <a:blip r:embed="rId3">
            <a:alphaModFix/>
          </a:blip>
          <a:srcRect l="9600" t="23369" r="36095" b="22744"/>
          <a:stretch/>
        </p:blipFill>
        <p:spPr>
          <a:xfrm>
            <a:off x="5229750" y="590955"/>
            <a:ext cx="4572000" cy="4536750"/>
          </a:xfrm>
          <a:prstGeom prst="rect">
            <a:avLst/>
          </a:prstGeom>
          <a:noFill/>
          <a:ln>
            <a:noFill/>
          </a:ln>
        </p:spPr>
      </p:pic>
      <p:sp>
        <p:nvSpPr>
          <p:cNvPr id="237" name="Google Shape;237;p42"/>
          <p:cNvSpPr/>
          <p:nvPr/>
        </p:nvSpPr>
        <p:spPr>
          <a:xfrm>
            <a:off x="777837" y="3724613"/>
            <a:ext cx="4003500" cy="629100"/>
          </a:xfrm>
          <a:prstGeom prst="roundRect">
            <a:avLst>
              <a:gd name="adj" fmla="val 5000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42"/>
          <p:cNvSpPr txBox="1">
            <a:spLocks noGrp="1"/>
          </p:cNvSpPr>
          <p:nvPr>
            <p:ph type="subTitle" idx="1"/>
          </p:nvPr>
        </p:nvSpPr>
        <p:spPr>
          <a:xfrm>
            <a:off x="914400" y="3695341"/>
            <a:ext cx="3931920" cy="70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Architecture, deployment, and validation update</a:t>
            </a:r>
            <a:endParaRPr dirty="0"/>
          </a:p>
        </p:txBody>
      </p:sp>
      <p:sp>
        <p:nvSpPr>
          <p:cNvPr id="239" name="Google Shape;239;p42"/>
          <p:cNvSpPr/>
          <p:nvPr/>
        </p:nvSpPr>
        <p:spPr>
          <a:xfrm>
            <a:off x="8548675" y="3328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0" name="Google Shape;240;p42"/>
          <p:cNvPicPr preferRelativeResize="0"/>
          <p:nvPr/>
        </p:nvPicPr>
        <p:blipFill rotWithShape="1">
          <a:blip r:embed="rId4">
            <a:alphaModFix/>
          </a:blip>
          <a:srcRect l="60513" t="15763" r="16584" b="61860"/>
          <a:stretch/>
        </p:blipFill>
        <p:spPr>
          <a:xfrm>
            <a:off x="5229750" y="1119250"/>
            <a:ext cx="1094076" cy="1068950"/>
          </a:xfrm>
          <a:prstGeom prst="rect">
            <a:avLst/>
          </a:prstGeom>
          <a:noFill/>
          <a:ln>
            <a:noFill/>
          </a:ln>
        </p:spPr>
      </p:pic>
      <p:cxnSp>
        <p:nvCxnSpPr>
          <p:cNvPr id="241" name="Google Shape;241;p42"/>
          <p:cNvCxnSpPr/>
          <p:nvPr/>
        </p:nvCxnSpPr>
        <p:spPr>
          <a:xfrm>
            <a:off x="780087" y="3529013"/>
            <a:ext cx="3999000" cy="0"/>
          </a:xfrm>
          <a:prstGeom prst="straightConnector1">
            <a:avLst/>
          </a:prstGeom>
          <a:noFill/>
          <a:ln w="19050" cap="flat" cmpd="sng">
            <a:solidFill>
              <a:schemeClr val="accent1"/>
            </a:solidFill>
            <a:prstDash val="solid"/>
            <a:round/>
            <a:headEnd type="none" w="med" len="med"/>
            <a:tailEnd type="none" w="med" len="med"/>
          </a:ln>
        </p:spPr>
      </p:cxnSp>
      <p:grpSp>
        <p:nvGrpSpPr>
          <p:cNvPr id="242" name="Google Shape;242;p42"/>
          <p:cNvGrpSpPr/>
          <p:nvPr/>
        </p:nvGrpSpPr>
        <p:grpSpPr>
          <a:xfrm>
            <a:off x="777837" y="366414"/>
            <a:ext cx="3995951" cy="564600"/>
            <a:chOff x="1524913" y="922950"/>
            <a:chExt cx="6094175" cy="564600"/>
          </a:xfrm>
        </p:grpSpPr>
        <p:cxnSp>
          <p:nvCxnSpPr>
            <p:cNvPr id="243" name="Google Shape;243;p42"/>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244" name="Google Shape;244;p42"/>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
        <p:nvSpPr>
          <p:cNvPr id="2" name="Google Shape;235;p42">
            <a:extLst>
              <a:ext uri="{FF2B5EF4-FFF2-40B4-BE49-F238E27FC236}">
                <ns3:creationId id="{05EECBA5-DE2E-D19A-CA96-90BB45A6D7EE}"/>
              </a:ext>
            </a:extLst>
          </p:cNvPr>
          <p:cNvSpPr txBox="1">
            <a:spLocks/>
          </p:cNvSpPr>
          <p:nvPr/>
        </p:nvSpPr>
        <p:spPr>
          <a:xfrm>
            <a:off x="1481880" y="3046477"/>
            <a:ext cx="2428396" cy="422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5200"/>
              <a:buFont typeface="Sora"/>
              <a:buNone/>
              <a:defRPr sz="4800" b="1" i="0" u="none" strike="noStrike" cap="none">
                <a:solidFill>
                  <a:schemeClr val="dk1"/>
                </a:solidFill>
                <a:latin typeface="Sora"/>
                <a:ea typeface="Sora"/>
                <a:cs typeface="Sora"/>
                <a:sym typeface="Sora"/>
              </a:defRPr>
            </a:lvl1pPr>
            <a:lvl2pPr marR="0" lvl="1"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2pPr>
            <a:lvl3pPr marR="0" lvl="2"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3pPr>
            <a:lvl4pPr marR="0" lvl="3"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4pPr>
            <a:lvl5pPr marR="0" lvl="4"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5pPr>
            <a:lvl6pPr marR="0" lvl="5"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6pPr>
            <a:lvl7pPr marR="0" lvl="6"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7pPr>
            <a:lvl8pPr marR="0" lvl="7"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8pPr>
            <a:lvl9pPr marR="0" lvl="8" algn="ctr" rtl="0">
              <a:lnSpc>
                <a:spcPct val="100000"/>
              </a:lnSpc>
              <a:spcBef>
                <a:spcPts val="0"/>
              </a:spcBef>
              <a:spcAft>
                <a:spcPts val="0"/>
              </a:spcAft>
              <a:buClr>
                <a:schemeClr val="dk1"/>
              </a:buClr>
              <a:buSzPts val="5200"/>
              <a:buFont typeface="Sora"/>
              <a:buNone/>
              <a:defRPr sz="5200" b="1" i="0" u="none" strike="noStrike" cap="none">
                <a:solidFill>
                  <a:schemeClr val="dk1"/>
                </a:solidFill>
                <a:latin typeface="Sora"/>
                <a:ea typeface="Sora"/>
                <a:cs typeface="Sora"/>
                <a:sym typeface="Sora"/>
              </a:defRPr>
            </a:lvl9pPr>
          </a:lstStyle>
          <a:p>
            <a:r>
              <a:rPr lang="en-US" sz="2400" b="0" dirty="0"/>
              <a:t>Application positioning: screens for physician review</a:t>
            </a:r>
          </a:p>
        </p:txBody>
      </p:sp>
    </p:spTree>
  </p:cSld>
  <p:clrMapOvr>
    <a:masterClrMapping/>
  </p:clrMapOvr>
</p:sld>
</file>

<file path=ppt/slides/slide2.xml><?xml version="1.0" encoding="utf-8"?>
<p:sld xmlns:a="http://schemas.openxmlformats.org/drawingml/2006/main" xmlns:p="http://schemas.openxmlformats.org/presentationml/2006/main">
  <p:cSld>
    <p:spTree>
      <p:nvGrpSpPr>
        <p:cNvPr id="1" name="Shape 257"/>
        <p:cNvGrpSpPr/>
        <p:nvPr/>
      </p:nvGrpSpPr>
      <p:grpSpPr>
        <a:xfrm>
          <a:off x="0" y="0"/>
          <a:ext cx="0" cy="0"/>
          <a:chOff x="0" y="0"/>
          <a:chExt cx="0" cy="0"/>
        </a:xfrm>
      </p:grpSpPr>
      <p:sp>
        <p:nvSpPr>
          <p:cNvPr id="258" name="Google Shape;258;p44"/>
          <p:cNvSpPr/>
          <p:nvPr/>
        </p:nvSpPr>
        <p:spPr>
          <a:xfrm>
            <a:off x="905450" y="1672575"/>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44"/>
          <p:cNvSpPr/>
          <p:nvPr/>
        </p:nvSpPr>
        <p:spPr>
          <a:xfrm>
            <a:off x="905450" y="3153175"/>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4"/>
          <p:cNvSpPr/>
          <p:nvPr/>
        </p:nvSpPr>
        <p:spPr>
          <a:xfrm>
            <a:off x="4739900" y="1672575"/>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44"/>
          <p:cNvSpPr/>
          <p:nvPr/>
        </p:nvSpPr>
        <p:spPr>
          <a:xfrm>
            <a:off x="4739900" y="3153175"/>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44"/>
          <p:cNvSpPr txBox="1">
            <a:spLocks noGrp="1"/>
          </p:cNvSpPr>
          <p:nvPr>
            <p:ph type="title" idx="13"/>
          </p:nvPr>
        </p:nvSpPr>
        <p:spPr>
          <a:xfrm>
            <a:off x="874125" y="3153175"/>
            <a:ext cx="1048200" cy="10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63" name="Google Shape;263;p44"/>
          <p:cNvSpPr txBox="1">
            <a:spLocks noGrp="1"/>
          </p:cNvSpPr>
          <p:nvPr>
            <p:ph type="title" idx="9"/>
          </p:nvPr>
        </p:nvSpPr>
        <p:spPr>
          <a:xfrm>
            <a:off x="874125" y="1673675"/>
            <a:ext cx="1048200" cy="10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64" name="Google Shape;264;p44"/>
          <p:cNvSpPr txBox="1">
            <a:spLocks noGrp="1"/>
          </p:cNvSpPr>
          <p:nvPr>
            <p:ph type="title" idx="14"/>
          </p:nvPr>
        </p:nvSpPr>
        <p:spPr>
          <a:xfrm>
            <a:off x="4724300" y="1673675"/>
            <a:ext cx="1048200" cy="10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65" name="Google Shape;265;p44"/>
          <p:cNvSpPr txBox="1">
            <a:spLocks noGrp="1"/>
          </p:cNvSpPr>
          <p:nvPr>
            <p:ph type="title" idx="15"/>
          </p:nvPr>
        </p:nvSpPr>
        <p:spPr>
          <a:xfrm>
            <a:off x="4724300" y="3153175"/>
            <a:ext cx="1048200" cy="10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66" name="Google Shape;266;p4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 of contents</a:t>
            </a:r>
            <a:endParaRPr/>
          </a:p>
        </p:txBody>
      </p:sp>
      <p:sp>
        <p:nvSpPr>
          <p:cNvPr id="267" name="Google Shape;267;p44"/>
          <p:cNvSpPr txBox="1">
            <a:spLocks noGrp="1"/>
          </p:cNvSpPr>
          <p:nvPr>
            <p:ph type="title" idx="2"/>
          </p:nvPr>
        </p:nvSpPr>
        <p:spPr>
          <a:xfrm>
            <a:off x="2069613" y="1638285"/>
            <a:ext cx="23055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The Problem</a:t>
            </a:r>
            <a:endParaRPr dirty="0"/>
          </a:p>
        </p:txBody>
      </p:sp>
      <p:sp>
        <p:nvSpPr>
          <p:cNvPr id="268" name="Google Shape;268;p44"/>
          <p:cNvSpPr txBox="1">
            <a:spLocks noGrp="1"/>
          </p:cNvSpPr>
          <p:nvPr>
            <p:ph type="subTitle" idx="1"/>
          </p:nvPr>
        </p:nvSpPr>
        <p:spPr>
          <a:xfrm>
            <a:off x="2069613" y="2176563"/>
            <a:ext cx="2305500" cy="52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Manual baseline, bottlenecks, and design constraints</a:t>
            </a:r>
            <a:endParaRPr/>
          </a:p>
        </p:txBody>
      </p:sp>
      <p:sp>
        <p:nvSpPr>
          <p:cNvPr id="269" name="Google Shape;269;p44"/>
          <p:cNvSpPr txBox="1">
            <a:spLocks noGrp="1"/>
          </p:cNvSpPr>
          <p:nvPr>
            <p:ph type="title" idx="3"/>
          </p:nvPr>
        </p:nvSpPr>
        <p:spPr>
          <a:xfrm>
            <a:off x="5922982" y="1638285"/>
            <a:ext cx="23055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Pipeline Architecture</a:t>
            </a:r>
            <a:endParaRPr dirty="0"/>
          </a:p>
        </p:txBody>
      </p:sp>
      <p:sp>
        <p:nvSpPr>
          <p:cNvPr id="270" name="Google Shape;270;p44"/>
          <p:cNvSpPr txBox="1">
            <a:spLocks noGrp="1"/>
          </p:cNvSpPr>
          <p:nvPr>
            <p:ph type="subTitle" idx="4"/>
          </p:nvPr>
        </p:nvSpPr>
        <p:spPr>
          <a:xfrm>
            <a:off x="5922983" y="2176563"/>
            <a:ext cx="2305500" cy="52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Segmentation, measurements, interpretation, and reporting</a:t>
            </a:r>
            <a:endParaRPr/>
          </a:p>
        </p:txBody>
      </p:sp>
      <p:sp>
        <p:nvSpPr>
          <p:cNvPr id="271" name="Google Shape;271;p44"/>
          <p:cNvSpPr txBox="1">
            <a:spLocks noGrp="1"/>
          </p:cNvSpPr>
          <p:nvPr>
            <p:ph type="title" idx="5"/>
          </p:nvPr>
        </p:nvSpPr>
        <p:spPr>
          <a:xfrm>
            <a:off x="2069613" y="3115656"/>
            <a:ext cx="23055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Deployment Architecture</a:t>
            </a:r>
            <a:endParaRPr dirty="0"/>
          </a:p>
        </p:txBody>
      </p:sp>
      <p:sp>
        <p:nvSpPr>
          <p:cNvPr id="272" name="Google Shape;272;p44"/>
          <p:cNvSpPr txBox="1">
            <a:spLocks noGrp="1"/>
          </p:cNvSpPr>
          <p:nvPr>
            <p:ph type="subTitle" idx="6"/>
          </p:nvPr>
        </p:nvSpPr>
        <p:spPr>
          <a:xfrm>
            <a:off x="2069613" y="3665562"/>
            <a:ext cx="2305500" cy="52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EEP + 2 IEPs on AWS EKS with Grafana monitoring</a:t>
            </a:r>
            <a:endParaRPr/>
          </a:p>
        </p:txBody>
      </p:sp>
      <p:sp>
        <p:nvSpPr>
          <p:cNvPr id="273" name="Google Shape;273;p44"/>
          <p:cNvSpPr txBox="1">
            <a:spLocks noGrp="1"/>
          </p:cNvSpPr>
          <p:nvPr>
            <p:ph type="title" idx="7"/>
          </p:nvPr>
        </p:nvSpPr>
        <p:spPr>
          <a:xfrm>
            <a:off x="5922982" y="3115656"/>
            <a:ext cx="2651368"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Validation</a:t>
            </a:r>
            <a:endParaRPr dirty="0"/>
          </a:p>
        </p:txBody>
      </p:sp>
      <p:sp>
        <p:nvSpPr>
          <p:cNvPr id="274" name="Google Shape;274;p44"/>
          <p:cNvSpPr txBox="1">
            <a:spLocks noGrp="1"/>
          </p:cNvSpPr>
          <p:nvPr>
            <p:ph type="subTitle" idx="8"/>
          </p:nvPr>
        </p:nvSpPr>
        <p:spPr>
          <a:xfrm>
            <a:off x="5922983" y="3665562"/>
            <a:ext cx="2305500" cy="52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What is validated, what is partial, and what is still planned</a:t>
            </a:r>
            <a:endParaRPr/>
          </a:p>
        </p:txBody>
      </p:sp>
    </p:spTree>
  </p:cSld>
  <p:clrMapOvr>
    <a:masterClrMapping/>
  </p:clrMapOvr>
</p:sld>
</file>

<file path=ppt/slides/slide3.xml><?xml version="1.0" encoding="utf-8"?>
<p:sld xmlns:a="http://schemas.openxmlformats.org/drawingml/2006/main" xmlns:ns2="http://schemas.microsoft.com/office/drawing/2014/main" xmlns:p="http://schemas.openxmlformats.org/presentationml/2006/main" xmlns:r="http://schemas.openxmlformats.org/officeDocument/2006/relationships">
  <p:cSld>
    <p:spTree>
      <p:nvGrpSpPr>
        <p:cNvPr id="1" name="Shape 286"/>
        <p:cNvGrpSpPr/>
        <p:nvPr/>
      </p:nvGrpSpPr>
      <p:grpSpPr>
        <a:xfrm>
          <a:off x="0" y="0"/>
          <a:ext cx="0" cy="0"/>
          <a:chOff x="0" y="0"/>
          <a:chExt cx="0" cy="0"/>
        </a:xfrm>
      </p:grpSpPr>
      <p:sp>
        <p:nvSpPr>
          <p:cNvPr id="288" name="Google Shape;288;p46"/>
          <p:cNvSpPr txBox="1">
            <a:spLocks noGrp="1"/>
          </p:cNvSpPr>
          <p:nvPr>
            <p:ph type="title"/>
          </p:nvPr>
        </p:nvSpPr>
        <p:spPr>
          <a:xfrm>
            <a:off x="720000" y="1839825"/>
            <a:ext cx="4218900" cy="191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The Problem</a:t>
            </a:r>
            <a:endParaRPr dirty="0"/>
          </a:p>
        </p:txBody>
      </p:sp>
      <p:sp>
        <p:nvSpPr>
          <p:cNvPr id="289" name="Google Shape;289;p46"/>
          <p:cNvSpPr txBox="1">
            <a:spLocks noGrp="1"/>
          </p:cNvSpPr>
          <p:nvPr>
            <p:ph type="title" idx="2"/>
          </p:nvPr>
        </p:nvSpPr>
        <p:spPr>
          <a:xfrm>
            <a:off x="720000" y="674750"/>
            <a:ext cx="1056900" cy="1061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91" name="Google Shape;291;p46"/>
          <p:cNvSpPr/>
          <p:nvPr/>
        </p:nvSpPr>
        <p:spPr>
          <a:xfrm>
            <a:off x="8042675" y="2442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2" name="Google Shape;292;p46"/>
          <p:cNvCxnSpPr/>
          <p:nvPr/>
        </p:nvCxnSpPr>
        <p:spPr>
          <a:xfrm>
            <a:off x="780087" y="3679913"/>
            <a:ext cx="2137500" cy="0"/>
          </a:xfrm>
          <a:prstGeom prst="straightConnector1">
            <a:avLst/>
          </a:prstGeom>
          <a:noFill/>
          <a:ln w="19050" cap="flat" cmpd="sng">
            <a:solidFill>
              <a:srgbClr val="DADACE"/>
            </a:solidFill>
            <a:prstDash val="solid"/>
            <a:round/>
            <a:headEnd type="none" w="med" len="med"/>
            <a:tailEnd type="none" w="med" len="med"/>
          </a:ln>
        </p:spPr>
      </p:cxnSp>
      <p:pic>
        <p:nvPicPr>
          <p:cNvPr id="4" name="Google Shape;458;p52">
            <a:extLst>
              <a:ext uri="{FF2B5EF4-FFF2-40B4-BE49-F238E27FC236}">
                <ns2:creationId id="{768A7C11-664B-B641-A1BD-9B870C01F52A}"/>
              </a:ext>
            </a:extLst>
          </p:cNvPr>
          <p:cNvPicPr preferRelativeResize="0"/>
          <p:nvPr/>
        </p:nvPicPr>
        <p:blipFill rotWithShape="1">
          <a:blip r:embed="rId3">
            <a:alphaModFix/>
          </a:blip>
          <a:srcRect l="48187" t="29110" r="19360" b="24821"/>
          <a:stretch/>
        </p:blipFill>
        <p:spPr>
          <a:xfrm>
            <a:off x="5581336" y="1006074"/>
            <a:ext cx="2914400" cy="4137426"/>
          </a:xfrm>
          <a:prstGeom prst="rect">
            <a:avLst/>
          </a:prstGeom>
          <a:noFill/>
          <a:ln>
            <a:noFill/>
          </a:ln>
        </p:spPr>
      </p:pic>
    </p:spTree>
  </p:cSld>
  <p:clrMapOvr>
    <a:masterClrMapping/>
  </p:clrMapOvr>
</p:sld>
</file>

<file path=ppt/slides/slide4.xml><?xml version="1.0" encoding="utf-8"?>
<p:sld xmlns:a="http://schemas.openxmlformats.org/drawingml/2006/main" xmlns:p="http://schemas.openxmlformats.org/presentationml/2006/main">
  <p:cSld>
    <p:spTree>
      <p:nvGrpSpPr>
        <p:cNvPr id="1" name="Shape 278"/>
        <p:cNvGrpSpPr/>
        <p:nvPr/>
      </p:nvGrpSpPr>
      <p:grpSpPr>
        <a:xfrm>
          <a:off x="0" y="0"/>
          <a:ext cx="0" cy="0"/>
          <a:chOff x="0" y="0"/>
          <a:chExt cx="0" cy="0"/>
        </a:xfrm>
      </p:grpSpPr>
      <p:sp>
        <p:nvSpPr>
          <p:cNvPr id="279" name="Google Shape;279;p45"/>
          <p:cNvSpPr txBox="1">
            <a:spLocks noGrp="1"/>
          </p:cNvSpPr>
          <p:nvPr>
            <p:ph type="title"/>
          </p:nvPr>
        </p:nvSpPr>
        <p:spPr>
          <a:xfrm>
            <a:off x="1980150" y="1795288"/>
            <a:ext cx="5183700" cy="172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Manual reads are slow.</a:t>
            </a:r>
            <a:endParaRPr dirty="0"/>
          </a:p>
        </p:txBody>
      </p:sp>
    </p:spTree>
  </p:cSld>
  <p:clrMapOvr>
    <a:masterClrMapping/>
  </p:clrMapOvr>
</p:sld>
</file>

<file path=ppt/slides/slide5.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Shape 278">
          <a:extLst>
            <a:ext uri="{FF2B5EF4-FFF2-40B4-BE49-F238E27FC236}">
              <ns2:creationId id="{439447E4-CE19-F47B-0C6A-AE1FF97FE02A}"/>
            </a:ext>
          </a:extLst>
        </p:cNvPr>
        <p:cNvGrpSpPr/>
        <p:nvPr/>
      </p:nvGrpSpPr>
      <p:grpSpPr>
        <a:xfrm>
          <a:off x="0" y="0"/>
          <a:ext cx="0" cy="0"/>
          <a:chOff x="0" y="0"/>
          <a:chExt cx="0" cy="0"/>
        </a:xfrm>
      </p:grpSpPr>
      <p:sp>
        <p:nvSpPr>
          <p:cNvPr id="279" name="Google Shape;279;p45">
            <a:extLst>
              <a:ext uri="{FF2B5EF4-FFF2-40B4-BE49-F238E27FC236}">
                <ns2:creationId id="{FA60EB79-2F11-8506-DA69-19E678AD7BE6}"/>
              </a:ext>
            </a:extLst>
          </p:cNvPr>
          <p:cNvSpPr txBox="1">
            <a:spLocks noGrp="1"/>
          </p:cNvSpPr>
          <p:nvPr>
            <p:ph type="title"/>
          </p:nvPr>
        </p:nvSpPr>
        <p:spPr>
          <a:xfrm>
            <a:off x="1813895" y="1637346"/>
            <a:ext cx="6016694" cy="172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And agreement is inconsistent.</a:t>
            </a:r>
            <a:endParaRPr dirty="0"/>
          </a:p>
        </p:txBody>
      </p:sp>
    </p:spTree>
    <p:extLst>
      <p:ext uri="{BB962C8B-B14F-4D97-AF65-F5344CB8AC3E}">
        <ns3:creationId val="3040024032"/>
      </p:ext>
    </p:extLst>
  </p:cSld>
  <p:clrMapOvr>
    <a:masterClrMapping/>
  </p:clrMapOvr>
</p:sld>
</file>

<file path=ppt/slides/slide6.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Shape 278">
          <a:extLst>
            <a:ext uri="{FF2B5EF4-FFF2-40B4-BE49-F238E27FC236}">
              <ns2:creationId id="{1079D2AB-8A2D-9564-2574-A986BCE1B00F}"/>
            </a:ext>
          </a:extLst>
        </p:cNvPr>
        <p:cNvGrpSpPr/>
        <p:nvPr/>
      </p:nvGrpSpPr>
      <p:grpSpPr>
        <a:xfrm>
          <a:off x="0" y="0"/>
          <a:ext cx="0" cy="0"/>
          <a:chOff x="0" y="0"/>
          <a:chExt cx="0" cy="0"/>
        </a:xfrm>
      </p:grpSpPr>
      <p:sp>
        <p:nvSpPr>
          <p:cNvPr id="279" name="Google Shape;279;p45">
            <a:extLst>
              <a:ext uri="{FF2B5EF4-FFF2-40B4-BE49-F238E27FC236}">
                <ns2:creationId id="{A6DB93AD-05D5-ECE8-C3B2-474A1F9CF494}"/>
              </a:ext>
            </a:extLst>
          </p:cNvPr>
          <p:cNvSpPr txBox="1">
            <a:spLocks noGrp="1"/>
          </p:cNvSpPr>
          <p:nvPr>
            <p:ph type="title"/>
          </p:nvPr>
        </p:nvSpPr>
        <p:spPr>
          <a:xfrm>
            <a:off x="1813895" y="1637346"/>
            <a:ext cx="6399080" cy="172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And honest re-validation matters.</a:t>
            </a:r>
            <a:endParaRPr dirty="0"/>
          </a:p>
        </p:txBody>
      </p:sp>
    </p:spTree>
    <p:extLst>
      <p:ext uri="{BB962C8B-B14F-4D97-AF65-F5344CB8AC3E}">
        <ns3:creationId val="3462502914"/>
      </p:ext>
    </p:extLst>
  </p:cSld>
  <p:clrMapOvr>
    <a:masterClrMapping/>
  </p:clrMapOvr>
</p:sld>
</file>

<file path=ppt/slides/slide7.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Shape 286">
          <a:extLst>
            <a:ext uri="{FF2B5EF4-FFF2-40B4-BE49-F238E27FC236}">
              <ns2:creationId id="{673A534D-8517-2C7B-F056-53327FD4FCE8}"/>
            </a:ext>
          </a:extLst>
        </p:cNvPr>
        <p:cNvGrpSpPr/>
        <p:nvPr/>
      </p:nvGrpSpPr>
      <p:grpSpPr>
        <a:xfrm>
          <a:off x="0" y="0"/>
          <a:ext cx="0" cy="0"/>
          <a:chOff x="0" y="0"/>
          <a:chExt cx="0" cy="0"/>
        </a:xfrm>
      </p:grpSpPr>
      <p:pic>
        <p:nvPicPr>
          <p:cNvPr id="287" name="Google Shape;287;p46">
            <a:extLst>
              <a:ext uri="{FF2B5EF4-FFF2-40B4-BE49-F238E27FC236}">
                <ns2:creationId id="{FB34D2F1-C5BE-C07F-CFAD-D97A20A7EE89}"/>
              </a:ext>
            </a:extLst>
          </p:cNvPr>
          <p:cNvPicPr preferRelativeResize="0"/>
          <p:nvPr/>
        </p:nvPicPr>
        <p:blipFill rotWithShape="1">
          <a:blip r:embed="rId3">
            <a:alphaModFix/>
          </a:blip>
          <a:srcRect t="12219" r="23171" b="12068"/>
          <a:stretch/>
        </p:blipFill>
        <p:spPr>
          <a:xfrm flipH="1">
            <a:off x="4323101" y="430475"/>
            <a:ext cx="4782524" cy="4713024"/>
          </a:xfrm>
          <a:prstGeom prst="rect">
            <a:avLst/>
          </a:prstGeom>
          <a:noFill/>
          <a:ln>
            <a:noFill/>
          </a:ln>
        </p:spPr>
      </p:pic>
      <p:sp>
        <p:nvSpPr>
          <p:cNvPr id="288" name="Google Shape;288;p46">
            <a:extLst>
              <a:ext uri="{FF2B5EF4-FFF2-40B4-BE49-F238E27FC236}">
                <ns2:creationId id="{A1606AA0-653B-89DA-4A94-FEA887267C3D}"/>
              </a:ext>
            </a:extLst>
          </p:cNvPr>
          <p:cNvSpPr txBox="1">
            <a:spLocks noGrp="1"/>
          </p:cNvSpPr>
          <p:nvPr>
            <p:ph type="title"/>
          </p:nvPr>
        </p:nvSpPr>
        <p:spPr>
          <a:xfrm>
            <a:off x="720000" y="1839825"/>
            <a:ext cx="4218900" cy="191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The Solution</a:t>
            </a:r>
            <a:endParaRPr dirty="0"/>
          </a:p>
        </p:txBody>
      </p:sp>
      <p:sp>
        <p:nvSpPr>
          <p:cNvPr id="289" name="Google Shape;289;p46">
            <a:extLst>
              <a:ext uri="{FF2B5EF4-FFF2-40B4-BE49-F238E27FC236}">
                <ns2:creationId id="{FD518B78-B40B-373B-217C-FB8A10E9535F}"/>
              </a:ext>
            </a:extLst>
          </p:cNvPr>
          <p:cNvSpPr txBox="1">
            <a:spLocks noGrp="1"/>
          </p:cNvSpPr>
          <p:nvPr>
            <p:ph type="title" idx="2"/>
          </p:nvPr>
        </p:nvSpPr>
        <p:spPr>
          <a:xfrm>
            <a:off x="720000" y="674750"/>
            <a:ext cx="1056900" cy="1061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91" name="Google Shape;291;p46">
            <a:extLst>
              <a:ext uri="{FF2B5EF4-FFF2-40B4-BE49-F238E27FC236}">
                <ns2:creationId id="{151C81E6-13D2-430D-EDBC-C920D88343E1}"/>
              </a:ext>
            </a:extLst>
          </p:cNvPr>
          <p:cNvSpPr/>
          <p:nvPr/>
        </p:nvSpPr>
        <p:spPr>
          <a:xfrm>
            <a:off x="8042675" y="244299"/>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2" name="Google Shape;292;p46">
            <a:extLst>
              <a:ext uri="{FF2B5EF4-FFF2-40B4-BE49-F238E27FC236}">
                <ns2:creationId id="{89F29F87-B64D-C461-1E88-DA0EEC6A16D4}"/>
              </a:ext>
            </a:extLst>
          </p:cNvPr>
          <p:cNvCxnSpPr/>
          <p:nvPr/>
        </p:nvCxnSpPr>
        <p:spPr>
          <a:xfrm>
            <a:off x="780087" y="3679913"/>
            <a:ext cx="2137500" cy="0"/>
          </a:xfrm>
          <a:prstGeom prst="straightConnector1">
            <a:avLst/>
          </a:prstGeom>
          <a:noFill/>
          <a:ln w="19050" cap="flat" cmpd="sng">
            <a:solidFill>
              <a:srgbClr val="DADACE"/>
            </a:solidFill>
            <a:prstDash val="solid"/>
            <a:round/>
            <a:headEnd type="none" w="med" len="med"/>
            <a:tailEnd type="none" w="med" len="med"/>
          </a:ln>
        </p:spPr>
      </p:cxnSp>
    </p:spTree>
    <p:extLst>
      <p:ext uri="{BB962C8B-B14F-4D97-AF65-F5344CB8AC3E}">
        <ns4:creationId val="1700685351"/>
      </p:ext>
    </p:extLst>
  </p:cSld>
  <p:clrMapOvr>
    <a:masterClrMapping/>
  </p:clrMapOvr>
</p:sld>
</file>

<file path=ppt/slides/slide8.xml><?xml version="1.0" encoding="utf-8"?>
<p:sld xmlns:a="http://schemas.openxmlformats.org/drawingml/2006/main" xmlns:p="http://schemas.openxmlformats.org/presentationml/2006/main">
  <p:cSld>
    <p:spTree>
      <p:nvGrpSpPr>
        <p:cNvPr id="1" name="Shape 969"/>
        <p:cNvGrpSpPr/>
        <p:nvPr/>
      </p:nvGrpSpPr>
      <p:grpSpPr>
        <a:xfrm>
          <a:off x="0" y="0"/>
          <a:ext cx="0" cy="0"/>
          <a:chOff x="0" y="0"/>
          <a:chExt cx="0" cy="0"/>
        </a:xfrm>
      </p:grpSpPr>
      <p:sp>
        <p:nvSpPr>
          <p:cNvPr id="970" name="Google Shape;970;p63"/>
          <p:cNvSpPr/>
          <p:nvPr/>
        </p:nvSpPr>
        <p:spPr>
          <a:xfrm>
            <a:off x="6419569" y="181906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63"/>
          <p:cNvSpPr/>
          <p:nvPr/>
        </p:nvSpPr>
        <p:spPr>
          <a:xfrm>
            <a:off x="4029720" y="181906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63"/>
          <p:cNvSpPr/>
          <p:nvPr/>
        </p:nvSpPr>
        <p:spPr>
          <a:xfrm>
            <a:off x="1725363" y="181906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6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a:t>Why automate</a:t>
            </a:r>
            <a:endParaRPr dirty="0"/>
          </a:p>
        </p:txBody>
      </p:sp>
      <p:sp>
        <p:nvSpPr>
          <p:cNvPr id="974" name="Google Shape;974;p63"/>
          <p:cNvSpPr txBox="1">
            <a:spLocks noGrp="1"/>
          </p:cNvSpPr>
          <p:nvPr>
            <p:ph type="title" idx="2"/>
          </p:nvPr>
        </p:nvSpPr>
        <p:spPr>
          <a:xfrm>
            <a:off x="1194250" y="3052601"/>
            <a:ext cx="2088600" cy="3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2.7-3.8 min manual baseline</a:t>
            </a:r>
            <a:endParaRPr dirty="0"/>
          </a:p>
          <a:p>
            <a:pPr marL="0" lvl="0" indent="0" algn="ctr" rtl="0">
              <a:spcBef>
                <a:spcPts val="0"/>
              </a:spcBef>
              <a:spcAft>
                <a:spcPts val="0"/>
              </a:spcAft>
              <a:buNone/>
            </a:pPr>
            <a:r>
              <a:rPr lang="en" dirty="0"/>
              <a:t>Backlogs scale poorly</a:t>
            </a:r>
            <a:endParaRPr dirty="0"/>
          </a:p>
        </p:txBody>
      </p:sp>
      <p:sp>
        <p:nvSpPr>
          <p:cNvPr id="976" name="Google Shape;976;p63"/>
          <p:cNvSpPr txBox="1">
            <a:spLocks noGrp="1"/>
          </p:cNvSpPr>
          <p:nvPr>
            <p:ph type="title" idx="3"/>
          </p:nvPr>
        </p:nvSpPr>
        <p:spPr>
          <a:xfrm>
            <a:off x="3486393" y="3040268"/>
            <a:ext cx="2088600" cy="3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Manual agreement collapses: cord ICC 0.66, compression 0.35-0.56, Pfirrmann-cervical kappa 0.265, mixed-reader Cobb about 0.55</a:t>
            </a:r>
            <a:endParaRPr dirty="0"/>
          </a:p>
        </p:txBody>
      </p:sp>
      <p:sp>
        <p:nvSpPr>
          <p:cNvPr id="978" name="Google Shape;978;p63"/>
          <p:cNvSpPr txBox="1">
            <a:spLocks noGrp="1"/>
          </p:cNvSpPr>
          <p:nvPr>
            <p:ph type="title" idx="5"/>
          </p:nvPr>
        </p:nvSpPr>
        <p:spPr>
          <a:xfrm>
            <a:off x="5861150" y="3052601"/>
            <a:ext cx="2088600" cy="3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The pipeline must be cited, reproducible, healthy-anchored, and honest about uncertainty</a:t>
            </a:r>
            <a:endParaRPr dirty="0"/>
          </a:p>
        </p:txBody>
      </p:sp>
      <p:grpSp>
        <p:nvGrpSpPr>
          <p:cNvPr id="980" name="Google Shape;980;p63"/>
          <p:cNvGrpSpPr/>
          <p:nvPr/>
        </p:nvGrpSpPr>
        <p:grpSpPr>
          <a:xfrm>
            <a:off x="6751007" y="2175995"/>
            <a:ext cx="354136" cy="334348"/>
            <a:chOff x="-25844850" y="2357750"/>
            <a:chExt cx="296175" cy="279625"/>
          </a:xfrm>
        </p:grpSpPr>
        <p:sp>
          <p:nvSpPr>
            <p:cNvPr id="981" name="Google Shape;981;p63"/>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sp>
          <p:nvSpPr>
            <p:cNvPr id="982" name="Google Shape;982;p63"/>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sp>
          <p:nvSpPr>
            <p:cNvPr id="983" name="Google Shape;983;p63"/>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sp>
          <p:nvSpPr>
            <p:cNvPr id="984" name="Google Shape;984;p63"/>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sp>
          <p:nvSpPr>
            <p:cNvPr id="985" name="Google Shape;985;p63"/>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sp>
          <p:nvSpPr>
            <p:cNvPr id="986" name="Google Shape;986;p63"/>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91919"/>
                </a:solidFill>
              </a:endParaRPr>
            </a:p>
          </p:txBody>
        </p:sp>
      </p:grpSp>
      <p:grpSp>
        <p:nvGrpSpPr>
          <p:cNvPr id="987" name="Google Shape;987;p63"/>
          <p:cNvGrpSpPr/>
          <p:nvPr/>
        </p:nvGrpSpPr>
        <p:grpSpPr>
          <a:xfrm>
            <a:off x="2067260" y="2173533"/>
            <a:ext cx="342580" cy="339271"/>
            <a:chOff x="5049725" y="1435050"/>
            <a:chExt cx="486550" cy="481850"/>
          </a:xfrm>
        </p:grpSpPr>
        <p:sp>
          <p:nvSpPr>
            <p:cNvPr id="988" name="Google Shape;988;p6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89" name="Google Shape;989;p6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90" name="Google Shape;990;p6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91" name="Google Shape;991;p6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92" name="Google Shape;992;p63"/>
          <p:cNvGrpSpPr/>
          <p:nvPr/>
        </p:nvGrpSpPr>
        <p:grpSpPr>
          <a:xfrm>
            <a:off x="4387287" y="2169518"/>
            <a:ext cx="351024" cy="347301"/>
            <a:chOff x="946175" y="3619500"/>
            <a:chExt cx="296975" cy="293825"/>
          </a:xfrm>
        </p:grpSpPr>
        <p:sp>
          <p:nvSpPr>
            <p:cNvPr id="993" name="Google Shape;993;p63"/>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63"/>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63"/>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63"/>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63"/>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63"/>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99" name="Google Shape;999;p63"/>
          <p:cNvCxnSpPr/>
          <p:nvPr/>
        </p:nvCxnSpPr>
        <p:spPr>
          <a:xfrm>
            <a:off x="1725558" y="4513496"/>
            <a:ext cx="5677200" cy="0"/>
          </a:xfrm>
          <a:prstGeom prst="straightConnector1">
            <a:avLst/>
          </a:prstGeom>
          <a:noFill/>
          <a:ln w="19050" cap="flat" cmpd="sng">
            <a:solidFill>
              <a:srgbClr val="DADACE"/>
            </a:solidFill>
            <a:prstDash val="solid"/>
            <a:round/>
            <a:headEnd type="none" w="med" len="med"/>
            <a:tailEnd type="none" w="med" len="med"/>
          </a:ln>
        </p:spPr>
      </p:cxnSp>
      <p:grpSp>
        <p:nvGrpSpPr>
          <p:cNvPr id="1000" name="Google Shape;1000;p63"/>
          <p:cNvGrpSpPr/>
          <p:nvPr/>
        </p:nvGrpSpPr>
        <p:grpSpPr>
          <a:xfrm>
            <a:off x="1725400" y="1251601"/>
            <a:ext cx="5676724" cy="334356"/>
            <a:chOff x="1524913" y="922950"/>
            <a:chExt cx="6094175" cy="564600"/>
          </a:xfrm>
        </p:grpSpPr>
        <p:cxnSp>
          <p:nvCxnSpPr>
            <p:cNvPr id="1001" name="Google Shape;1001;p63"/>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002" name="Google Shape;1002;p63"/>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Shape 296"/>
        <p:cNvGrpSpPr/>
        <p:nvPr/>
      </p:nvGrpSpPr>
      <p:grpSpPr>
        <a:xfrm>
          <a:off x="0" y="0"/>
          <a:ext cx="0" cy="0"/>
          <a:chOff x="0" y="0"/>
          <a:chExt cx="0" cy="0"/>
        </a:xfrm>
      </p:grpSpPr>
      <p:sp>
        <p:nvSpPr>
          <p:cNvPr id="297" name="Google Shape;297;p4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Project objective</a:t>
            </a:r>
            <a:endParaRPr/>
          </a:p>
        </p:txBody>
      </p:sp>
      <p:sp>
        <p:nvSpPr>
          <p:cNvPr id="298" name="Google Shape;298;p47"/>
          <p:cNvSpPr txBox="1">
            <a:spLocks noGrp="1"/>
          </p:cNvSpPr>
          <p:nvPr>
            <p:ph type="subTitle" idx="1"/>
          </p:nvPr>
        </p:nvSpPr>
        <p:spPr>
          <a:xfrm>
            <a:off x="1309200" y="3487862"/>
            <a:ext cx="6525600" cy="886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Build an application-grade cervical MRI pipeline that turns one sagittal T2 exam into structured measurements, cited review flags, and a report-ready contract without pretending to diagnose disease.</a:t>
            </a:r>
            <a:endParaRPr/>
          </a:p>
        </p:txBody>
      </p:sp>
      <p:pic>
        <p:nvPicPr>
          <p:cNvPr id="299" name="Google Shape;299;p47"/>
          <p:cNvPicPr preferRelativeResize="0"/>
          <p:nvPr/>
        </p:nvPicPr>
        <p:blipFill rotWithShape="1">
          <a:blip r:embed="rId3">
            <a:alphaModFix/>
          </a:blip>
          <a:srcRect t="30399" b="24213"/>
          <a:stretch/>
        </p:blipFill>
        <p:spPr>
          <a:xfrm>
            <a:off x="2133350" y="1145950"/>
            <a:ext cx="4877300" cy="2213676"/>
          </a:xfrm>
          <a:prstGeom prst="rect">
            <a:avLst/>
          </a:prstGeom>
          <a:noFill/>
          <a:ln>
            <a:noFill/>
          </a:ln>
        </p:spPr>
      </p:pic>
    </p:spTree>
  </p:cSld>
  <p:clrMapOvr>
    <a:masterClrMapping/>
  </p:clrMapOvr>
</p:sld>
</file>

<file path=ppt/slides/slide10.xml><?xml version="1.0" encoding="utf-8"?>
<p:sld xmlns:a="http://schemas.openxmlformats.org/drawingml/2006/main" xmlns:p="http://schemas.openxmlformats.org/presentationml/2006/main">
  <p:cSld>
    <p:spTree>
      <p:nvGrpSpPr>
        <p:cNvPr id="1" name="Shape 303"/>
        <p:cNvGrpSpPr/>
        <p:nvPr/>
      </p:nvGrpSpPr>
      <p:grpSpPr>
        <a:xfrm>
          <a:off x="0" y="0"/>
          <a:ext cx="0" cy="0"/>
          <a:chOff x="0" y="0"/>
          <a:chExt cx="0" cy="0"/>
        </a:xfrm>
      </p:grpSpPr>
      <p:sp>
        <p:nvSpPr>
          <p:cNvPr id="304" name="Google Shape;304;p48"/>
          <p:cNvSpPr txBox="1">
            <a:spLocks noGrp="1"/>
          </p:cNvSpPr>
          <p:nvPr>
            <p:ph type="subTitle" idx="1"/>
          </p:nvPr>
        </p:nvSpPr>
        <p:spPr>
          <a:xfrm>
            <a:off x="4168250" y="2347450"/>
            <a:ext cx="3945300" cy="122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Input: one sagittal T2 cervical MRI. Output: a structured contract with measurements, flags, interpretations, patient fields, and report fields that a front end can render into a clinical report and PDF export.</a:t>
            </a:r>
            <a:endParaRPr/>
          </a:p>
        </p:txBody>
      </p:sp>
      <p:sp>
        <p:nvSpPr>
          <p:cNvPr id="305" name="Google Shape;305;p48"/>
          <p:cNvSpPr txBox="1">
            <a:spLocks noGrp="1"/>
          </p:cNvSpPr>
          <p:nvPr>
            <p:ph type="title"/>
          </p:nvPr>
        </p:nvSpPr>
        <p:spPr>
          <a:xfrm>
            <a:off x="4168250" y="1575350"/>
            <a:ext cx="3945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Project output</a:t>
            </a:r>
            <a:endParaRPr/>
          </a:p>
        </p:txBody>
      </p:sp>
      <p:cxnSp>
        <p:nvCxnSpPr>
          <p:cNvPr id="306" name="Google Shape;306;p48"/>
          <p:cNvCxnSpPr/>
          <p:nvPr/>
        </p:nvCxnSpPr>
        <p:spPr>
          <a:xfrm>
            <a:off x="4878962" y="2208563"/>
            <a:ext cx="2523900" cy="0"/>
          </a:xfrm>
          <a:prstGeom prst="straightConnector1">
            <a:avLst/>
          </a:prstGeom>
          <a:noFill/>
          <a:ln w="19050" cap="flat" cmpd="sng">
            <a:solidFill>
              <a:srgbClr val="DADACE"/>
            </a:solidFill>
            <a:prstDash val="solid"/>
            <a:round/>
            <a:headEnd type="none" w="med" len="med"/>
            <a:tailEnd type="none" w="med" len="med"/>
          </a:ln>
        </p:spPr>
      </p:cxnSp>
      <p:grpSp>
        <p:nvGrpSpPr>
          <p:cNvPr id="307" name="Google Shape;307;p48"/>
          <p:cNvGrpSpPr/>
          <p:nvPr/>
        </p:nvGrpSpPr>
        <p:grpSpPr>
          <a:xfrm>
            <a:off x="4878874" y="1218757"/>
            <a:ext cx="2523598" cy="356601"/>
            <a:chOff x="1524913" y="922950"/>
            <a:chExt cx="6094175" cy="564600"/>
          </a:xfrm>
        </p:grpSpPr>
        <p:cxnSp>
          <p:nvCxnSpPr>
            <p:cNvPr id="308" name="Google Shape;308;p48"/>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309" name="Google Shape;309;p48"/>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grpSp>
        <p:nvGrpSpPr>
          <p:cNvPr id="310" name="Google Shape;310;p48"/>
          <p:cNvGrpSpPr/>
          <p:nvPr/>
        </p:nvGrpSpPr>
        <p:grpSpPr>
          <a:xfrm>
            <a:off x="1269169" y="844799"/>
            <a:ext cx="2127366" cy="4342018"/>
            <a:chOff x="1164686" y="3807441"/>
            <a:chExt cx="904723" cy="1846567"/>
          </a:xfrm>
        </p:grpSpPr>
        <p:sp>
          <p:nvSpPr>
            <p:cNvPr id="311" name="Google Shape;311;p48"/>
            <p:cNvSpPr/>
            <p:nvPr/>
          </p:nvSpPr>
          <p:spPr>
            <a:xfrm>
              <a:off x="1229472" y="5047367"/>
              <a:ext cx="744882" cy="606641"/>
            </a:xfrm>
            <a:custGeom>
              <a:avLst/>
              <a:gdLst/>
              <a:ahLst/>
              <a:cxnLst/>
              <a:rect l="l" t="t" r="r" b="b"/>
              <a:pathLst>
                <a:path w="744882" h="606641" extrusionOk="0">
                  <a:moveTo>
                    <a:pt x="129084" y="54684"/>
                  </a:moveTo>
                  <a:cubicBezTo>
                    <a:pt x="129084" y="54684"/>
                    <a:pt x="6819" y="137742"/>
                    <a:pt x="112" y="331630"/>
                  </a:cubicBezTo>
                  <a:cubicBezTo>
                    <a:pt x="-2123" y="396675"/>
                    <a:pt x="29819" y="603761"/>
                    <a:pt x="29819" y="603761"/>
                  </a:cubicBezTo>
                  <a:lnTo>
                    <a:pt x="744882" y="606642"/>
                  </a:lnTo>
                  <a:lnTo>
                    <a:pt x="611139" y="51589"/>
                  </a:lnTo>
                  <a:lnTo>
                    <a:pt x="386168" y="0"/>
                  </a:lnTo>
                  <a:lnTo>
                    <a:pt x="129084" y="54684"/>
                  </a:lnTo>
                  <a:lnTo>
                    <a:pt x="129084" y="54684"/>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2" name="Google Shape;312;p48"/>
            <p:cNvSpPr/>
            <p:nvPr/>
          </p:nvSpPr>
          <p:spPr>
            <a:xfrm>
              <a:off x="1534302" y="5245941"/>
              <a:ext cx="243499" cy="408067"/>
            </a:xfrm>
            <a:custGeom>
              <a:avLst/>
              <a:gdLst/>
              <a:ahLst/>
              <a:cxnLst/>
              <a:rect l="l" t="t" r="r" b="b"/>
              <a:pathLst>
                <a:path w="243499" h="408067" extrusionOk="0">
                  <a:moveTo>
                    <a:pt x="97417" y="0"/>
                  </a:moveTo>
                  <a:lnTo>
                    <a:pt x="0" y="406434"/>
                  </a:lnTo>
                  <a:lnTo>
                    <a:pt x="243499" y="408068"/>
                  </a:lnTo>
                  <a:lnTo>
                    <a:pt x="97417"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3" name="Google Shape;313;p48"/>
            <p:cNvSpPr/>
            <p:nvPr/>
          </p:nvSpPr>
          <p:spPr>
            <a:xfrm>
              <a:off x="1627589" y="5157982"/>
              <a:ext cx="5281" cy="90968"/>
            </a:xfrm>
            <a:custGeom>
              <a:avLst/>
              <a:gdLst/>
              <a:ahLst/>
              <a:cxnLst/>
              <a:rect l="l" t="t" r="r" b="b"/>
              <a:pathLst>
                <a:path w="5281" h="90968" extrusionOk="0">
                  <a:moveTo>
                    <a:pt x="434" y="0"/>
                  </a:moveTo>
                  <a:cubicBezTo>
                    <a:pt x="1207" y="4385"/>
                    <a:pt x="1637" y="8813"/>
                    <a:pt x="1723" y="13284"/>
                  </a:cubicBezTo>
                  <a:cubicBezTo>
                    <a:pt x="2282" y="22226"/>
                    <a:pt x="2970" y="33232"/>
                    <a:pt x="3744" y="45441"/>
                  </a:cubicBezTo>
                  <a:cubicBezTo>
                    <a:pt x="4518" y="57650"/>
                    <a:pt x="4947" y="69387"/>
                    <a:pt x="5119" y="77598"/>
                  </a:cubicBezTo>
                  <a:cubicBezTo>
                    <a:pt x="5420" y="82069"/>
                    <a:pt x="5291" y="86540"/>
                    <a:pt x="4819" y="90968"/>
                  </a:cubicBezTo>
                  <a:cubicBezTo>
                    <a:pt x="4045" y="86583"/>
                    <a:pt x="3615" y="82155"/>
                    <a:pt x="3529" y="77684"/>
                  </a:cubicBezTo>
                  <a:cubicBezTo>
                    <a:pt x="2970" y="68785"/>
                    <a:pt x="2282" y="57736"/>
                    <a:pt x="1508" y="45570"/>
                  </a:cubicBezTo>
                  <a:cubicBezTo>
                    <a:pt x="734" y="33404"/>
                    <a:pt x="304" y="21624"/>
                    <a:pt x="176" y="13370"/>
                  </a:cubicBezTo>
                  <a:cubicBezTo>
                    <a:pt x="-125" y="8899"/>
                    <a:pt x="-39" y="4428"/>
                    <a:pt x="434"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4" name="Google Shape;314;p48"/>
            <p:cNvSpPr/>
            <p:nvPr/>
          </p:nvSpPr>
          <p:spPr>
            <a:xfrm>
              <a:off x="1656180" y="5202048"/>
              <a:ext cx="40738" cy="40196"/>
            </a:xfrm>
            <a:custGeom>
              <a:avLst/>
              <a:gdLst/>
              <a:ahLst/>
              <a:cxnLst/>
              <a:rect l="l" t="t" r="r" b="b"/>
              <a:pathLst>
                <a:path w="40738" h="40196" extrusionOk="0">
                  <a:moveTo>
                    <a:pt x="15951" y="731"/>
                  </a:moveTo>
                  <a:cubicBezTo>
                    <a:pt x="15951" y="731"/>
                    <a:pt x="14360" y="1290"/>
                    <a:pt x="11652" y="2794"/>
                  </a:cubicBezTo>
                  <a:cubicBezTo>
                    <a:pt x="8084" y="4944"/>
                    <a:pt x="5289" y="8082"/>
                    <a:pt x="3527" y="11823"/>
                  </a:cubicBezTo>
                  <a:cubicBezTo>
                    <a:pt x="775" y="17325"/>
                    <a:pt x="1119" y="23817"/>
                    <a:pt x="4386" y="29019"/>
                  </a:cubicBezTo>
                  <a:cubicBezTo>
                    <a:pt x="9416" y="37746"/>
                    <a:pt x="20594" y="40712"/>
                    <a:pt x="29278" y="35682"/>
                  </a:cubicBezTo>
                  <a:cubicBezTo>
                    <a:pt x="33749" y="33103"/>
                    <a:pt x="36930" y="28718"/>
                    <a:pt x="38005" y="23645"/>
                  </a:cubicBezTo>
                  <a:cubicBezTo>
                    <a:pt x="39553" y="17755"/>
                    <a:pt x="37919" y="11522"/>
                    <a:pt x="33706" y="7136"/>
                  </a:cubicBezTo>
                  <a:cubicBezTo>
                    <a:pt x="30869" y="4084"/>
                    <a:pt x="27214" y="1977"/>
                    <a:pt x="23173" y="1075"/>
                  </a:cubicBezTo>
                  <a:cubicBezTo>
                    <a:pt x="20336" y="430"/>
                    <a:pt x="18874" y="602"/>
                    <a:pt x="18616" y="387"/>
                  </a:cubicBezTo>
                  <a:cubicBezTo>
                    <a:pt x="18358" y="172"/>
                    <a:pt x="19046" y="387"/>
                    <a:pt x="19820" y="129"/>
                  </a:cubicBezTo>
                  <a:cubicBezTo>
                    <a:pt x="20981" y="-43"/>
                    <a:pt x="22185" y="-43"/>
                    <a:pt x="23345" y="129"/>
                  </a:cubicBezTo>
                  <a:cubicBezTo>
                    <a:pt x="27687" y="774"/>
                    <a:pt x="31729" y="2794"/>
                    <a:pt x="34824" y="5933"/>
                  </a:cubicBezTo>
                  <a:cubicBezTo>
                    <a:pt x="37016" y="8082"/>
                    <a:pt x="38693" y="10705"/>
                    <a:pt x="39725" y="13585"/>
                  </a:cubicBezTo>
                  <a:cubicBezTo>
                    <a:pt x="40885" y="16981"/>
                    <a:pt x="41057" y="20593"/>
                    <a:pt x="40198" y="24075"/>
                  </a:cubicBezTo>
                  <a:cubicBezTo>
                    <a:pt x="37919" y="35037"/>
                    <a:pt x="27214" y="42045"/>
                    <a:pt x="16252" y="39766"/>
                  </a:cubicBezTo>
                  <a:cubicBezTo>
                    <a:pt x="10577" y="38606"/>
                    <a:pt x="5676" y="35037"/>
                    <a:pt x="2796" y="30007"/>
                  </a:cubicBezTo>
                  <a:cubicBezTo>
                    <a:pt x="904" y="26955"/>
                    <a:pt x="-42" y="23473"/>
                    <a:pt x="1" y="19905"/>
                  </a:cubicBezTo>
                  <a:cubicBezTo>
                    <a:pt x="130" y="16895"/>
                    <a:pt x="904" y="13972"/>
                    <a:pt x="2280" y="11307"/>
                  </a:cubicBezTo>
                  <a:cubicBezTo>
                    <a:pt x="4257" y="7351"/>
                    <a:pt x="7439" y="4170"/>
                    <a:pt x="11394" y="2193"/>
                  </a:cubicBezTo>
                  <a:cubicBezTo>
                    <a:pt x="12426" y="1634"/>
                    <a:pt x="13543" y="1247"/>
                    <a:pt x="14704" y="1032"/>
                  </a:cubicBezTo>
                  <a:cubicBezTo>
                    <a:pt x="15521" y="688"/>
                    <a:pt x="15908" y="645"/>
                    <a:pt x="15951" y="73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 name="Google Shape;315;p48"/>
            <p:cNvSpPr/>
            <p:nvPr/>
          </p:nvSpPr>
          <p:spPr>
            <a:xfrm>
              <a:off x="1734204" y="5423912"/>
              <a:ext cx="40730" cy="40260"/>
            </a:xfrm>
            <a:custGeom>
              <a:avLst/>
              <a:gdLst/>
              <a:ahLst/>
              <a:cxnLst/>
              <a:rect l="l" t="t" r="r" b="b"/>
              <a:pathLst>
                <a:path w="40730" h="40260" extrusionOk="0">
                  <a:moveTo>
                    <a:pt x="15869" y="698"/>
                  </a:moveTo>
                  <a:cubicBezTo>
                    <a:pt x="15869" y="698"/>
                    <a:pt x="14278" y="1300"/>
                    <a:pt x="11570" y="2762"/>
                  </a:cubicBezTo>
                  <a:cubicBezTo>
                    <a:pt x="8044" y="4912"/>
                    <a:pt x="5207" y="8050"/>
                    <a:pt x="3487" y="11790"/>
                  </a:cubicBezTo>
                  <a:cubicBezTo>
                    <a:pt x="736" y="17293"/>
                    <a:pt x="1080" y="23784"/>
                    <a:pt x="4347" y="28986"/>
                  </a:cubicBezTo>
                  <a:cubicBezTo>
                    <a:pt x="9377" y="37714"/>
                    <a:pt x="20555" y="40680"/>
                    <a:pt x="29239" y="35650"/>
                  </a:cubicBezTo>
                  <a:cubicBezTo>
                    <a:pt x="33710" y="33071"/>
                    <a:pt x="36891" y="28685"/>
                    <a:pt x="37966" y="23613"/>
                  </a:cubicBezTo>
                  <a:cubicBezTo>
                    <a:pt x="39514" y="17723"/>
                    <a:pt x="37880" y="11489"/>
                    <a:pt x="33667" y="7104"/>
                  </a:cubicBezTo>
                  <a:cubicBezTo>
                    <a:pt x="30872" y="4095"/>
                    <a:pt x="27218" y="1945"/>
                    <a:pt x="23177" y="1042"/>
                  </a:cubicBezTo>
                  <a:cubicBezTo>
                    <a:pt x="20297" y="398"/>
                    <a:pt x="18620" y="570"/>
                    <a:pt x="18620" y="355"/>
                  </a:cubicBezTo>
                  <a:cubicBezTo>
                    <a:pt x="19007" y="183"/>
                    <a:pt x="19394" y="97"/>
                    <a:pt x="19824" y="97"/>
                  </a:cubicBezTo>
                  <a:cubicBezTo>
                    <a:pt x="20985" y="-32"/>
                    <a:pt x="22145" y="-32"/>
                    <a:pt x="23306" y="97"/>
                  </a:cubicBezTo>
                  <a:cubicBezTo>
                    <a:pt x="27691" y="742"/>
                    <a:pt x="31732" y="2805"/>
                    <a:pt x="34828" y="5943"/>
                  </a:cubicBezTo>
                  <a:cubicBezTo>
                    <a:pt x="37020" y="8093"/>
                    <a:pt x="38654" y="10672"/>
                    <a:pt x="39686" y="13553"/>
                  </a:cubicBezTo>
                  <a:cubicBezTo>
                    <a:pt x="40889" y="16906"/>
                    <a:pt x="41061" y="20560"/>
                    <a:pt x="40158" y="24042"/>
                  </a:cubicBezTo>
                  <a:cubicBezTo>
                    <a:pt x="37966" y="34962"/>
                    <a:pt x="27390" y="42056"/>
                    <a:pt x="16471" y="39863"/>
                  </a:cubicBezTo>
                  <a:cubicBezTo>
                    <a:pt x="10710" y="38702"/>
                    <a:pt x="5723" y="35091"/>
                    <a:pt x="2800" y="29975"/>
                  </a:cubicBezTo>
                  <a:cubicBezTo>
                    <a:pt x="908" y="26966"/>
                    <a:pt x="-81" y="23441"/>
                    <a:pt x="5" y="19872"/>
                  </a:cubicBezTo>
                  <a:cubicBezTo>
                    <a:pt x="91" y="16863"/>
                    <a:pt x="908" y="13940"/>
                    <a:pt x="2284" y="11274"/>
                  </a:cubicBezTo>
                  <a:cubicBezTo>
                    <a:pt x="4261" y="7319"/>
                    <a:pt x="7443" y="4138"/>
                    <a:pt x="11398" y="2160"/>
                  </a:cubicBezTo>
                  <a:cubicBezTo>
                    <a:pt x="12429" y="1644"/>
                    <a:pt x="13547" y="1257"/>
                    <a:pt x="14708" y="999"/>
                  </a:cubicBezTo>
                  <a:cubicBezTo>
                    <a:pt x="15095" y="828"/>
                    <a:pt x="15482" y="742"/>
                    <a:pt x="15869" y="698"/>
                  </a:cubicBezTo>
                  <a:lnTo>
                    <a:pt x="15869" y="69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 name="Google Shape;316;p48"/>
            <p:cNvSpPr/>
            <p:nvPr/>
          </p:nvSpPr>
          <p:spPr>
            <a:xfrm>
              <a:off x="1293555" y="5263524"/>
              <a:ext cx="203689" cy="64426"/>
            </a:xfrm>
            <a:custGeom>
              <a:avLst/>
              <a:gdLst/>
              <a:ahLst/>
              <a:cxnLst/>
              <a:rect l="l" t="t" r="r" b="b"/>
              <a:pathLst>
                <a:path w="203689" h="64426" extrusionOk="0">
                  <a:moveTo>
                    <a:pt x="203690" y="0"/>
                  </a:moveTo>
                  <a:cubicBezTo>
                    <a:pt x="203260" y="688"/>
                    <a:pt x="202744" y="1333"/>
                    <a:pt x="202142" y="1892"/>
                  </a:cubicBezTo>
                  <a:cubicBezTo>
                    <a:pt x="201110" y="3095"/>
                    <a:pt x="199563" y="4858"/>
                    <a:pt x="197456" y="7051"/>
                  </a:cubicBezTo>
                  <a:cubicBezTo>
                    <a:pt x="191437" y="13198"/>
                    <a:pt x="184989" y="18959"/>
                    <a:pt x="178196" y="24247"/>
                  </a:cubicBezTo>
                  <a:cubicBezTo>
                    <a:pt x="155583" y="41615"/>
                    <a:pt x="129488" y="53867"/>
                    <a:pt x="101673" y="60230"/>
                  </a:cubicBezTo>
                  <a:cubicBezTo>
                    <a:pt x="86411" y="63884"/>
                    <a:pt x="70677" y="65174"/>
                    <a:pt x="55028" y="64013"/>
                  </a:cubicBezTo>
                  <a:cubicBezTo>
                    <a:pt x="42131" y="63067"/>
                    <a:pt x="29707" y="58639"/>
                    <a:pt x="19174" y="51116"/>
                  </a:cubicBezTo>
                  <a:cubicBezTo>
                    <a:pt x="12123" y="45957"/>
                    <a:pt x="6492" y="39164"/>
                    <a:pt x="2708" y="31297"/>
                  </a:cubicBezTo>
                  <a:cubicBezTo>
                    <a:pt x="1763" y="29148"/>
                    <a:pt x="989" y="26955"/>
                    <a:pt x="387" y="24677"/>
                  </a:cubicBezTo>
                  <a:cubicBezTo>
                    <a:pt x="129" y="23903"/>
                    <a:pt x="0" y="23086"/>
                    <a:pt x="0" y="22269"/>
                  </a:cubicBezTo>
                  <a:cubicBezTo>
                    <a:pt x="215" y="22269"/>
                    <a:pt x="860" y="25536"/>
                    <a:pt x="3525" y="30867"/>
                  </a:cubicBezTo>
                  <a:cubicBezTo>
                    <a:pt x="7480" y="38391"/>
                    <a:pt x="13155" y="44882"/>
                    <a:pt x="20120" y="49740"/>
                  </a:cubicBezTo>
                  <a:cubicBezTo>
                    <a:pt x="30523" y="56877"/>
                    <a:pt x="42604" y="61133"/>
                    <a:pt x="55200" y="61992"/>
                  </a:cubicBezTo>
                  <a:cubicBezTo>
                    <a:pt x="70634" y="62981"/>
                    <a:pt x="86153" y="61648"/>
                    <a:pt x="101200" y="58037"/>
                  </a:cubicBezTo>
                  <a:cubicBezTo>
                    <a:pt x="128714" y="51718"/>
                    <a:pt x="154594" y="39766"/>
                    <a:pt x="177251" y="22957"/>
                  </a:cubicBezTo>
                  <a:cubicBezTo>
                    <a:pt x="184086" y="17841"/>
                    <a:pt x="190621" y="12338"/>
                    <a:pt x="196811" y="6492"/>
                  </a:cubicBezTo>
                  <a:lnTo>
                    <a:pt x="201841" y="1634"/>
                  </a:lnTo>
                  <a:cubicBezTo>
                    <a:pt x="203002" y="473"/>
                    <a:pt x="203604" y="0"/>
                    <a:pt x="203690" y="0"/>
                  </a:cubicBezTo>
                  <a:lnTo>
                    <a:pt x="203690"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 name="Google Shape;317;p48"/>
            <p:cNvSpPr/>
            <p:nvPr/>
          </p:nvSpPr>
          <p:spPr>
            <a:xfrm>
              <a:off x="1293555" y="5303720"/>
              <a:ext cx="203689" cy="64402"/>
            </a:xfrm>
            <a:custGeom>
              <a:avLst/>
              <a:gdLst/>
              <a:ahLst/>
              <a:cxnLst/>
              <a:rect l="l" t="t" r="r" b="b"/>
              <a:pathLst>
                <a:path w="203689" h="64402" extrusionOk="0">
                  <a:moveTo>
                    <a:pt x="203690" y="0"/>
                  </a:moveTo>
                  <a:cubicBezTo>
                    <a:pt x="203260" y="688"/>
                    <a:pt x="202744" y="1333"/>
                    <a:pt x="202142" y="1892"/>
                  </a:cubicBezTo>
                  <a:cubicBezTo>
                    <a:pt x="201110" y="3095"/>
                    <a:pt x="199563" y="4901"/>
                    <a:pt x="197456" y="7094"/>
                  </a:cubicBezTo>
                  <a:cubicBezTo>
                    <a:pt x="171318" y="33662"/>
                    <a:pt x="138043" y="52105"/>
                    <a:pt x="101673" y="60187"/>
                  </a:cubicBezTo>
                  <a:cubicBezTo>
                    <a:pt x="86411" y="63841"/>
                    <a:pt x="70677" y="65131"/>
                    <a:pt x="55028" y="64013"/>
                  </a:cubicBezTo>
                  <a:cubicBezTo>
                    <a:pt x="42131" y="63068"/>
                    <a:pt x="29707" y="58596"/>
                    <a:pt x="19174" y="51116"/>
                  </a:cubicBezTo>
                  <a:cubicBezTo>
                    <a:pt x="12123" y="46000"/>
                    <a:pt x="6449" y="39207"/>
                    <a:pt x="2708" y="31340"/>
                  </a:cubicBezTo>
                  <a:cubicBezTo>
                    <a:pt x="1763" y="29191"/>
                    <a:pt x="989" y="26955"/>
                    <a:pt x="387" y="24677"/>
                  </a:cubicBezTo>
                  <a:cubicBezTo>
                    <a:pt x="129" y="23903"/>
                    <a:pt x="0" y="23086"/>
                    <a:pt x="0" y="22269"/>
                  </a:cubicBezTo>
                  <a:cubicBezTo>
                    <a:pt x="215" y="22269"/>
                    <a:pt x="860" y="25536"/>
                    <a:pt x="3525" y="30867"/>
                  </a:cubicBezTo>
                  <a:cubicBezTo>
                    <a:pt x="7480" y="38391"/>
                    <a:pt x="13155" y="44882"/>
                    <a:pt x="20120" y="49783"/>
                  </a:cubicBezTo>
                  <a:cubicBezTo>
                    <a:pt x="30523" y="56920"/>
                    <a:pt x="42647" y="61133"/>
                    <a:pt x="55200" y="61993"/>
                  </a:cubicBezTo>
                  <a:cubicBezTo>
                    <a:pt x="70634" y="62981"/>
                    <a:pt x="86153" y="61649"/>
                    <a:pt x="101200" y="58037"/>
                  </a:cubicBezTo>
                  <a:cubicBezTo>
                    <a:pt x="128714" y="51718"/>
                    <a:pt x="154594" y="39809"/>
                    <a:pt x="177251" y="23000"/>
                  </a:cubicBezTo>
                  <a:cubicBezTo>
                    <a:pt x="184086" y="17884"/>
                    <a:pt x="190621" y="12338"/>
                    <a:pt x="196811" y="6492"/>
                  </a:cubicBezTo>
                  <a:lnTo>
                    <a:pt x="201841" y="1634"/>
                  </a:lnTo>
                  <a:cubicBezTo>
                    <a:pt x="202400" y="1032"/>
                    <a:pt x="203002" y="473"/>
                    <a:pt x="203690" y="0"/>
                  </a:cubicBezTo>
                  <a:lnTo>
                    <a:pt x="203690"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 name="Google Shape;318;p48"/>
            <p:cNvSpPr/>
            <p:nvPr/>
          </p:nvSpPr>
          <p:spPr>
            <a:xfrm>
              <a:off x="1263845" y="5291554"/>
              <a:ext cx="249998" cy="292777"/>
            </a:xfrm>
            <a:custGeom>
              <a:avLst/>
              <a:gdLst/>
              <a:ahLst/>
              <a:cxnLst/>
              <a:rect l="l" t="t" r="r" b="b"/>
              <a:pathLst>
                <a:path w="249998" h="292777" extrusionOk="0">
                  <a:moveTo>
                    <a:pt x="239719" y="0"/>
                  </a:moveTo>
                  <a:cubicBezTo>
                    <a:pt x="239891" y="559"/>
                    <a:pt x="239977" y="1118"/>
                    <a:pt x="240020" y="1719"/>
                  </a:cubicBezTo>
                  <a:cubicBezTo>
                    <a:pt x="240020" y="2966"/>
                    <a:pt x="240321" y="4686"/>
                    <a:pt x="240579" y="6835"/>
                  </a:cubicBezTo>
                  <a:cubicBezTo>
                    <a:pt x="241095" y="11478"/>
                    <a:pt x="241826" y="18099"/>
                    <a:pt x="242728" y="26568"/>
                  </a:cubicBezTo>
                  <a:cubicBezTo>
                    <a:pt x="244534" y="43764"/>
                    <a:pt x="247973" y="68398"/>
                    <a:pt x="249521" y="99222"/>
                  </a:cubicBezTo>
                  <a:cubicBezTo>
                    <a:pt x="250424" y="116032"/>
                    <a:pt x="250037" y="132884"/>
                    <a:pt x="248446" y="149651"/>
                  </a:cubicBezTo>
                  <a:cubicBezTo>
                    <a:pt x="246684" y="168953"/>
                    <a:pt x="242341" y="187955"/>
                    <a:pt x="235549" y="206097"/>
                  </a:cubicBezTo>
                  <a:cubicBezTo>
                    <a:pt x="228069" y="226303"/>
                    <a:pt x="216160" y="244574"/>
                    <a:pt x="200769" y="259620"/>
                  </a:cubicBezTo>
                  <a:cubicBezTo>
                    <a:pt x="192601" y="267531"/>
                    <a:pt x="183401" y="274323"/>
                    <a:pt x="173427" y="279826"/>
                  </a:cubicBezTo>
                  <a:cubicBezTo>
                    <a:pt x="163110" y="285458"/>
                    <a:pt x="151975" y="289370"/>
                    <a:pt x="140411" y="291477"/>
                  </a:cubicBezTo>
                  <a:cubicBezTo>
                    <a:pt x="117368" y="295217"/>
                    <a:pt x="93723" y="290832"/>
                    <a:pt x="73560" y="279095"/>
                  </a:cubicBezTo>
                  <a:cubicBezTo>
                    <a:pt x="54730" y="268434"/>
                    <a:pt x="38910" y="253258"/>
                    <a:pt x="27431" y="234901"/>
                  </a:cubicBezTo>
                  <a:cubicBezTo>
                    <a:pt x="17328" y="218307"/>
                    <a:pt x="10063" y="200165"/>
                    <a:pt x="5936" y="181206"/>
                  </a:cubicBezTo>
                  <a:cubicBezTo>
                    <a:pt x="2282" y="164697"/>
                    <a:pt x="261" y="147888"/>
                    <a:pt x="3" y="130992"/>
                  </a:cubicBezTo>
                  <a:cubicBezTo>
                    <a:pt x="-83" y="106617"/>
                    <a:pt x="1637" y="82327"/>
                    <a:pt x="5162" y="58209"/>
                  </a:cubicBezTo>
                  <a:cubicBezTo>
                    <a:pt x="6409" y="49611"/>
                    <a:pt x="7355" y="43163"/>
                    <a:pt x="7999" y="38563"/>
                  </a:cubicBezTo>
                  <a:cubicBezTo>
                    <a:pt x="8343" y="36413"/>
                    <a:pt x="8644" y="34736"/>
                    <a:pt x="8816" y="33447"/>
                  </a:cubicBezTo>
                  <a:cubicBezTo>
                    <a:pt x="8902" y="32845"/>
                    <a:pt x="9031" y="32286"/>
                    <a:pt x="9203" y="31727"/>
                  </a:cubicBezTo>
                  <a:cubicBezTo>
                    <a:pt x="9203" y="32329"/>
                    <a:pt x="9203" y="32888"/>
                    <a:pt x="9203" y="33490"/>
                  </a:cubicBezTo>
                  <a:cubicBezTo>
                    <a:pt x="9203" y="34779"/>
                    <a:pt x="8859" y="36456"/>
                    <a:pt x="8601" y="38606"/>
                  </a:cubicBezTo>
                  <a:cubicBezTo>
                    <a:pt x="8042" y="43249"/>
                    <a:pt x="7225" y="49869"/>
                    <a:pt x="6151" y="58295"/>
                  </a:cubicBezTo>
                  <a:cubicBezTo>
                    <a:pt x="3012" y="82370"/>
                    <a:pt x="1551" y="106660"/>
                    <a:pt x="1852" y="130949"/>
                  </a:cubicBezTo>
                  <a:cubicBezTo>
                    <a:pt x="2196" y="147673"/>
                    <a:pt x="4259" y="164353"/>
                    <a:pt x="7956" y="180690"/>
                  </a:cubicBezTo>
                  <a:cubicBezTo>
                    <a:pt x="12169" y="199390"/>
                    <a:pt x="19392" y="217318"/>
                    <a:pt x="29452" y="233654"/>
                  </a:cubicBezTo>
                  <a:cubicBezTo>
                    <a:pt x="40672" y="251710"/>
                    <a:pt x="56235" y="266671"/>
                    <a:pt x="74721" y="277161"/>
                  </a:cubicBezTo>
                  <a:cubicBezTo>
                    <a:pt x="94454" y="288639"/>
                    <a:pt x="117583" y="292938"/>
                    <a:pt x="140110" y="289241"/>
                  </a:cubicBezTo>
                  <a:cubicBezTo>
                    <a:pt x="151416" y="287221"/>
                    <a:pt x="162336" y="283394"/>
                    <a:pt x="172439" y="277848"/>
                  </a:cubicBezTo>
                  <a:cubicBezTo>
                    <a:pt x="182241" y="272475"/>
                    <a:pt x="191312" y="265811"/>
                    <a:pt x="199351" y="258030"/>
                  </a:cubicBezTo>
                  <a:cubicBezTo>
                    <a:pt x="214570" y="243241"/>
                    <a:pt x="226306" y="225228"/>
                    <a:pt x="233743" y="205366"/>
                  </a:cubicBezTo>
                  <a:cubicBezTo>
                    <a:pt x="240493" y="187396"/>
                    <a:pt x="244835" y="168609"/>
                    <a:pt x="246641" y="149478"/>
                  </a:cubicBezTo>
                  <a:cubicBezTo>
                    <a:pt x="248317" y="132798"/>
                    <a:pt x="248747" y="116032"/>
                    <a:pt x="247973" y="99308"/>
                  </a:cubicBezTo>
                  <a:cubicBezTo>
                    <a:pt x="246641" y="68570"/>
                    <a:pt x="243674" y="43808"/>
                    <a:pt x="241912" y="26654"/>
                  </a:cubicBezTo>
                  <a:cubicBezTo>
                    <a:pt x="241052" y="18056"/>
                    <a:pt x="240493" y="11392"/>
                    <a:pt x="240149" y="6878"/>
                  </a:cubicBezTo>
                  <a:cubicBezTo>
                    <a:pt x="240149" y="4729"/>
                    <a:pt x="239891" y="3009"/>
                    <a:pt x="239805" y="1719"/>
                  </a:cubicBezTo>
                  <a:cubicBezTo>
                    <a:pt x="239719" y="430"/>
                    <a:pt x="239719" y="0"/>
                    <a:pt x="239719" y="0"/>
                  </a:cubicBezTo>
                  <a:lnTo>
                    <a:pt x="239719"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 name="Google Shape;319;p48"/>
            <p:cNvSpPr/>
            <p:nvPr/>
          </p:nvSpPr>
          <p:spPr>
            <a:xfrm>
              <a:off x="1279712" y="5504530"/>
              <a:ext cx="218091" cy="101689"/>
            </a:xfrm>
            <a:custGeom>
              <a:avLst/>
              <a:gdLst/>
              <a:ahLst/>
              <a:cxnLst/>
              <a:rect l="l" t="t" r="r" b="b"/>
              <a:pathLst>
                <a:path w="218091" h="101689" extrusionOk="0">
                  <a:moveTo>
                    <a:pt x="129" y="0"/>
                  </a:moveTo>
                  <a:cubicBezTo>
                    <a:pt x="7867" y="26224"/>
                    <a:pt x="11178" y="33017"/>
                    <a:pt x="25665" y="53953"/>
                  </a:cubicBezTo>
                  <a:cubicBezTo>
                    <a:pt x="39036" y="73815"/>
                    <a:pt x="58639" y="88647"/>
                    <a:pt x="81338" y="96170"/>
                  </a:cubicBezTo>
                  <a:cubicBezTo>
                    <a:pt x="114355" y="107563"/>
                    <a:pt x="150940" y="101071"/>
                    <a:pt x="177981" y="78974"/>
                  </a:cubicBezTo>
                  <a:cubicBezTo>
                    <a:pt x="204249" y="57006"/>
                    <a:pt x="213535" y="23086"/>
                    <a:pt x="218092" y="86"/>
                  </a:cubicBezTo>
                  <a:cubicBezTo>
                    <a:pt x="206656" y="15477"/>
                    <a:pt x="194490" y="37359"/>
                    <a:pt x="180088" y="50041"/>
                  </a:cubicBezTo>
                  <a:cubicBezTo>
                    <a:pt x="165686" y="62723"/>
                    <a:pt x="146641" y="73815"/>
                    <a:pt x="127639" y="77125"/>
                  </a:cubicBezTo>
                  <a:cubicBezTo>
                    <a:pt x="101845" y="81424"/>
                    <a:pt x="71107" y="73686"/>
                    <a:pt x="49052" y="59671"/>
                  </a:cubicBezTo>
                  <a:cubicBezTo>
                    <a:pt x="26998" y="45656"/>
                    <a:pt x="13671" y="20549"/>
                    <a:pt x="0" y="43"/>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 name="Google Shape;320;p48"/>
            <p:cNvSpPr/>
            <p:nvPr/>
          </p:nvSpPr>
          <p:spPr>
            <a:xfrm>
              <a:off x="1298241" y="5337769"/>
              <a:ext cx="122050" cy="43604"/>
            </a:xfrm>
            <a:custGeom>
              <a:avLst/>
              <a:gdLst/>
              <a:ahLst/>
              <a:cxnLst/>
              <a:rect l="l" t="t" r="r" b="b"/>
              <a:pathLst>
                <a:path w="122050" h="43604" extrusionOk="0">
                  <a:moveTo>
                    <a:pt x="0" y="0"/>
                  </a:moveTo>
                  <a:cubicBezTo>
                    <a:pt x="9974" y="22183"/>
                    <a:pt x="30179" y="38047"/>
                    <a:pt x="54125" y="42432"/>
                  </a:cubicBezTo>
                  <a:cubicBezTo>
                    <a:pt x="77383" y="46731"/>
                    <a:pt x="107520" y="39379"/>
                    <a:pt x="122051" y="17540"/>
                  </a:cubicBezTo>
                  <a:cubicBezTo>
                    <a:pt x="70892" y="35510"/>
                    <a:pt x="20034" y="35940"/>
                    <a:pt x="0" y="0"/>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 name="Google Shape;321;p48"/>
            <p:cNvSpPr/>
            <p:nvPr/>
          </p:nvSpPr>
          <p:spPr>
            <a:xfrm>
              <a:off x="1655152" y="5226336"/>
              <a:ext cx="63494" cy="48150"/>
            </a:xfrm>
            <a:custGeom>
              <a:avLst/>
              <a:gdLst/>
              <a:ahLst/>
              <a:cxnLst/>
              <a:rect l="l" t="t" r="r" b="b"/>
              <a:pathLst>
                <a:path w="63494" h="48150" extrusionOk="0">
                  <a:moveTo>
                    <a:pt x="63494" y="48022"/>
                  </a:moveTo>
                  <a:cubicBezTo>
                    <a:pt x="62420" y="48194"/>
                    <a:pt x="61259" y="48194"/>
                    <a:pt x="60184" y="48022"/>
                  </a:cubicBezTo>
                  <a:cubicBezTo>
                    <a:pt x="57261" y="47635"/>
                    <a:pt x="54380" y="46990"/>
                    <a:pt x="51586" y="46130"/>
                  </a:cubicBezTo>
                  <a:cubicBezTo>
                    <a:pt x="32412" y="40456"/>
                    <a:pt x="15990" y="27988"/>
                    <a:pt x="5371" y="11050"/>
                  </a:cubicBezTo>
                  <a:cubicBezTo>
                    <a:pt x="3737" y="8514"/>
                    <a:pt x="2319" y="5891"/>
                    <a:pt x="1072" y="3140"/>
                  </a:cubicBezTo>
                  <a:cubicBezTo>
                    <a:pt x="255" y="1162"/>
                    <a:pt x="-132" y="87"/>
                    <a:pt x="40" y="1"/>
                  </a:cubicBezTo>
                  <a:cubicBezTo>
                    <a:pt x="212" y="-84"/>
                    <a:pt x="2362" y="4042"/>
                    <a:pt x="6575" y="10190"/>
                  </a:cubicBezTo>
                  <a:cubicBezTo>
                    <a:pt x="12121" y="18100"/>
                    <a:pt x="18870" y="25151"/>
                    <a:pt x="26522" y="31041"/>
                  </a:cubicBezTo>
                  <a:cubicBezTo>
                    <a:pt x="34261" y="36844"/>
                    <a:pt x="42859" y="41444"/>
                    <a:pt x="51973" y="44626"/>
                  </a:cubicBezTo>
                  <a:cubicBezTo>
                    <a:pt x="58980" y="46818"/>
                    <a:pt x="63537" y="47635"/>
                    <a:pt x="63494" y="48022"/>
                  </a:cubicBezTo>
                  <a:lnTo>
                    <a:pt x="63494" y="4802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 name="Google Shape;322;p48"/>
            <p:cNvSpPr/>
            <p:nvPr/>
          </p:nvSpPr>
          <p:spPr>
            <a:xfrm>
              <a:off x="1659147" y="5229132"/>
              <a:ext cx="64851" cy="42278"/>
            </a:xfrm>
            <a:custGeom>
              <a:avLst/>
              <a:gdLst/>
              <a:ahLst/>
              <a:cxnLst/>
              <a:rect l="l" t="t" r="r" b="b"/>
              <a:pathLst>
                <a:path w="64851" h="42278" extrusionOk="0">
                  <a:moveTo>
                    <a:pt x="0" y="0"/>
                  </a:moveTo>
                  <a:cubicBezTo>
                    <a:pt x="5288" y="17970"/>
                    <a:pt x="25236" y="34737"/>
                    <a:pt x="42991" y="40626"/>
                  </a:cubicBezTo>
                  <a:cubicBezTo>
                    <a:pt x="46473" y="41916"/>
                    <a:pt x="50170" y="42475"/>
                    <a:pt x="53867" y="42217"/>
                  </a:cubicBezTo>
                  <a:cubicBezTo>
                    <a:pt x="57607" y="41959"/>
                    <a:pt x="61047" y="40067"/>
                    <a:pt x="63239" y="37015"/>
                  </a:cubicBezTo>
                  <a:cubicBezTo>
                    <a:pt x="66979" y="31297"/>
                    <a:pt x="63755" y="23172"/>
                    <a:pt x="58252" y="19131"/>
                  </a:cubicBezTo>
                  <a:cubicBezTo>
                    <a:pt x="52406" y="15563"/>
                    <a:pt x="45871" y="13241"/>
                    <a:pt x="39079" y="12295"/>
                  </a:cubicBezTo>
                  <a:cubicBezTo>
                    <a:pt x="25364" y="9114"/>
                    <a:pt x="12983" y="16035"/>
                    <a:pt x="1634" y="4514"/>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 name="Google Shape;323;p48"/>
            <p:cNvSpPr/>
            <p:nvPr/>
          </p:nvSpPr>
          <p:spPr>
            <a:xfrm>
              <a:off x="1278938" y="5153597"/>
              <a:ext cx="229183" cy="66697"/>
            </a:xfrm>
            <a:custGeom>
              <a:avLst/>
              <a:gdLst/>
              <a:ahLst/>
              <a:cxnLst/>
              <a:rect l="l" t="t" r="r" b="b"/>
              <a:pathLst>
                <a:path w="229183" h="66697" extrusionOk="0">
                  <a:moveTo>
                    <a:pt x="0" y="42260"/>
                  </a:moveTo>
                  <a:cubicBezTo>
                    <a:pt x="32071" y="70290"/>
                    <a:pt x="77383" y="71494"/>
                    <a:pt x="118181" y="59456"/>
                  </a:cubicBezTo>
                  <a:cubicBezTo>
                    <a:pt x="158980" y="47419"/>
                    <a:pt x="194533" y="24763"/>
                    <a:pt x="229183" y="0"/>
                  </a:cubicBezTo>
                  <a:cubicBezTo>
                    <a:pt x="191394" y="7523"/>
                    <a:pt x="159151" y="24763"/>
                    <a:pt x="121019" y="30394"/>
                  </a:cubicBezTo>
                  <a:cubicBezTo>
                    <a:pt x="84606" y="35768"/>
                    <a:pt x="46731" y="36327"/>
                    <a:pt x="10920" y="24161"/>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 name="Google Shape;324;p48"/>
            <p:cNvSpPr/>
            <p:nvPr/>
          </p:nvSpPr>
          <p:spPr>
            <a:xfrm>
              <a:off x="1702439" y="5347657"/>
              <a:ext cx="191523" cy="283165"/>
            </a:xfrm>
            <a:custGeom>
              <a:avLst/>
              <a:gdLst/>
              <a:ahLst/>
              <a:cxnLst/>
              <a:rect l="l" t="t" r="r" b="b"/>
              <a:pathLst>
                <a:path w="191523" h="283165" extrusionOk="0">
                  <a:moveTo>
                    <a:pt x="191524" y="278751"/>
                  </a:moveTo>
                  <a:cubicBezTo>
                    <a:pt x="191266" y="278967"/>
                    <a:pt x="191008" y="279138"/>
                    <a:pt x="190707" y="279224"/>
                  </a:cubicBezTo>
                  <a:cubicBezTo>
                    <a:pt x="189890" y="279654"/>
                    <a:pt x="189030" y="280041"/>
                    <a:pt x="188170" y="280385"/>
                  </a:cubicBezTo>
                  <a:cubicBezTo>
                    <a:pt x="184817" y="281718"/>
                    <a:pt x="181292" y="282621"/>
                    <a:pt x="177723" y="282965"/>
                  </a:cubicBezTo>
                  <a:cubicBezTo>
                    <a:pt x="164439" y="284082"/>
                    <a:pt x="151155" y="280514"/>
                    <a:pt x="140193" y="272905"/>
                  </a:cubicBezTo>
                  <a:cubicBezTo>
                    <a:pt x="125920" y="263834"/>
                    <a:pt x="112937" y="248572"/>
                    <a:pt x="99051" y="231634"/>
                  </a:cubicBezTo>
                  <a:cubicBezTo>
                    <a:pt x="84133" y="213062"/>
                    <a:pt x="70763" y="193286"/>
                    <a:pt x="59026" y="172565"/>
                  </a:cubicBezTo>
                  <a:cubicBezTo>
                    <a:pt x="37703" y="134862"/>
                    <a:pt x="21409" y="94536"/>
                    <a:pt x="10490" y="52621"/>
                  </a:cubicBezTo>
                  <a:cubicBezTo>
                    <a:pt x="6191" y="36542"/>
                    <a:pt x="3697" y="23387"/>
                    <a:pt x="2107" y="14230"/>
                  </a:cubicBezTo>
                  <a:cubicBezTo>
                    <a:pt x="1419" y="9931"/>
                    <a:pt x="860" y="6276"/>
                    <a:pt x="430" y="3697"/>
                  </a:cubicBezTo>
                  <a:cubicBezTo>
                    <a:pt x="215" y="2493"/>
                    <a:pt x="86" y="1247"/>
                    <a:pt x="0" y="0"/>
                  </a:cubicBezTo>
                  <a:cubicBezTo>
                    <a:pt x="430" y="1161"/>
                    <a:pt x="731" y="2364"/>
                    <a:pt x="903" y="3611"/>
                  </a:cubicBezTo>
                  <a:lnTo>
                    <a:pt x="2966" y="14058"/>
                  </a:lnTo>
                  <a:cubicBezTo>
                    <a:pt x="4815" y="23129"/>
                    <a:pt x="7695" y="36241"/>
                    <a:pt x="11994" y="52191"/>
                  </a:cubicBezTo>
                  <a:cubicBezTo>
                    <a:pt x="23301" y="93806"/>
                    <a:pt x="39766" y="133873"/>
                    <a:pt x="60961" y="171447"/>
                  </a:cubicBezTo>
                  <a:cubicBezTo>
                    <a:pt x="72654" y="192082"/>
                    <a:pt x="85938" y="211772"/>
                    <a:pt x="100684" y="230344"/>
                  </a:cubicBezTo>
                  <a:cubicBezTo>
                    <a:pt x="114398" y="247282"/>
                    <a:pt x="127209" y="262544"/>
                    <a:pt x="141052" y="271572"/>
                  </a:cubicBezTo>
                  <a:cubicBezTo>
                    <a:pt x="151757" y="279181"/>
                    <a:pt x="164697" y="282879"/>
                    <a:pt x="177809" y="282105"/>
                  </a:cubicBezTo>
                  <a:cubicBezTo>
                    <a:pt x="182495" y="281632"/>
                    <a:pt x="187138" y="280471"/>
                    <a:pt x="191524" y="278751"/>
                  </a:cubicBezTo>
                  <a:lnTo>
                    <a:pt x="191524" y="27875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 name="Google Shape;325;p48"/>
            <p:cNvSpPr/>
            <p:nvPr/>
          </p:nvSpPr>
          <p:spPr>
            <a:xfrm>
              <a:off x="1739368" y="5467816"/>
              <a:ext cx="160397" cy="162205"/>
            </a:xfrm>
            <a:custGeom>
              <a:avLst/>
              <a:gdLst/>
              <a:ahLst/>
              <a:cxnLst/>
              <a:rect l="l" t="t" r="r" b="b"/>
              <a:pathLst>
                <a:path w="160397" h="162205" extrusionOk="0">
                  <a:moveTo>
                    <a:pt x="0" y="0"/>
                  </a:moveTo>
                  <a:cubicBezTo>
                    <a:pt x="0" y="0"/>
                    <a:pt x="63454" y="79791"/>
                    <a:pt x="109755" y="99351"/>
                  </a:cubicBezTo>
                  <a:cubicBezTo>
                    <a:pt x="125447" y="106015"/>
                    <a:pt x="142729" y="111432"/>
                    <a:pt x="153434" y="124673"/>
                  </a:cubicBezTo>
                  <a:cubicBezTo>
                    <a:pt x="158851" y="130821"/>
                    <a:pt x="161301" y="139032"/>
                    <a:pt x="160097" y="147114"/>
                  </a:cubicBezTo>
                  <a:cubicBezTo>
                    <a:pt x="159925" y="148060"/>
                    <a:pt x="159624" y="149006"/>
                    <a:pt x="159237" y="149865"/>
                  </a:cubicBezTo>
                  <a:cubicBezTo>
                    <a:pt x="152574" y="166847"/>
                    <a:pt x="120546" y="164482"/>
                    <a:pt x="105886" y="153734"/>
                  </a:cubicBezTo>
                  <a:cubicBezTo>
                    <a:pt x="99480" y="149049"/>
                    <a:pt x="103264" y="152058"/>
                    <a:pt x="98105" y="148189"/>
                  </a:cubicBezTo>
                  <a:cubicBezTo>
                    <a:pt x="83273" y="137011"/>
                    <a:pt x="3869" y="45054"/>
                    <a:pt x="0" y="0"/>
                  </a:cubicBezTo>
                  <a:lnTo>
                    <a:pt x="0"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 name="Google Shape;326;p48"/>
            <p:cNvSpPr/>
            <p:nvPr/>
          </p:nvSpPr>
          <p:spPr>
            <a:xfrm>
              <a:off x="1390714" y="4382817"/>
              <a:ext cx="449897" cy="613992"/>
            </a:xfrm>
            <a:custGeom>
              <a:avLst/>
              <a:gdLst/>
              <a:ahLst/>
              <a:cxnLst/>
              <a:rect l="l" t="t" r="r" b="b"/>
              <a:pathLst>
                <a:path w="449897" h="613992" extrusionOk="0">
                  <a:moveTo>
                    <a:pt x="68527" y="8082"/>
                  </a:moveTo>
                  <a:lnTo>
                    <a:pt x="109024" y="0"/>
                  </a:lnTo>
                  <a:lnTo>
                    <a:pt x="309318" y="2407"/>
                  </a:lnTo>
                  <a:lnTo>
                    <a:pt x="411077" y="24720"/>
                  </a:lnTo>
                  <a:lnTo>
                    <a:pt x="449897" y="593013"/>
                  </a:lnTo>
                  <a:lnTo>
                    <a:pt x="0" y="613993"/>
                  </a:lnTo>
                  <a:lnTo>
                    <a:pt x="68527" y="8082"/>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 name="Google Shape;327;p48"/>
            <p:cNvSpPr/>
            <p:nvPr/>
          </p:nvSpPr>
          <p:spPr>
            <a:xfrm>
              <a:off x="1744226" y="4391544"/>
              <a:ext cx="312456" cy="585318"/>
            </a:xfrm>
            <a:custGeom>
              <a:avLst/>
              <a:gdLst/>
              <a:ahLst/>
              <a:cxnLst/>
              <a:rect l="l" t="t" r="r" b="b"/>
              <a:pathLst>
                <a:path w="312456" h="585318" extrusionOk="0">
                  <a:moveTo>
                    <a:pt x="6363" y="558148"/>
                  </a:moveTo>
                  <a:lnTo>
                    <a:pt x="15950" y="299688"/>
                  </a:lnTo>
                  <a:lnTo>
                    <a:pt x="0" y="0"/>
                  </a:lnTo>
                  <a:cubicBezTo>
                    <a:pt x="63282" y="16294"/>
                    <a:pt x="149823" y="34393"/>
                    <a:pt x="197757" y="89034"/>
                  </a:cubicBezTo>
                  <a:cubicBezTo>
                    <a:pt x="228839" y="124501"/>
                    <a:pt x="259320" y="169856"/>
                    <a:pt x="270841" y="242897"/>
                  </a:cubicBezTo>
                  <a:cubicBezTo>
                    <a:pt x="284082" y="328879"/>
                    <a:pt x="301537" y="493318"/>
                    <a:pt x="312456" y="585318"/>
                  </a:cubicBezTo>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 name="Google Shape;328;p48"/>
            <p:cNvSpPr/>
            <p:nvPr/>
          </p:nvSpPr>
          <p:spPr>
            <a:xfrm>
              <a:off x="1164686" y="4385999"/>
              <a:ext cx="706448" cy="802499"/>
            </a:xfrm>
            <a:custGeom>
              <a:avLst/>
              <a:gdLst/>
              <a:ahLst/>
              <a:cxnLst/>
              <a:rect l="l" t="t" r="r" b="b"/>
              <a:pathLst>
                <a:path w="706448" h="802499" extrusionOk="0">
                  <a:moveTo>
                    <a:pt x="649529" y="521305"/>
                  </a:moveTo>
                  <a:lnTo>
                    <a:pt x="338491" y="571819"/>
                  </a:lnTo>
                  <a:lnTo>
                    <a:pt x="327485" y="379737"/>
                  </a:lnTo>
                  <a:lnTo>
                    <a:pt x="310289" y="0"/>
                  </a:lnTo>
                  <a:cubicBezTo>
                    <a:pt x="220009" y="3697"/>
                    <a:pt x="117261" y="78286"/>
                    <a:pt x="86437" y="136409"/>
                  </a:cubicBezTo>
                  <a:cubicBezTo>
                    <a:pt x="64941" y="176735"/>
                    <a:pt x="46928" y="223595"/>
                    <a:pt x="41297" y="268950"/>
                  </a:cubicBezTo>
                  <a:cubicBezTo>
                    <a:pt x="30506" y="354931"/>
                    <a:pt x="12235" y="502260"/>
                    <a:pt x="1315" y="594303"/>
                  </a:cubicBezTo>
                  <a:cubicBezTo>
                    <a:pt x="-5391" y="650965"/>
                    <a:pt x="13783" y="707583"/>
                    <a:pt x="53506" y="748554"/>
                  </a:cubicBezTo>
                  <a:lnTo>
                    <a:pt x="53506" y="748554"/>
                  </a:lnTo>
                  <a:cubicBezTo>
                    <a:pt x="98646" y="795113"/>
                    <a:pt x="169323" y="811234"/>
                    <a:pt x="232863" y="798079"/>
                  </a:cubicBezTo>
                  <a:lnTo>
                    <a:pt x="706448" y="664808"/>
                  </a:lnTo>
                  <a:lnTo>
                    <a:pt x="649529" y="521305"/>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 name="Google Shape;329;p48"/>
            <p:cNvSpPr/>
            <p:nvPr/>
          </p:nvSpPr>
          <p:spPr>
            <a:xfrm>
              <a:off x="1780639" y="4400615"/>
              <a:ext cx="70977" cy="503206"/>
            </a:xfrm>
            <a:custGeom>
              <a:avLst/>
              <a:gdLst/>
              <a:ahLst/>
              <a:cxnLst/>
              <a:rect l="l" t="t" r="r" b="b"/>
              <a:pathLst>
                <a:path w="70977" h="503206" extrusionOk="0">
                  <a:moveTo>
                    <a:pt x="731" y="503206"/>
                  </a:moveTo>
                  <a:cubicBezTo>
                    <a:pt x="731" y="502819"/>
                    <a:pt x="817" y="502475"/>
                    <a:pt x="946" y="502131"/>
                  </a:cubicBezTo>
                  <a:cubicBezTo>
                    <a:pt x="1204" y="501357"/>
                    <a:pt x="1505" y="500325"/>
                    <a:pt x="1849" y="499036"/>
                  </a:cubicBezTo>
                  <a:cubicBezTo>
                    <a:pt x="2751" y="496155"/>
                    <a:pt x="3955" y="492157"/>
                    <a:pt x="5546" y="487041"/>
                  </a:cubicBezTo>
                  <a:cubicBezTo>
                    <a:pt x="8899" y="476466"/>
                    <a:pt x="13671" y="461247"/>
                    <a:pt x="19604" y="442417"/>
                  </a:cubicBezTo>
                  <a:lnTo>
                    <a:pt x="68398" y="290058"/>
                  </a:lnTo>
                  <a:lnTo>
                    <a:pt x="69043" y="291391"/>
                  </a:lnTo>
                  <a:lnTo>
                    <a:pt x="18615" y="270541"/>
                  </a:lnTo>
                  <a:lnTo>
                    <a:pt x="16637" y="269724"/>
                  </a:lnTo>
                  <a:lnTo>
                    <a:pt x="18400" y="268563"/>
                  </a:lnTo>
                  <a:lnTo>
                    <a:pt x="30051" y="260910"/>
                  </a:lnTo>
                  <a:lnTo>
                    <a:pt x="68097" y="236062"/>
                  </a:lnTo>
                  <a:lnTo>
                    <a:pt x="67667" y="237266"/>
                  </a:lnTo>
                  <a:cubicBezTo>
                    <a:pt x="48322" y="170114"/>
                    <a:pt x="31297" y="110873"/>
                    <a:pt x="19045" y="68269"/>
                  </a:cubicBezTo>
                  <a:cubicBezTo>
                    <a:pt x="13069" y="47118"/>
                    <a:pt x="8254" y="30093"/>
                    <a:pt x="4858" y="18228"/>
                  </a:cubicBezTo>
                  <a:cubicBezTo>
                    <a:pt x="3310" y="12424"/>
                    <a:pt x="2064" y="7910"/>
                    <a:pt x="1161" y="4686"/>
                  </a:cubicBezTo>
                  <a:cubicBezTo>
                    <a:pt x="774" y="3267"/>
                    <a:pt x="473" y="2107"/>
                    <a:pt x="258" y="1204"/>
                  </a:cubicBezTo>
                  <a:cubicBezTo>
                    <a:pt x="129" y="817"/>
                    <a:pt x="43" y="430"/>
                    <a:pt x="0" y="0"/>
                  </a:cubicBezTo>
                  <a:cubicBezTo>
                    <a:pt x="0" y="0"/>
                    <a:pt x="0" y="344"/>
                    <a:pt x="430" y="1118"/>
                  </a:cubicBezTo>
                  <a:lnTo>
                    <a:pt x="1548" y="4600"/>
                  </a:lnTo>
                  <a:cubicBezTo>
                    <a:pt x="2536" y="7781"/>
                    <a:pt x="3912" y="12252"/>
                    <a:pt x="5632" y="18013"/>
                  </a:cubicBezTo>
                  <a:lnTo>
                    <a:pt x="20464" y="67839"/>
                  </a:lnTo>
                  <a:lnTo>
                    <a:pt x="69774" y="236664"/>
                  </a:lnTo>
                  <a:lnTo>
                    <a:pt x="69989" y="237438"/>
                  </a:lnTo>
                  <a:lnTo>
                    <a:pt x="69301" y="237910"/>
                  </a:lnTo>
                  <a:lnTo>
                    <a:pt x="31297" y="262802"/>
                  </a:lnTo>
                  <a:lnTo>
                    <a:pt x="19647" y="270411"/>
                  </a:lnTo>
                  <a:lnTo>
                    <a:pt x="19647" y="268434"/>
                  </a:lnTo>
                  <a:lnTo>
                    <a:pt x="70032" y="289370"/>
                  </a:lnTo>
                  <a:lnTo>
                    <a:pt x="70978" y="289757"/>
                  </a:lnTo>
                  <a:lnTo>
                    <a:pt x="70677" y="290703"/>
                  </a:lnTo>
                  <a:cubicBezTo>
                    <a:pt x="50815" y="351707"/>
                    <a:pt x="33490" y="404800"/>
                    <a:pt x="21108" y="442847"/>
                  </a:cubicBezTo>
                  <a:cubicBezTo>
                    <a:pt x="14875" y="461677"/>
                    <a:pt x="9931" y="476767"/>
                    <a:pt x="6449" y="487256"/>
                  </a:cubicBezTo>
                  <a:cubicBezTo>
                    <a:pt x="4729" y="492329"/>
                    <a:pt x="3353" y="496327"/>
                    <a:pt x="2407" y="499165"/>
                  </a:cubicBezTo>
                  <a:cubicBezTo>
                    <a:pt x="1978" y="500412"/>
                    <a:pt x="1591" y="501400"/>
                    <a:pt x="1333" y="502217"/>
                  </a:cubicBezTo>
                  <a:cubicBezTo>
                    <a:pt x="1161" y="502561"/>
                    <a:pt x="989" y="502905"/>
                    <a:pt x="731" y="50320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 name="Google Shape;330;p48"/>
            <p:cNvSpPr/>
            <p:nvPr/>
          </p:nvSpPr>
          <p:spPr>
            <a:xfrm>
              <a:off x="1777974" y="4638268"/>
              <a:ext cx="80985" cy="272732"/>
            </a:xfrm>
            <a:custGeom>
              <a:avLst/>
              <a:gdLst/>
              <a:ahLst/>
              <a:cxnLst/>
              <a:rect l="l" t="t" r="r" b="b"/>
              <a:pathLst>
                <a:path w="80985" h="272732" extrusionOk="0">
                  <a:moveTo>
                    <a:pt x="72181" y="0"/>
                  </a:moveTo>
                  <a:cubicBezTo>
                    <a:pt x="69645" y="9329"/>
                    <a:pt x="64142" y="17583"/>
                    <a:pt x="56533" y="23516"/>
                  </a:cubicBezTo>
                  <a:cubicBezTo>
                    <a:pt x="50600" y="26912"/>
                    <a:pt x="53996" y="31426"/>
                    <a:pt x="58897" y="36155"/>
                  </a:cubicBezTo>
                  <a:cubicBezTo>
                    <a:pt x="64787" y="41830"/>
                    <a:pt x="74245" y="43377"/>
                    <a:pt x="78587" y="50256"/>
                  </a:cubicBezTo>
                  <a:cubicBezTo>
                    <a:pt x="82929" y="57135"/>
                    <a:pt x="80479" y="65002"/>
                    <a:pt x="78243" y="72224"/>
                  </a:cubicBezTo>
                  <a:cubicBezTo>
                    <a:pt x="56705" y="140751"/>
                    <a:pt x="30566" y="207731"/>
                    <a:pt x="0" y="272733"/>
                  </a:cubicBezTo>
                  <a:lnTo>
                    <a:pt x="72181" y="52750"/>
                  </a:lnTo>
                  <a:lnTo>
                    <a:pt x="21839" y="31985"/>
                  </a:lnTo>
                  <a:lnTo>
                    <a:pt x="72181" y="0"/>
                  </a:lnTo>
                  <a:lnTo>
                    <a:pt x="72181"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 name="Google Shape;331;p48"/>
            <p:cNvSpPr/>
            <p:nvPr/>
          </p:nvSpPr>
          <p:spPr>
            <a:xfrm>
              <a:off x="1388736" y="4395070"/>
              <a:ext cx="88560" cy="514125"/>
            </a:xfrm>
            <a:custGeom>
              <a:avLst/>
              <a:gdLst/>
              <a:ahLst/>
              <a:cxnLst/>
              <a:rect l="l" t="t" r="r" b="b"/>
              <a:pathLst>
                <a:path w="88560" h="514125" extrusionOk="0">
                  <a:moveTo>
                    <a:pt x="88561" y="514126"/>
                  </a:moveTo>
                  <a:cubicBezTo>
                    <a:pt x="88346" y="513868"/>
                    <a:pt x="88174" y="513567"/>
                    <a:pt x="88045" y="513223"/>
                  </a:cubicBezTo>
                  <a:cubicBezTo>
                    <a:pt x="87744" y="512535"/>
                    <a:pt x="87314" y="511675"/>
                    <a:pt x="86841" y="510557"/>
                  </a:cubicBezTo>
                  <a:lnTo>
                    <a:pt x="82198" y="500068"/>
                  </a:lnTo>
                  <a:cubicBezTo>
                    <a:pt x="78157" y="490781"/>
                    <a:pt x="72396" y="477411"/>
                    <a:pt x="65002" y="460731"/>
                  </a:cubicBezTo>
                  <a:lnTo>
                    <a:pt x="7007" y="324794"/>
                  </a:lnTo>
                  <a:lnTo>
                    <a:pt x="6664" y="324021"/>
                  </a:lnTo>
                  <a:lnTo>
                    <a:pt x="7394" y="323505"/>
                  </a:lnTo>
                  <a:lnTo>
                    <a:pt x="47161" y="295045"/>
                  </a:lnTo>
                  <a:lnTo>
                    <a:pt x="47161" y="296679"/>
                  </a:lnTo>
                  <a:lnTo>
                    <a:pt x="20807" y="275785"/>
                  </a:lnTo>
                  <a:lnTo>
                    <a:pt x="9114" y="266585"/>
                  </a:lnTo>
                  <a:lnTo>
                    <a:pt x="3310" y="262286"/>
                  </a:lnTo>
                  <a:lnTo>
                    <a:pt x="1892" y="261125"/>
                  </a:lnTo>
                  <a:cubicBezTo>
                    <a:pt x="1591" y="260910"/>
                    <a:pt x="1333" y="260652"/>
                    <a:pt x="1075" y="260395"/>
                  </a:cubicBezTo>
                  <a:cubicBezTo>
                    <a:pt x="817" y="260051"/>
                    <a:pt x="602" y="259621"/>
                    <a:pt x="473" y="259191"/>
                  </a:cubicBezTo>
                  <a:cubicBezTo>
                    <a:pt x="172" y="257901"/>
                    <a:pt x="0" y="256611"/>
                    <a:pt x="0" y="255279"/>
                  </a:cubicBezTo>
                  <a:cubicBezTo>
                    <a:pt x="258" y="245649"/>
                    <a:pt x="1161" y="236062"/>
                    <a:pt x="2665" y="226561"/>
                  </a:cubicBezTo>
                  <a:cubicBezTo>
                    <a:pt x="5288" y="207946"/>
                    <a:pt x="8383" y="190062"/>
                    <a:pt x="11264" y="173037"/>
                  </a:cubicBezTo>
                  <a:cubicBezTo>
                    <a:pt x="17368" y="139032"/>
                    <a:pt x="23430" y="108551"/>
                    <a:pt x="28460" y="82757"/>
                  </a:cubicBezTo>
                  <a:cubicBezTo>
                    <a:pt x="33490" y="56963"/>
                    <a:pt x="38004" y="36456"/>
                    <a:pt x="41056" y="22183"/>
                  </a:cubicBezTo>
                  <a:cubicBezTo>
                    <a:pt x="42604" y="15133"/>
                    <a:pt x="43850" y="9630"/>
                    <a:pt x="44710" y="5718"/>
                  </a:cubicBezTo>
                  <a:lnTo>
                    <a:pt x="45699" y="1419"/>
                  </a:lnTo>
                  <a:cubicBezTo>
                    <a:pt x="45785" y="946"/>
                    <a:pt x="45914" y="430"/>
                    <a:pt x="46129" y="0"/>
                  </a:cubicBezTo>
                  <a:cubicBezTo>
                    <a:pt x="46129" y="516"/>
                    <a:pt x="46043" y="1032"/>
                    <a:pt x="45914" y="1505"/>
                  </a:cubicBezTo>
                  <a:cubicBezTo>
                    <a:pt x="45914" y="2579"/>
                    <a:pt x="45441" y="3998"/>
                    <a:pt x="45140" y="5804"/>
                  </a:cubicBezTo>
                  <a:cubicBezTo>
                    <a:pt x="44366" y="9716"/>
                    <a:pt x="43292" y="15219"/>
                    <a:pt x="41916" y="22312"/>
                  </a:cubicBezTo>
                  <a:cubicBezTo>
                    <a:pt x="39079" y="36757"/>
                    <a:pt x="35037" y="57479"/>
                    <a:pt x="30050" y="83015"/>
                  </a:cubicBezTo>
                  <a:cubicBezTo>
                    <a:pt x="25064" y="108551"/>
                    <a:pt x="19217" y="139204"/>
                    <a:pt x="13198" y="173295"/>
                  </a:cubicBezTo>
                  <a:cubicBezTo>
                    <a:pt x="10232" y="190277"/>
                    <a:pt x="7179" y="208161"/>
                    <a:pt x="4600" y="226733"/>
                  </a:cubicBezTo>
                  <a:cubicBezTo>
                    <a:pt x="3138" y="236105"/>
                    <a:pt x="2236" y="245606"/>
                    <a:pt x="1978" y="255107"/>
                  </a:cubicBezTo>
                  <a:cubicBezTo>
                    <a:pt x="1978" y="256224"/>
                    <a:pt x="2107" y="257299"/>
                    <a:pt x="2365" y="258374"/>
                  </a:cubicBezTo>
                  <a:cubicBezTo>
                    <a:pt x="2365" y="258890"/>
                    <a:pt x="3611" y="259664"/>
                    <a:pt x="4514" y="260438"/>
                  </a:cubicBezTo>
                  <a:lnTo>
                    <a:pt x="10275" y="264995"/>
                  </a:lnTo>
                  <a:lnTo>
                    <a:pt x="21925" y="274237"/>
                  </a:lnTo>
                  <a:lnTo>
                    <a:pt x="48236" y="295088"/>
                  </a:lnTo>
                  <a:lnTo>
                    <a:pt x="49396" y="296034"/>
                  </a:lnTo>
                  <a:lnTo>
                    <a:pt x="48193" y="296894"/>
                  </a:lnTo>
                  <a:lnTo>
                    <a:pt x="8383" y="325267"/>
                  </a:lnTo>
                  <a:lnTo>
                    <a:pt x="8727" y="323935"/>
                  </a:lnTo>
                  <a:lnTo>
                    <a:pt x="66378" y="460043"/>
                  </a:lnTo>
                  <a:cubicBezTo>
                    <a:pt x="73385" y="476852"/>
                    <a:pt x="78974" y="490137"/>
                    <a:pt x="82843" y="499638"/>
                  </a:cubicBezTo>
                  <a:cubicBezTo>
                    <a:pt x="84692" y="504152"/>
                    <a:pt x="86153" y="507677"/>
                    <a:pt x="87142" y="510256"/>
                  </a:cubicBezTo>
                  <a:lnTo>
                    <a:pt x="88174" y="513008"/>
                  </a:lnTo>
                  <a:cubicBezTo>
                    <a:pt x="88346" y="513352"/>
                    <a:pt x="88475" y="513739"/>
                    <a:pt x="88561" y="514126"/>
                  </a:cubicBezTo>
                  <a:lnTo>
                    <a:pt x="88561" y="51412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 name="Google Shape;332;p48"/>
            <p:cNvSpPr/>
            <p:nvPr/>
          </p:nvSpPr>
          <p:spPr>
            <a:xfrm rot="-4873268">
              <a:off x="1429348" y="4759249"/>
              <a:ext cx="463673" cy="337552"/>
            </a:xfrm>
            <a:custGeom>
              <a:avLst/>
              <a:gdLst/>
              <a:ahLst/>
              <a:cxnLst/>
              <a:rect l="l" t="t" r="r" b="b"/>
              <a:pathLst>
                <a:path w="464041" h="337820" extrusionOk="0">
                  <a:moveTo>
                    <a:pt x="453680" y="0"/>
                  </a:moveTo>
                  <a:cubicBezTo>
                    <a:pt x="459402" y="0"/>
                    <a:pt x="464041" y="4639"/>
                    <a:pt x="464041" y="10361"/>
                  </a:cubicBezTo>
                  <a:lnTo>
                    <a:pt x="464041" y="327460"/>
                  </a:lnTo>
                  <a:cubicBezTo>
                    <a:pt x="464041" y="333182"/>
                    <a:pt x="459403" y="337820"/>
                    <a:pt x="453680" y="337820"/>
                  </a:cubicBezTo>
                  <a:lnTo>
                    <a:pt x="10361" y="337820"/>
                  </a:lnTo>
                  <a:cubicBezTo>
                    <a:pt x="4639" y="337820"/>
                    <a:pt x="0" y="333182"/>
                    <a:pt x="0" y="327460"/>
                  </a:cubicBezTo>
                  <a:lnTo>
                    <a:pt x="0" y="10361"/>
                  </a:lnTo>
                  <a:cubicBezTo>
                    <a:pt x="0" y="4639"/>
                    <a:pt x="4639" y="0"/>
                    <a:pt x="10361" y="0"/>
                  </a:cubicBez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 name="Google Shape;333;p48"/>
            <p:cNvSpPr/>
            <p:nvPr/>
          </p:nvSpPr>
          <p:spPr>
            <a:xfrm rot="-4873268">
              <a:off x="1429348" y="4759249"/>
              <a:ext cx="463673" cy="337552"/>
            </a:xfrm>
            <a:custGeom>
              <a:avLst/>
              <a:gdLst/>
              <a:ahLst/>
              <a:cxnLst/>
              <a:rect l="l" t="t" r="r" b="b"/>
              <a:pathLst>
                <a:path w="464041" h="337820" extrusionOk="0">
                  <a:moveTo>
                    <a:pt x="453680" y="0"/>
                  </a:moveTo>
                  <a:cubicBezTo>
                    <a:pt x="459402" y="0"/>
                    <a:pt x="464041" y="4639"/>
                    <a:pt x="464041" y="10361"/>
                  </a:cubicBezTo>
                  <a:lnTo>
                    <a:pt x="464041" y="327460"/>
                  </a:lnTo>
                  <a:cubicBezTo>
                    <a:pt x="464041" y="333182"/>
                    <a:pt x="459403" y="337820"/>
                    <a:pt x="453680" y="337820"/>
                  </a:cubicBezTo>
                  <a:lnTo>
                    <a:pt x="10361" y="337820"/>
                  </a:lnTo>
                  <a:cubicBezTo>
                    <a:pt x="4639" y="337820"/>
                    <a:pt x="0" y="333182"/>
                    <a:pt x="0" y="327460"/>
                  </a:cubicBezTo>
                  <a:lnTo>
                    <a:pt x="0" y="10361"/>
                  </a:lnTo>
                  <a:cubicBezTo>
                    <a:pt x="0" y="4639"/>
                    <a:pt x="4639" y="0"/>
                    <a:pt x="10361" y="0"/>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 name="Google Shape;334;p48"/>
            <p:cNvSpPr/>
            <p:nvPr/>
          </p:nvSpPr>
          <p:spPr>
            <a:xfrm rot="-4873268">
              <a:off x="1446360" y="4771948"/>
              <a:ext cx="431627" cy="299879"/>
            </a:xfrm>
            <a:custGeom>
              <a:avLst/>
              <a:gdLst/>
              <a:ahLst/>
              <a:cxnLst/>
              <a:rect l="l" t="t" r="r" b="b"/>
              <a:pathLst>
                <a:path w="431970" h="300117" extrusionOk="0">
                  <a:moveTo>
                    <a:pt x="0" y="0"/>
                  </a:moveTo>
                  <a:lnTo>
                    <a:pt x="431970" y="0"/>
                  </a:lnTo>
                  <a:lnTo>
                    <a:pt x="431970" y="300118"/>
                  </a:lnTo>
                  <a:lnTo>
                    <a:pt x="0" y="300118"/>
                  </a:lnTo>
                  <a:close/>
                </a:path>
              </a:pathLst>
            </a:custGeom>
            <a:solidFill>
              <a:srgbClr val="EBEBE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 name="Google Shape;335;p48"/>
            <p:cNvSpPr/>
            <p:nvPr/>
          </p:nvSpPr>
          <p:spPr>
            <a:xfrm>
              <a:off x="1628194" y="4651634"/>
              <a:ext cx="128972" cy="81514"/>
            </a:xfrm>
            <a:custGeom>
              <a:avLst/>
              <a:gdLst/>
              <a:ahLst/>
              <a:cxnLst/>
              <a:rect l="l" t="t" r="r" b="b"/>
              <a:pathLst>
                <a:path w="128972" h="81514" extrusionOk="0">
                  <a:moveTo>
                    <a:pt x="126178" y="72443"/>
                  </a:moveTo>
                  <a:cubicBezTo>
                    <a:pt x="121879" y="59202"/>
                    <a:pt x="110486" y="49486"/>
                    <a:pt x="96729" y="47379"/>
                  </a:cubicBezTo>
                  <a:lnTo>
                    <a:pt x="99222" y="29108"/>
                  </a:lnTo>
                  <a:cubicBezTo>
                    <a:pt x="101329" y="15308"/>
                    <a:pt x="91871" y="2454"/>
                    <a:pt x="78114" y="305"/>
                  </a:cubicBezTo>
                  <a:lnTo>
                    <a:pt x="78114" y="305"/>
                  </a:lnTo>
                  <a:cubicBezTo>
                    <a:pt x="64314" y="-1845"/>
                    <a:pt x="51417" y="7613"/>
                    <a:pt x="49267" y="21413"/>
                  </a:cubicBezTo>
                  <a:lnTo>
                    <a:pt x="46344" y="40329"/>
                  </a:lnTo>
                  <a:lnTo>
                    <a:pt x="39981" y="39469"/>
                  </a:lnTo>
                  <a:cubicBezTo>
                    <a:pt x="26353" y="37577"/>
                    <a:pt x="12854" y="43467"/>
                    <a:pt x="4944" y="54688"/>
                  </a:cubicBezTo>
                  <a:lnTo>
                    <a:pt x="0" y="61566"/>
                  </a:lnTo>
                  <a:lnTo>
                    <a:pt x="128972" y="81514"/>
                  </a:lnTo>
                  <a:lnTo>
                    <a:pt x="126178" y="72443"/>
                  </a:lnTo>
                  <a:lnTo>
                    <a:pt x="126178" y="72443"/>
                  </a:lnTo>
                  <a:close/>
                  <a:moveTo>
                    <a:pt x="72869" y="39082"/>
                  </a:moveTo>
                  <a:cubicBezTo>
                    <a:pt x="65432" y="37964"/>
                    <a:pt x="60359" y="31000"/>
                    <a:pt x="61477" y="23605"/>
                  </a:cubicBezTo>
                  <a:cubicBezTo>
                    <a:pt x="62594" y="16168"/>
                    <a:pt x="69559" y="11095"/>
                    <a:pt x="76953" y="12213"/>
                  </a:cubicBezTo>
                  <a:cubicBezTo>
                    <a:pt x="84391" y="13331"/>
                    <a:pt x="89464" y="20295"/>
                    <a:pt x="88346" y="27690"/>
                  </a:cubicBezTo>
                  <a:lnTo>
                    <a:pt x="88346" y="27690"/>
                  </a:lnTo>
                  <a:cubicBezTo>
                    <a:pt x="87185" y="35127"/>
                    <a:pt x="80264" y="40157"/>
                    <a:pt x="72869" y="3908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 name="Google Shape;336;p48"/>
            <p:cNvSpPr/>
            <p:nvPr/>
          </p:nvSpPr>
          <p:spPr>
            <a:xfrm>
              <a:off x="1566932" y="4750473"/>
              <a:ext cx="80435" cy="12381"/>
            </a:xfrm>
            <a:custGeom>
              <a:avLst/>
              <a:gdLst/>
              <a:ahLst/>
              <a:cxnLst/>
              <a:rect l="l" t="t" r="r" b="b"/>
              <a:pathLst>
                <a:path w="80435" h="12381" extrusionOk="0">
                  <a:moveTo>
                    <a:pt x="80436" y="12381"/>
                  </a:moveTo>
                  <a:cubicBezTo>
                    <a:pt x="66893" y="11436"/>
                    <a:pt x="53394" y="9759"/>
                    <a:pt x="40024" y="7308"/>
                  </a:cubicBezTo>
                  <a:cubicBezTo>
                    <a:pt x="26568" y="5589"/>
                    <a:pt x="13198" y="3138"/>
                    <a:pt x="0" y="0"/>
                  </a:cubicBezTo>
                  <a:cubicBezTo>
                    <a:pt x="13542" y="946"/>
                    <a:pt x="26998" y="2623"/>
                    <a:pt x="40368" y="5073"/>
                  </a:cubicBezTo>
                  <a:cubicBezTo>
                    <a:pt x="53824" y="6793"/>
                    <a:pt x="67237" y="9243"/>
                    <a:pt x="80436" y="12381"/>
                  </a:cubicBezTo>
                  <a:lnTo>
                    <a:pt x="80436" y="1238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 name="Google Shape;337;p48"/>
            <p:cNvSpPr/>
            <p:nvPr/>
          </p:nvSpPr>
          <p:spPr>
            <a:xfrm>
              <a:off x="1564826" y="4764051"/>
              <a:ext cx="38777" cy="6000"/>
            </a:xfrm>
            <a:custGeom>
              <a:avLst/>
              <a:gdLst/>
              <a:ahLst/>
              <a:cxnLst/>
              <a:rect l="l" t="t" r="r" b="b"/>
              <a:pathLst>
                <a:path w="38777" h="6000" extrusionOk="0">
                  <a:moveTo>
                    <a:pt x="38778" y="5983"/>
                  </a:moveTo>
                  <a:cubicBezTo>
                    <a:pt x="32200" y="6112"/>
                    <a:pt x="25622" y="5510"/>
                    <a:pt x="19217" y="4092"/>
                  </a:cubicBezTo>
                  <a:cubicBezTo>
                    <a:pt x="12682" y="3447"/>
                    <a:pt x="6234" y="2071"/>
                    <a:pt x="0" y="8"/>
                  </a:cubicBezTo>
                  <a:cubicBezTo>
                    <a:pt x="6578" y="-78"/>
                    <a:pt x="13112" y="567"/>
                    <a:pt x="19561" y="1899"/>
                  </a:cubicBezTo>
                  <a:cubicBezTo>
                    <a:pt x="26095" y="2544"/>
                    <a:pt x="32544" y="3920"/>
                    <a:pt x="38778" y="598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 name="Google Shape;338;p48"/>
            <p:cNvSpPr/>
            <p:nvPr/>
          </p:nvSpPr>
          <p:spPr>
            <a:xfrm>
              <a:off x="1562848" y="4802371"/>
              <a:ext cx="223852" cy="34634"/>
            </a:xfrm>
            <a:custGeom>
              <a:avLst/>
              <a:gdLst/>
              <a:ahLst/>
              <a:cxnLst/>
              <a:rect l="l" t="t" r="r" b="b"/>
              <a:pathLst>
                <a:path w="223852" h="34634" extrusionOk="0">
                  <a:moveTo>
                    <a:pt x="223852" y="34599"/>
                  </a:moveTo>
                  <a:cubicBezTo>
                    <a:pt x="223852" y="35201"/>
                    <a:pt x="173553" y="27936"/>
                    <a:pt x="111776" y="18435"/>
                  </a:cubicBezTo>
                  <a:cubicBezTo>
                    <a:pt x="49998" y="8934"/>
                    <a:pt x="0" y="637"/>
                    <a:pt x="0" y="35"/>
                  </a:cubicBezTo>
                  <a:cubicBezTo>
                    <a:pt x="0" y="-567"/>
                    <a:pt x="50256" y="6656"/>
                    <a:pt x="112077" y="16200"/>
                  </a:cubicBezTo>
                  <a:cubicBezTo>
                    <a:pt x="173897" y="25743"/>
                    <a:pt x="223938" y="33955"/>
                    <a:pt x="223852" y="3459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 name="Google Shape;339;p48"/>
            <p:cNvSpPr/>
            <p:nvPr/>
          </p:nvSpPr>
          <p:spPr>
            <a:xfrm>
              <a:off x="1559538" y="4823780"/>
              <a:ext cx="223852" cy="34591"/>
            </a:xfrm>
            <a:custGeom>
              <a:avLst/>
              <a:gdLst/>
              <a:ahLst/>
              <a:cxnLst/>
              <a:rect l="l" t="t" r="r" b="b"/>
              <a:pathLst>
                <a:path w="223852" h="34591" extrusionOk="0">
                  <a:moveTo>
                    <a:pt x="223852" y="34557"/>
                  </a:moveTo>
                  <a:cubicBezTo>
                    <a:pt x="223852" y="35159"/>
                    <a:pt x="173596" y="27936"/>
                    <a:pt x="111776" y="18392"/>
                  </a:cubicBezTo>
                  <a:cubicBezTo>
                    <a:pt x="49955" y="8848"/>
                    <a:pt x="0" y="637"/>
                    <a:pt x="0" y="35"/>
                  </a:cubicBezTo>
                  <a:cubicBezTo>
                    <a:pt x="0" y="-567"/>
                    <a:pt x="50256" y="6656"/>
                    <a:pt x="112077" y="16200"/>
                  </a:cubicBezTo>
                  <a:cubicBezTo>
                    <a:pt x="173897" y="25744"/>
                    <a:pt x="223938" y="33955"/>
                    <a:pt x="223852" y="3455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 name="Google Shape;340;p48"/>
            <p:cNvSpPr/>
            <p:nvPr/>
          </p:nvSpPr>
          <p:spPr>
            <a:xfrm>
              <a:off x="1556271" y="4845061"/>
              <a:ext cx="223852" cy="34634"/>
            </a:xfrm>
            <a:custGeom>
              <a:avLst/>
              <a:gdLst/>
              <a:ahLst/>
              <a:cxnLst/>
              <a:rect l="l" t="t" r="r" b="b"/>
              <a:pathLst>
                <a:path w="223852" h="34634" extrusionOk="0">
                  <a:moveTo>
                    <a:pt x="223852" y="34600"/>
                  </a:moveTo>
                  <a:cubicBezTo>
                    <a:pt x="223852" y="35201"/>
                    <a:pt x="173553" y="27936"/>
                    <a:pt x="111776" y="18435"/>
                  </a:cubicBezTo>
                  <a:cubicBezTo>
                    <a:pt x="49998" y="8934"/>
                    <a:pt x="0" y="637"/>
                    <a:pt x="0" y="35"/>
                  </a:cubicBezTo>
                  <a:cubicBezTo>
                    <a:pt x="0" y="-567"/>
                    <a:pt x="50299" y="6656"/>
                    <a:pt x="112120" y="16200"/>
                  </a:cubicBezTo>
                  <a:cubicBezTo>
                    <a:pt x="173940" y="25743"/>
                    <a:pt x="223938" y="33955"/>
                    <a:pt x="223852" y="34600"/>
                  </a:cubicBezTo>
                  <a:lnTo>
                    <a:pt x="223852" y="3460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 name="Google Shape;341;p48"/>
            <p:cNvSpPr/>
            <p:nvPr/>
          </p:nvSpPr>
          <p:spPr>
            <a:xfrm>
              <a:off x="1552960" y="4866423"/>
              <a:ext cx="223853" cy="34639"/>
            </a:xfrm>
            <a:custGeom>
              <a:avLst/>
              <a:gdLst/>
              <a:ahLst/>
              <a:cxnLst/>
              <a:rect l="l" t="t" r="r" b="b"/>
              <a:pathLst>
                <a:path w="223853" h="34639" extrusionOk="0">
                  <a:moveTo>
                    <a:pt x="223852" y="34604"/>
                  </a:moveTo>
                  <a:cubicBezTo>
                    <a:pt x="223852" y="35206"/>
                    <a:pt x="173596" y="27984"/>
                    <a:pt x="111776" y="18439"/>
                  </a:cubicBezTo>
                  <a:cubicBezTo>
                    <a:pt x="49955" y="8896"/>
                    <a:pt x="0" y="684"/>
                    <a:pt x="0" y="40"/>
                  </a:cubicBezTo>
                  <a:cubicBezTo>
                    <a:pt x="0" y="-605"/>
                    <a:pt x="50256" y="6703"/>
                    <a:pt x="112077" y="16247"/>
                  </a:cubicBezTo>
                  <a:cubicBezTo>
                    <a:pt x="173897" y="25791"/>
                    <a:pt x="224110" y="34002"/>
                    <a:pt x="223852" y="3460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 name="Google Shape;342;p48"/>
            <p:cNvSpPr/>
            <p:nvPr/>
          </p:nvSpPr>
          <p:spPr>
            <a:xfrm>
              <a:off x="1549650" y="4887794"/>
              <a:ext cx="223852" cy="34596"/>
            </a:xfrm>
            <a:custGeom>
              <a:avLst/>
              <a:gdLst/>
              <a:ahLst/>
              <a:cxnLst/>
              <a:rect l="l" t="t" r="r" b="b"/>
              <a:pathLst>
                <a:path w="223852" h="34596" extrusionOk="0">
                  <a:moveTo>
                    <a:pt x="223852" y="34557"/>
                  </a:moveTo>
                  <a:cubicBezTo>
                    <a:pt x="223852" y="35201"/>
                    <a:pt x="173596" y="27936"/>
                    <a:pt x="111776" y="18392"/>
                  </a:cubicBezTo>
                  <a:cubicBezTo>
                    <a:pt x="49955" y="8848"/>
                    <a:pt x="0" y="637"/>
                    <a:pt x="0" y="35"/>
                  </a:cubicBezTo>
                  <a:cubicBezTo>
                    <a:pt x="0" y="-567"/>
                    <a:pt x="50256" y="6656"/>
                    <a:pt x="112077" y="16200"/>
                  </a:cubicBezTo>
                  <a:cubicBezTo>
                    <a:pt x="173897" y="25743"/>
                    <a:pt x="223981" y="33955"/>
                    <a:pt x="223852" y="3455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 name="Google Shape;343;p48"/>
            <p:cNvSpPr/>
            <p:nvPr/>
          </p:nvSpPr>
          <p:spPr>
            <a:xfrm>
              <a:off x="1546383" y="4909069"/>
              <a:ext cx="223852" cy="34639"/>
            </a:xfrm>
            <a:custGeom>
              <a:avLst/>
              <a:gdLst/>
              <a:ahLst/>
              <a:cxnLst/>
              <a:rect l="l" t="t" r="r" b="b"/>
              <a:pathLst>
                <a:path w="223852" h="34639" extrusionOk="0">
                  <a:moveTo>
                    <a:pt x="223852" y="34604"/>
                  </a:moveTo>
                  <a:cubicBezTo>
                    <a:pt x="223852" y="35206"/>
                    <a:pt x="173553" y="27984"/>
                    <a:pt x="111776" y="18440"/>
                  </a:cubicBezTo>
                  <a:cubicBezTo>
                    <a:pt x="49998" y="8896"/>
                    <a:pt x="0" y="685"/>
                    <a:pt x="0" y="40"/>
                  </a:cubicBezTo>
                  <a:cubicBezTo>
                    <a:pt x="0" y="-605"/>
                    <a:pt x="50256" y="6660"/>
                    <a:pt x="112077" y="16204"/>
                  </a:cubicBezTo>
                  <a:cubicBezTo>
                    <a:pt x="173897" y="25748"/>
                    <a:pt x="223938" y="34003"/>
                    <a:pt x="223852" y="3460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 name="Google Shape;344;p48"/>
            <p:cNvSpPr/>
            <p:nvPr/>
          </p:nvSpPr>
          <p:spPr>
            <a:xfrm>
              <a:off x="1543631" y="4928380"/>
              <a:ext cx="111732" cy="17346"/>
            </a:xfrm>
            <a:custGeom>
              <a:avLst/>
              <a:gdLst/>
              <a:ahLst/>
              <a:cxnLst/>
              <a:rect l="l" t="t" r="r" b="b"/>
              <a:pathLst>
                <a:path w="111732" h="17346" extrusionOk="0">
                  <a:moveTo>
                    <a:pt x="111733" y="17315"/>
                  </a:moveTo>
                  <a:cubicBezTo>
                    <a:pt x="110314" y="17400"/>
                    <a:pt x="108852" y="17315"/>
                    <a:pt x="107434" y="17057"/>
                  </a:cubicBezTo>
                  <a:cubicBezTo>
                    <a:pt x="104553" y="16756"/>
                    <a:pt x="100469" y="16240"/>
                    <a:pt x="95396" y="15552"/>
                  </a:cubicBezTo>
                  <a:cubicBezTo>
                    <a:pt x="85207" y="14176"/>
                    <a:pt x="71193" y="12156"/>
                    <a:pt x="55759" y="9791"/>
                  </a:cubicBezTo>
                  <a:cubicBezTo>
                    <a:pt x="40325" y="7427"/>
                    <a:pt x="26353" y="5105"/>
                    <a:pt x="16250" y="3343"/>
                  </a:cubicBezTo>
                  <a:cubicBezTo>
                    <a:pt x="11178" y="2483"/>
                    <a:pt x="7136" y="1709"/>
                    <a:pt x="4299" y="1150"/>
                  </a:cubicBezTo>
                  <a:cubicBezTo>
                    <a:pt x="2837" y="978"/>
                    <a:pt x="1376" y="591"/>
                    <a:pt x="0" y="32"/>
                  </a:cubicBezTo>
                  <a:cubicBezTo>
                    <a:pt x="1419" y="-54"/>
                    <a:pt x="2880" y="32"/>
                    <a:pt x="4299" y="290"/>
                  </a:cubicBezTo>
                  <a:cubicBezTo>
                    <a:pt x="7179" y="591"/>
                    <a:pt x="11264" y="1107"/>
                    <a:pt x="16336" y="1795"/>
                  </a:cubicBezTo>
                  <a:cubicBezTo>
                    <a:pt x="26525" y="3128"/>
                    <a:pt x="40540" y="5191"/>
                    <a:pt x="55974" y="7556"/>
                  </a:cubicBezTo>
                  <a:cubicBezTo>
                    <a:pt x="71408" y="9920"/>
                    <a:pt x="85379" y="12242"/>
                    <a:pt x="95482" y="14004"/>
                  </a:cubicBezTo>
                  <a:cubicBezTo>
                    <a:pt x="100555" y="14864"/>
                    <a:pt x="104596" y="15638"/>
                    <a:pt x="107434" y="16197"/>
                  </a:cubicBezTo>
                  <a:cubicBezTo>
                    <a:pt x="108895" y="16369"/>
                    <a:pt x="110357" y="16756"/>
                    <a:pt x="111733" y="1731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 name="Google Shape;345;p48"/>
            <p:cNvSpPr/>
            <p:nvPr/>
          </p:nvSpPr>
          <p:spPr>
            <a:xfrm>
              <a:off x="1768774" y="4779621"/>
              <a:ext cx="35854" cy="5576"/>
            </a:xfrm>
            <a:custGeom>
              <a:avLst/>
              <a:gdLst/>
              <a:ahLst/>
              <a:cxnLst/>
              <a:rect l="l" t="t" r="r" b="b"/>
              <a:pathLst>
                <a:path w="35854" h="5576" extrusionOk="0">
                  <a:moveTo>
                    <a:pt x="35854" y="5546"/>
                  </a:moveTo>
                  <a:cubicBezTo>
                    <a:pt x="29793" y="5718"/>
                    <a:pt x="23688" y="5159"/>
                    <a:pt x="17755" y="3869"/>
                  </a:cubicBezTo>
                  <a:cubicBezTo>
                    <a:pt x="11693" y="3310"/>
                    <a:pt x="5718" y="2020"/>
                    <a:pt x="0" y="0"/>
                  </a:cubicBezTo>
                  <a:cubicBezTo>
                    <a:pt x="12123" y="387"/>
                    <a:pt x="24161" y="2236"/>
                    <a:pt x="35854" y="5546"/>
                  </a:cubicBezTo>
                  <a:lnTo>
                    <a:pt x="35854" y="554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6" name="Google Shape;346;p48"/>
            <p:cNvSpPr/>
            <p:nvPr/>
          </p:nvSpPr>
          <p:spPr>
            <a:xfrm>
              <a:off x="1539160" y="4975358"/>
              <a:ext cx="58123" cy="8985"/>
            </a:xfrm>
            <a:custGeom>
              <a:avLst/>
              <a:gdLst/>
              <a:ahLst/>
              <a:cxnLst/>
              <a:rect l="l" t="t" r="r" b="b"/>
              <a:pathLst>
                <a:path w="58123" h="8985" extrusionOk="0">
                  <a:moveTo>
                    <a:pt x="58123" y="8985"/>
                  </a:moveTo>
                  <a:cubicBezTo>
                    <a:pt x="48322" y="8598"/>
                    <a:pt x="38520" y="7438"/>
                    <a:pt x="28890" y="5589"/>
                  </a:cubicBezTo>
                  <a:cubicBezTo>
                    <a:pt x="19131" y="4471"/>
                    <a:pt x="9458" y="2580"/>
                    <a:pt x="0" y="0"/>
                  </a:cubicBezTo>
                  <a:cubicBezTo>
                    <a:pt x="9802" y="387"/>
                    <a:pt x="19604" y="1548"/>
                    <a:pt x="29234" y="3396"/>
                  </a:cubicBezTo>
                  <a:cubicBezTo>
                    <a:pt x="38993" y="4514"/>
                    <a:pt x="48665" y="6406"/>
                    <a:pt x="58123" y="898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7" name="Google Shape;347;p48"/>
            <p:cNvSpPr/>
            <p:nvPr/>
          </p:nvSpPr>
          <p:spPr>
            <a:xfrm>
              <a:off x="1537140" y="4994876"/>
              <a:ext cx="59112" cy="9157"/>
            </a:xfrm>
            <a:custGeom>
              <a:avLst/>
              <a:gdLst/>
              <a:ahLst/>
              <a:cxnLst/>
              <a:rect l="l" t="t" r="r" b="b"/>
              <a:pathLst>
                <a:path w="59112" h="9157" extrusionOk="0">
                  <a:moveTo>
                    <a:pt x="59112" y="9157"/>
                  </a:moveTo>
                  <a:cubicBezTo>
                    <a:pt x="49138" y="8727"/>
                    <a:pt x="39164" y="7566"/>
                    <a:pt x="29363" y="5675"/>
                  </a:cubicBezTo>
                  <a:cubicBezTo>
                    <a:pt x="19432" y="4557"/>
                    <a:pt x="9630" y="2665"/>
                    <a:pt x="0" y="0"/>
                  </a:cubicBezTo>
                  <a:cubicBezTo>
                    <a:pt x="9974" y="430"/>
                    <a:pt x="19905" y="1591"/>
                    <a:pt x="29707" y="3482"/>
                  </a:cubicBezTo>
                  <a:cubicBezTo>
                    <a:pt x="39637" y="4600"/>
                    <a:pt x="49482" y="6492"/>
                    <a:pt x="59112" y="915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8" name="Google Shape;348;p48"/>
            <p:cNvSpPr/>
            <p:nvPr/>
          </p:nvSpPr>
          <p:spPr>
            <a:xfrm>
              <a:off x="1738250" y="5003025"/>
              <a:ext cx="28072" cy="4446"/>
            </a:xfrm>
            <a:custGeom>
              <a:avLst/>
              <a:gdLst/>
              <a:ahLst/>
              <a:cxnLst/>
              <a:rect l="l" t="t" r="r" b="b"/>
              <a:pathLst>
                <a:path w="28072" h="4446" extrusionOk="0">
                  <a:moveTo>
                    <a:pt x="28073" y="4446"/>
                  </a:moveTo>
                  <a:cubicBezTo>
                    <a:pt x="18529" y="4446"/>
                    <a:pt x="9071" y="3028"/>
                    <a:pt x="0" y="147"/>
                  </a:cubicBezTo>
                  <a:cubicBezTo>
                    <a:pt x="4772" y="-240"/>
                    <a:pt x="9587" y="147"/>
                    <a:pt x="14230" y="1179"/>
                  </a:cubicBezTo>
                  <a:cubicBezTo>
                    <a:pt x="19002" y="1523"/>
                    <a:pt x="23645" y="2598"/>
                    <a:pt x="28073" y="444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9" name="Google Shape;349;p48"/>
            <p:cNvSpPr/>
            <p:nvPr/>
          </p:nvSpPr>
          <p:spPr>
            <a:xfrm>
              <a:off x="1736531" y="5020713"/>
              <a:ext cx="28072" cy="4299"/>
            </a:xfrm>
            <a:custGeom>
              <a:avLst/>
              <a:gdLst/>
              <a:ahLst/>
              <a:cxnLst/>
              <a:rect l="l" t="t" r="r" b="b"/>
              <a:pathLst>
                <a:path w="28072" h="4299" extrusionOk="0">
                  <a:moveTo>
                    <a:pt x="28073" y="4299"/>
                  </a:moveTo>
                  <a:cubicBezTo>
                    <a:pt x="18529" y="4299"/>
                    <a:pt x="9071" y="2880"/>
                    <a:pt x="0" y="0"/>
                  </a:cubicBezTo>
                  <a:cubicBezTo>
                    <a:pt x="9544" y="0"/>
                    <a:pt x="19002" y="1419"/>
                    <a:pt x="28073" y="429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0" name="Google Shape;350;p48"/>
            <p:cNvSpPr/>
            <p:nvPr/>
          </p:nvSpPr>
          <p:spPr>
            <a:xfrm>
              <a:off x="1538859" y="5015780"/>
              <a:ext cx="27127" cy="4528"/>
            </a:xfrm>
            <a:custGeom>
              <a:avLst/>
              <a:gdLst/>
              <a:ahLst/>
              <a:cxnLst/>
              <a:rect l="l" t="t" r="r" b="b"/>
              <a:pathLst>
                <a:path w="27127" h="4528" extrusionOk="0">
                  <a:moveTo>
                    <a:pt x="27127" y="4375"/>
                  </a:moveTo>
                  <a:cubicBezTo>
                    <a:pt x="22527" y="4761"/>
                    <a:pt x="17884" y="4417"/>
                    <a:pt x="13370" y="3386"/>
                  </a:cubicBezTo>
                  <a:cubicBezTo>
                    <a:pt x="8770" y="3042"/>
                    <a:pt x="4256" y="1967"/>
                    <a:pt x="0" y="161"/>
                  </a:cubicBezTo>
                  <a:cubicBezTo>
                    <a:pt x="4600" y="-226"/>
                    <a:pt x="9243" y="75"/>
                    <a:pt x="13714" y="1150"/>
                  </a:cubicBezTo>
                  <a:cubicBezTo>
                    <a:pt x="18314" y="1494"/>
                    <a:pt x="22871" y="2569"/>
                    <a:pt x="27127" y="437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1" name="Google Shape;351;p48"/>
            <p:cNvSpPr/>
            <p:nvPr/>
          </p:nvSpPr>
          <p:spPr>
            <a:xfrm>
              <a:off x="1742076" y="5042011"/>
              <a:ext cx="20377" cy="3830"/>
            </a:xfrm>
            <a:custGeom>
              <a:avLst/>
              <a:gdLst/>
              <a:ahLst/>
              <a:cxnLst/>
              <a:rect l="l" t="t" r="r" b="b"/>
              <a:pathLst>
                <a:path w="20377" h="3830" extrusionOk="0">
                  <a:moveTo>
                    <a:pt x="20378" y="3507"/>
                  </a:moveTo>
                  <a:cubicBezTo>
                    <a:pt x="16938" y="4066"/>
                    <a:pt x="13413" y="3894"/>
                    <a:pt x="10017" y="3034"/>
                  </a:cubicBezTo>
                  <a:cubicBezTo>
                    <a:pt x="6535" y="2862"/>
                    <a:pt x="3095" y="1959"/>
                    <a:pt x="0" y="369"/>
                  </a:cubicBezTo>
                  <a:cubicBezTo>
                    <a:pt x="3439" y="-233"/>
                    <a:pt x="6964" y="-104"/>
                    <a:pt x="10361" y="799"/>
                  </a:cubicBezTo>
                  <a:cubicBezTo>
                    <a:pt x="13843" y="971"/>
                    <a:pt x="17282" y="1916"/>
                    <a:pt x="20378" y="350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 name="Google Shape;352;p48"/>
            <p:cNvSpPr/>
            <p:nvPr/>
          </p:nvSpPr>
          <p:spPr>
            <a:xfrm>
              <a:off x="1529960" y="5042380"/>
              <a:ext cx="71493" cy="41139"/>
            </a:xfrm>
            <a:custGeom>
              <a:avLst/>
              <a:gdLst/>
              <a:ahLst/>
              <a:cxnLst/>
              <a:rect l="l" t="t" r="r" b="b"/>
              <a:pathLst>
                <a:path w="71493" h="41139" extrusionOk="0">
                  <a:moveTo>
                    <a:pt x="0" y="19260"/>
                  </a:moveTo>
                  <a:cubicBezTo>
                    <a:pt x="1677" y="19131"/>
                    <a:pt x="3396" y="19131"/>
                    <a:pt x="5073" y="19260"/>
                  </a:cubicBezTo>
                  <a:lnTo>
                    <a:pt x="19346" y="19690"/>
                  </a:lnTo>
                  <a:lnTo>
                    <a:pt x="70333" y="21710"/>
                  </a:lnTo>
                  <a:lnTo>
                    <a:pt x="71494" y="21710"/>
                  </a:lnTo>
                  <a:lnTo>
                    <a:pt x="71236" y="22828"/>
                  </a:lnTo>
                  <a:cubicBezTo>
                    <a:pt x="69946" y="28374"/>
                    <a:pt x="66808" y="33275"/>
                    <a:pt x="62294" y="36714"/>
                  </a:cubicBezTo>
                  <a:cubicBezTo>
                    <a:pt x="57479" y="40583"/>
                    <a:pt x="51116" y="42002"/>
                    <a:pt x="45097" y="40626"/>
                  </a:cubicBezTo>
                  <a:cubicBezTo>
                    <a:pt x="38649" y="39121"/>
                    <a:pt x="33361" y="34564"/>
                    <a:pt x="30953" y="28374"/>
                  </a:cubicBezTo>
                  <a:cubicBezTo>
                    <a:pt x="28718" y="21710"/>
                    <a:pt x="30824" y="14316"/>
                    <a:pt x="36198" y="9802"/>
                  </a:cubicBezTo>
                  <a:cubicBezTo>
                    <a:pt x="38133" y="8039"/>
                    <a:pt x="40454" y="6835"/>
                    <a:pt x="42991" y="6191"/>
                  </a:cubicBezTo>
                  <a:cubicBezTo>
                    <a:pt x="43636" y="6019"/>
                    <a:pt x="44280" y="5933"/>
                    <a:pt x="44925" y="5890"/>
                  </a:cubicBezTo>
                  <a:cubicBezTo>
                    <a:pt x="45613" y="5804"/>
                    <a:pt x="46344" y="5804"/>
                    <a:pt x="47032" y="5890"/>
                  </a:cubicBezTo>
                  <a:cubicBezTo>
                    <a:pt x="47978" y="6062"/>
                    <a:pt x="48794" y="6664"/>
                    <a:pt x="49224" y="7523"/>
                  </a:cubicBezTo>
                  <a:cubicBezTo>
                    <a:pt x="49525" y="8254"/>
                    <a:pt x="49611" y="9071"/>
                    <a:pt x="49482" y="9845"/>
                  </a:cubicBezTo>
                  <a:cubicBezTo>
                    <a:pt x="48923" y="14660"/>
                    <a:pt x="47333" y="19303"/>
                    <a:pt x="44796" y="23430"/>
                  </a:cubicBezTo>
                  <a:cubicBezTo>
                    <a:pt x="42346" y="27385"/>
                    <a:pt x="39122" y="30824"/>
                    <a:pt x="35295" y="33490"/>
                  </a:cubicBezTo>
                  <a:cubicBezTo>
                    <a:pt x="31555" y="36284"/>
                    <a:pt x="27041" y="37789"/>
                    <a:pt x="22398" y="37789"/>
                  </a:cubicBezTo>
                  <a:cubicBezTo>
                    <a:pt x="17841" y="37488"/>
                    <a:pt x="13843" y="34607"/>
                    <a:pt x="12080" y="30351"/>
                  </a:cubicBezTo>
                  <a:cubicBezTo>
                    <a:pt x="10447" y="26568"/>
                    <a:pt x="10146" y="22355"/>
                    <a:pt x="11221" y="18357"/>
                  </a:cubicBezTo>
                  <a:cubicBezTo>
                    <a:pt x="13757" y="11736"/>
                    <a:pt x="17884" y="5804"/>
                    <a:pt x="23258" y="1161"/>
                  </a:cubicBezTo>
                  <a:lnTo>
                    <a:pt x="24419" y="0"/>
                  </a:lnTo>
                  <a:lnTo>
                    <a:pt x="24419" y="1634"/>
                  </a:lnTo>
                  <a:cubicBezTo>
                    <a:pt x="25107" y="7566"/>
                    <a:pt x="23946" y="13585"/>
                    <a:pt x="21151" y="18830"/>
                  </a:cubicBezTo>
                  <a:cubicBezTo>
                    <a:pt x="19045" y="22828"/>
                    <a:pt x="16122" y="26267"/>
                    <a:pt x="12553" y="29019"/>
                  </a:cubicBezTo>
                  <a:cubicBezTo>
                    <a:pt x="10318" y="30738"/>
                    <a:pt x="7867" y="32114"/>
                    <a:pt x="5202" y="33060"/>
                  </a:cubicBezTo>
                  <a:cubicBezTo>
                    <a:pt x="4299" y="33404"/>
                    <a:pt x="3353" y="33662"/>
                    <a:pt x="2365" y="33748"/>
                  </a:cubicBezTo>
                  <a:cubicBezTo>
                    <a:pt x="5847" y="32458"/>
                    <a:pt x="9114" y="30652"/>
                    <a:pt x="12037" y="28331"/>
                  </a:cubicBezTo>
                  <a:cubicBezTo>
                    <a:pt x="15348" y="25580"/>
                    <a:pt x="18056" y="22140"/>
                    <a:pt x="19991" y="18271"/>
                  </a:cubicBezTo>
                  <a:cubicBezTo>
                    <a:pt x="22570" y="13198"/>
                    <a:pt x="23559" y="7437"/>
                    <a:pt x="22785" y="1763"/>
                  </a:cubicBezTo>
                  <a:lnTo>
                    <a:pt x="24161" y="2193"/>
                  </a:lnTo>
                  <a:cubicBezTo>
                    <a:pt x="19088" y="6750"/>
                    <a:pt x="15176" y="12467"/>
                    <a:pt x="12768" y="18873"/>
                  </a:cubicBezTo>
                  <a:cubicBezTo>
                    <a:pt x="11822" y="22441"/>
                    <a:pt x="12123" y="26224"/>
                    <a:pt x="13628" y="29578"/>
                  </a:cubicBezTo>
                  <a:cubicBezTo>
                    <a:pt x="15090" y="33103"/>
                    <a:pt x="18400" y="35510"/>
                    <a:pt x="22226" y="35768"/>
                  </a:cubicBezTo>
                  <a:cubicBezTo>
                    <a:pt x="26353" y="35725"/>
                    <a:pt x="30308" y="34350"/>
                    <a:pt x="33576" y="31856"/>
                  </a:cubicBezTo>
                  <a:cubicBezTo>
                    <a:pt x="40927" y="26697"/>
                    <a:pt x="45742" y="18658"/>
                    <a:pt x="46774" y="9759"/>
                  </a:cubicBezTo>
                  <a:cubicBezTo>
                    <a:pt x="46860" y="9372"/>
                    <a:pt x="46860" y="8985"/>
                    <a:pt x="46774" y="8598"/>
                  </a:cubicBezTo>
                  <a:cubicBezTo>
                    <a:pt x="46774" y="8383"/>
                    <a:pt x="46774" y="8297"/>
                    <a:pt x="46172" y="8211"/>
                  </a:cubicBezTo>
                  <a:cubicBezTo>
                    <a:pt x="45140" y="8168"/>
                    <a:pt x="44065" y="8211"/>
                    <a:pt x="43077" y="8512"/>
                  </a:cubicBezTo>
                  <a:cubicBezTo>
                    <a:pt x="40927" y="9071"/>
                    <a:pt x="38907" y="10103"/>
                    <a:pt x="37230" y="11608"/>
                  </a:cubicBezTo>
                  <a:cubicBezTo>
                    <a:pt x="32587" y="15563"/>
                    <a:pt x="30781" y="21968"/>
                    <a:pt x="32630" y="27772"/>
                  </a:cubicBezTo>
                  <a:cubicBezTo>
                    <a:pt x="36284" y="37015"/>
                    <a:pt x="46731" y="41529"/>
                    <a:pt x="55931" y="37875"/>
                  </a:cubicBezTo>
                  <a:cubicBezTo>
                    <a:pt x="57608" y="37230"/>
                    <a:pt x="59198" y="36284"/>
                    <a:pt x="60617" y="35166"/>
                  </a:cubicBezTo>
                  <a:cubicBezTo>
                    <a:pt x="64787" y="32071"/>
                    <a:pt x="67710" y="27600"/>
                    <a:pt x="68914" y="22527"/>
                  </a:cubicBezTo>
                  <a:lnTo>
                    <a:pt x="69817" y="23688"/>
                  </a:lnTo>
                  <a:lnTo>
                    <a:pt x="19260" y="20722"/>
                  </a:lnTo>
                  <a:lnTo>
                    <a:pt x="4987" y="19776"/>
                  </a:lnTo>
                  <a:cubicBezTo>
                    <a:pt x="3310" y="19690"/>
                    <a:pt x="1634" y="19518"/>
                    <a:pt x="0" y="19260"/>
                  </a:cubicBezTo>
                  <a:lnTo>
                    <a:pt x="0" y="1926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 name="Google Shape;353;p48"/>
            <p:cNvSpPr/>
            <p:nvPr/>
          </p:nvSpPr>
          <p:spPr>
            <a:xfrm>
              <a:off x="1691175" y="5059447"/>
              <a:ext cx="51244" cy="39875"/>
            </a:xfrm>
            <a:custGeom>
              <a:avLst/>
              <a:gdLst/>
              <a:ahLst/>
              <a:cxnLst/>
              <a:rect l="l" t="t" r="r" b="b"/>
              <a:pathLst>
                <a:path w="51244" h="39875" extrusionOk="0">
                  <a:moveTo>
                    <a:pt x="51245" y="34264"/>
                  </a:moveTo>
                  <a:cubicBezTo>
                    <a:pt x="50557" y="35252"/>
                    <a:pt x="49740" y="36112"/>
                    <a:pt x="48794" y="36843"/>
                  </a:cubicBezTo>
                  <a:cubicBezTo>
                    <a:pt x="47677" y="37789"/>
                    <a:pt x="46473" y="38563"/>
                    <a:pt x="45140" y="39165"/>
                  </a:cubicBezTo>
                  <a:cubicBezTo>
                    <a:pt x="43292" y="39982"/>
                    <a:pt x="41185" y="40110"/>
                    <a:pt x="39251" y="39466"/>
                  </a:cubicBezTo>
                  <a:cubicBezTo>
                    <a:pt x="38047" y="39079"/>
                    <a:pt x="36972" y="38305"/>
                    <a:pt x="36241" y="37273"/>
                  </a:cubicBezTo>
                  <a:cubicBezTo>
                    <a:pt x="35510" y="36155"/>
                    <a:pt x="35080" y="34823"/>
                    <a:pt x="35037" y="33490"/>
                  </a:cubicBezTo>
                  <a:cubicBezTo>
                    <a:pt x="35037" y="30738"/>
                    <a:pt x="35295" y="27987"/>
                    <a:pt x="35639" y="25279"/>
                  </a:cubicBezTo>
                  <a:cubicBezTo>
                    <a:pt x="36198" y="19432"/>
                    <a:pt x="36843" y="13026"/>
                    <a:pt x="37531" y="6105"/>
                  </a:cubicBezTo>
                  <a:lnTo>
                    <a:pt x="39379" y="6836"/>
                  </a:lnTo>
                  <a:lnTo>
                    <a:pt x="22957" y="29062"/>
                  </a:lnTo>
                  <a:lnTo>
                    <a:pt x="18873" y="34565"/>
                  </a:lnTo>
                  <a:lnTo>
                    <a:pt x="16208" y="38176"/>
                  </a:lnTo>
                  <a:lnTo>
                    <a:pt x="16852" y="33877"/>
                  </a:lnTo>
                  <a:cubicBezTo>
                    <a:pt x="18615" y="22398"/>
                    <a:pt x="20206" y="11694"/>
                    <a:pt x="21624" y="2279"/>
                  </a:cubicBezTo>
                  <a:lnTo>
                    <a:pt x="23215" y="3138"/>
                  </a:lnTo>
                  <a:cubicBezTo>
                    <a:pt x="16508" y="8770"/>
                    <a:pt x="10576" y="15305"/>
                    <a:pt x="5546" y="22484"/>
                  </a:cubicBezTo>
                  <a:cubicBezTo>
                    <a:pt x="1935" y="27686"/>
                    <a:pt x="215" y="31082"/>
                    <a:pt x="0" y="30825"/>
                  </a:cubicBezTo>
                  <a:cubicBezTo>
                    <a:pt x="215" y="29965"/>
                    <a:pt x="559" y="29148"/>
                    <a:pt x="989" y="28374"/>
                  </a:cubicBezTo>
                  <a:cubicBezTo>
                    <a:pt x="2107" y="26138"/>
                    <a:pt x="3310" y="23989"/>
                    <a:pt x="4643" y="21882"/>
                  </a:cubicBezTo>
                  <a:cubicBezTo>
                    <a:pt x="9372" y="14359"/>
                    <a:pt x="15133" y="7523"/>
                    <a:pt x="21839" y="1677"/>
                  </a:cubicBezTo>
                  <a:lnTo>
                    <a:pt x="23774" y="0"/>
                  </a:lnTo>
                  <a:lnTo>
                    <a:pt x="23387" y="2580"/>
                  </a:lnTo>
                  <a:cubicBezTo>
                    <a:pt x="22097" y="11952"/>
                    <a:pt x="20550" y="22699"/>
                    <a:pt x="19088" y="34221"/>
                  </a:cubicBezTo>
                  <a:lnTo>
                    <a:pt x="17067" y="33361"/>
                  </a:lnTo>
                  <a:lnTo>
                    <a:pt x="21366" y="27858"/>
                  </a:lnTo>
                  <a:cubicBezTo>
                    <a:pt x="27213" y="20034"/>
                    <a:pt x="32759" y="12553"/>
                    <a:pt x="37918" y="5718"/>
                  </a:cubicBezTo>
                  <a:lnTo>
                    <a:pt x="40196" y="2623"/>
                  </a:lnTo>
                  <a:lnTo>
                    <a:pt x="39766" y="6449"/>
                  </a:lnTo>
                  <a:cubicBezTo>
                    <a:pt x="38950" y="13370"/>
                    <a:pt x="38219" y="19776"/>
                    <a:pt x="37531" y="25580"/>
                  </a:cubicBezTo>
                  <a:cubicBezTo>
                    <a:pt x="37144" y="28202"/>
                    <a:pt x="36886" y="30868"/>
                    <a:pt x="36757" y="33533"/>
                  </a:cubicBezTo>
                  <a:cubicBezTo>
                    <a:pt x="36628" y="35639"/>
                    <a:pt x="37875" y="37617"/>
                    <a:pt x="39852" y="38391"/>
                  </a:cubicBezTo>
                  <a:cubicBezTo>
                    <a:pt x="42862" y="39207"/>
                    <a:pt x="46086" y="38477"/>
                    <a:pt x="48451" y="36413"/>
                  </a:cubicBezTo>
                  <a:cubicBezTo>
                    <a:pt x="49310" y="35639"/>
                    <a:pt x="50256" y="34908"/>
                    <a:pt x="51245" y="34264"/>
                  </a:cubicBezTo>
                  <a:lnTo>
                    <a:pt x="51245" y="3426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 name="Google Shape;354;p48"/>
            <p:cNvSpPr/>
            <p:nvPr/>
          </p:nvSpPr>
          <p:spPr>
            <a:xfrm>
              <a:off x="1665682" y="5080453"/>
              <a:ext cx="84304" cy="2613"/>
            </a:xfrm>
            <a:custGeom>
              <a:avLst/>
              <a:gdLst/>
              <a:ahLst/>
              <a:cxnLst/>
              <a:rect l="l" t="t" r="r" b="b"/>
              <a:pathLst>
                <a:path w="84304" h="2613" extrusionOk="0">
                  <a:moveTo>
                    <a:pt x="84305" y="1521"/>
                  </a:moveTo>
                  <a:cubicBezTo>
                    <a:pt x="70290" y="2553"/>
                    <a:pt x="56189" y="2854"/>
                    <a:pt x="42131" y="2424"/>
                  </a:cubicBezTo>
                  <a:cubicBezTo>
                    <a:pt x="28073" y="2725"/>
                    <a:pt x="14015" y="2295"/>
                    <a:pt x="0" y="1134"/>
                  </a:cubicBezTo>
                  <a:cubicBezTo>
                    <a:pt x="14015" y="60"/>
                    <a:pt x="28073" y="-241"/>
                    <a:pt x="42131" y="189"/>
                  </a:cubicBezTo>
                  <a:cubicBezTo>
                    <a:pt x="56189" y="-112"/>
                    <a:pt x="70290" y="318"/>
                    <a:pt x="84305" y="1521"/>
                  </a:cubicBezTo>
                  <a:lnTo>
                    <a:pt x="84305" y="152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 name="Google Shape;355;p48"/>
            <p:cNvSpPr/>
            <p:nvPr/>
          </p:nvSpPr>
          <p:spPr>
            <a:xfrm>
              <a:off x="1696076" y="5095388"/>
              <a:ext cx="67624" cy="7351"/>
            </a:xfrm>
            <a:custGeom>
              <a:avLst/>
              <a:gdLst/>
              <a:ahLst/>
              <a:cxnLst/>
              <a:rect l="l" t="t" r="r" b="b"/>
              <a:pathLst>
                <a:path w="67624" h="7351" extrusionOk="0">
                  <a:moveTo>
                    <a:pt x="67624" y="0"/>
                  </a:moveTo>
                  <a:cubicBezTo>
                    <a:pt x="56490" y="2321"/>
                    <a:pt x="45226" y="3912"/>
                    <a:pt x="33920" y="4772"/>
                  </a:cubicBezTo>
                  <a:cubicBezTo>
                    <a:pt x="22699" y="6363"/>
                    <a:pt x="11349" y="7222"/>
                    <a:pt x="0" y="7351"/>
                  </a:cubicBezTo>
                  <a:cubicBezTo>
                    <a:pt x="11092" y="4987"/>
                    <a:pt x="22355" y="3353"/>
                    <a:pt x="33705" y="2536"/>
                  </a:cubicBezTo>
                  <a:cubicBezTo>
                    <a:pt x="44925" y="946"/>
                    <a:pt x="56275" y="86"/>
                    <a:pt x="67624" y="0"/>
                  </a:cubicBezTo>
                  <a:lnTo>
                    <a:pt x="67624"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 name="Google Shape;356;p48"/>
            <p:cNvSpPr/>
            <p:nvPr/>
          </p:nvSpPr>
          <p:spPr>
            <a:xfrm>
              <a:off x="1382478" y="4652756"/>
              <a:ext cx="93314" cy="252999"/>
            </a:xfrm>
            <a:custGeom>
              <a:avLst/>
              <a:gdLst/>
              <a:ahLst/>
              <a:cxnLst/>
              <a:rect l="l" t="t" r="r" b="b"/>
              <a:pathLst>
                <a:path w="93314" h="252999" extrusionOk="0">
                  <a:moveTo>
                    <a:pt x="7376" y="0"/>
                  </a:moveTo>
                  <a:cubicBezTo>
                    <a:pt x="6860" y="12897"/>
                    <a:pt x="10343" y="26052"/>
                    <a:pt x="21090" y="33318"/>
                  </a:cubicBezTo>
                  <a:cubicBezTo>
                    <a:pt x="7634" y="39852"/>
                    <a:pt x="455" y="55501"/>
                    <a:pt x="25" y="70462"/>
                  </a:cubicBezTo>
                  <a:cubicBezTo>
                    <a:pt x="-405" y="85422"/>
                    <a:pt x="4797" y="99953"/>
                    <a:pt x="10429" y="113839"/>
                  </a:cubicBezTo>
                  <a:cubicBezTo>
                    <a:pt x="27840" y="156529"/>
                    <a:pt x="64984" y="216630"/>
                    <a:pt x="93315" y="253000"/>
                  </a:cubicBezTo>
                  <a:cubicBezTo>
                    <a:pt x="93315" y="253000"/>
                    <a:pt x="78956" y="214308"/>
                    <a:pt x="74829" y="205237"/>
                  </a:cubicBezTo>
                  <a:cubicBezTo>
                    <a:pt x="56171" y="164439"/>
                    <a:pt x="39705" y="123555"/>
                    <a:pt x="21004" y="82628"/>
                  </a:cubicBezTo>
                  <a:cubicBezTo>
                    <a:pt x="18941" y="78329"/>
                    <a:pt x="15244" y="65776"/>
                    <a:pt x="15244" y="65776"/>
                  </a:cubicBezTo>
                  <a:cubicBezTo>
                    <a:pt x="17264" y="64787"/>
                    <a:pt x="19156" y="63497"/>
                    <a:pt x="20832" y="61949"/>
                  </a:cubicBezTo>
                  <a:cubicBezTo>
                    <a:pt x="31322" y="53351"/>
                    <a:pt x="54064" y="38262"/>
                    <a:pt x="54064" y="38262"/>
                  </a:cubicBezTo>
                  <a:cubicBezTo>
                    <a:pt x="54064" y="38262"/>
                    <a:pt x="7376" y="1290"/>
                    <a:pt x="7376" y="0"/>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 name="Google Shape;357;p48"/>
            <p:cNvSpPr/>
            <p:nvPr/>
          </p:nvSpPr>
          <p:spPr>
            <a:xfrm>
              <a:off x="1381945" y="4740457"/>
              <a:ext cx="7431" cy="221573"/>
            </a:xfrm>
            <a:custGeom>
              <a:avLst/>
              <a:gdLst/>
              <a:ahLst/>
              <a:cxnLst/>
              <a:rect l="l" t="t" r="r" b="b"/>
              <a:pathLst>
                <a:path w="7431" h="221573" extrusionOk="0">
                  <a:moveTo>
                    <a:pt x="7264" y="0"/>
                  </a:moveTo>
                  <a:cubicBezTo>
                    <a:pt x="7866" y="0"/>
                    <a:pt x="6791" y="49654"/>
                    <a:pt x="4814" y="110830"/>
                  </a:cubicBezTo>
                  <a:cubicBezTo>
                    <a:pt x="2836" y="172005"/>
                    <a:pt x="773" y="221617"/>
                    <a:pt x="171" y="221574"/>
                  </a:cubicBezTo>
                  <a:cubicBezTo>
                    <a:pt x="-431" y="221531"/>
                    <a:pt x="601" y="171963"/>
                    <a:pt x="2578" y="110744"/>
                  </a:cubicBezTo>
                  <a:cubicBezTo>
                    <a:pt x="4556" y="49525"/>
                    <a:pt x="6619" y="-43"/>
                    <a:pt x="7264" y="0"/>
                  </a:cubicBezTo>
                  <a:lnTo>
                    <a:pt x="7264"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 name="Google Shape;358;p48"/>
            <p:cNvSpPr/>
            <p:nvPr/>
          </p:nvSpPr>
          <p:spPr>
            <a:xfrm>
              <a:off x="1458940" y="4347134"/>
              <a:ext cx="56790" cy="262931"/>
            </a:xfrm>
            <a:custGeom>
              <a:avLst/>
              <a:gdLst/>
              <a:ahLst/>
              <a:cxnLst/>
              <a:rect l="l" t="t" r="r" b="b"/>
              <a:pathLst>
                <a:path w="56790" h="262931" extrusionOk="0">
                  <a:moveTo>
                    <a:pt x="4299" y="262932"/>
                  </a:moveTo>
                  <a:lnTo>
                    <a:pt x="0" y="262932"/>
                  </a:lnTo>
                  <a:cubicBezTo>
                    <a:pt x="0" y="261298"/>
                    <a:pt x="6234" y="98664"/>
                    <a:pt x="11092" y="33921"/>
                  </a:cubicBezTo>
                  <a:cubicBezTo>
                    <a:pt x="11393" y="24720"/>
                    <a:pt x="15520" y="16080"/>
                    <a:pt x="22398" y="10018"/>
                  </a:cubicBezTo>
                  <a:cubicBezTo>
                    <a:pt x="35811" y="-1461"/>
                    <a:pt x="55888" y="44"/>
                    <a:pt x="56791" y="87"/>
                  </a:cubicBezTo>
                  <a:lnTo>
                    <a:pt x="56447" y="4386"/>
                  </a:lnTo>
                  <a:cubicBezTo>
                    <a:pt x="56232" y="4386"/>
                    <a:pt x="37273" y="3010"/>
                    <a:pt x="25236" y="13285"/>
                  </a:cubicBezTo>
                  <a:cubicBezTo>
                    <a:pt x="19217" y="18659"/>
                    <a:pt x="15692" y="26225"/>
                    <a:pt x="15391" y="34265"/>
                  </a:cubicBezTo>
                  <a:cubicBezTo>
                    <a:pt x="10662" y="98536"/>
                    <a:pt x="4514" y="261126"/>
                    <a:pt x="4299" y="262932"/>
                  </a:cubicBezTo>
                  <a:lnTo>
                    <a:pt x="4299" y="26293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 name="Google Shape;359;p48"/>
            <p:cNvSpPr/>
            <p:nvPr/>
          </p:nvSpPr>
          <p:spPr>
            <a:xfrm>
              <a:off x="1495912" y="4752322"/>
              <a:ext cx="46300" cy="129746"/>
            </a:xfrm>
            <a:custGeom>
              <a:avLst/>
              <a:gdLst/>
              <a:ahLst/>
              <a:cxnLst/>
              <a:rect l="l" t="t" r="r" b="b"/>
              <a:pathLst>
                <a:path w="46300" h="129746" extrusionOk="0">
                  <a:moveTo>
                    <a:pt x="7609" y="129746"/>
                  </a:moveTo>
                  <a:lnTo>
                    <a:pt x="0" y="129746"/>
                  </a:lnTo>
                  <a:lnTo>
                    <a:pt x="0" y="121148"/>
                  </a:lnTo>
                  <a:lnTo>
                    <a:pt x="7609" y="121148"/>
                  </a:lnTo>
                  <a:cubicBezTo>
                    <a:pt x="24247" y="121148"/>
                    <a:pt x="37703" y="107692"/>
                    <a:pt x="37703" y="91054"/>
                  </a:cubicBezTo>
                  <a:lnTo>
                    <a:pt x="37703" y="0"/>
                  </a:lnTo>
                  <a:lnTo>
                    <a:pt x="46301" y="0"/>
                  </a:lnTo>
                  <a:lnTo>
                    <a:pt x="46301" y="91054"/>
                  </a:lnTo>
                  <a:cubicBezTo>
                    <a:pt x="46301" y="112421"/>
                    <a:pt x="28976" y="129746"/>
                    <a:pt x="7609" y="129746"/>
                  </a:cubicBezTo>
                  <a:lnTo>
                    <a:pt x="7609" y="129746"/>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 name="Google Shape;360;p48"/>
            <p:cNvSpPr/>
            <p:nvPr/>
          </p:nvSpPr>
          <p:spPr>
            <a:xfrm>
              <a:off x="1488169" y="4868693"/>
              <a:ext cx="18488" cy="18495"/>
            </a:xfrm>
            <a:custGeom>
              <a:avLst/>
              <a:gdLst/>
              <a:ahLst/>
              <a:cxnLst/>
              <a:rect l="l" t="t" r="r" b="b"/>
              <a:pathLst>
                <a:path w="18488" h="18495" extrusionOk="0">
                  <a:moveTo>
                    <a:pt x="18448" y="10151"/>
                  </a:moveTo>
                  <a:cubicBezTo>
                    <a:pt x="17932" y="15223"/>
                    <a:pt x="13418" y="18964"/>
                    <a:pt x="8345" y="18448"/>
                  </a:cubicBezTo>
                  <a:cubicBezTo>
                    <a:pt x="3272" y="17932"/>
                    <a:pt x="-468" y="13418"/>
                    <a:pt x="48" y="8345"/>
                  </a:cubicBezTo>
                  <a:cubicBezTo>
                    <a:pt x="563" y="3272"/>
                    <a:pt x="5077" y="-468"/>
                    <a:pt x="10150" y="48"/>
                  </a:cubicBezTo>
                  <a:cubicBezTo>
                    <a:pt x="15223" y="563"/>
                    <a:pt x="18920" y="5077"/>
                    <a:pt x="18448" y="1015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1" name="Google Shape;361;p48"/>
            <p:cNvSpPr/>
            <p:nvPr/>
          </p:nvSpPr>
          <p:spPr>
            <a:xfrm>
              <a:off x="1382846" y="4752107"/>
              <a:ext cx="46300" cy="129745"/>
            </a:xfrm>
            <a:custGeom>
              <a:avLst/>
              <a:gdLst/>
              <a:ahLst/>
              <a:cxnLst/>
              <a:rect l="l" t="t" r="r" b="b"/>
              <a:pathLst>
                <a:path w="46300" h="129745" extrusionOk="0">
                  <a:moveTo>
                    <a:pt x="46301" y="129746"/>
                  </a:moveTo>
                  <a:lnTo>
                    <a:pt x="38692" y="129746"/>
                  </a:lnTo>
                  <a:cubicBezTo>
                    <a:pt x="17325" y="129746"/>
                    <a:pt x="0" y="112421"/>
                    <a:pt x="0" y="91054"/>
                  </a:cubicBezTo>
                  <a:lnTo>
                    <a:pt x="344" y="0"/>
                  </a:lnTo>
                  <a:lnTo>
                    <a:pt x="8942" y="0"/>
                  </a:lnTo>
                  <a:lnTo>
                    <a:pt x="8598" y="91054"/>
                  </a:lnTo>
                  <a:cubicBezTo>
                    <a:pt x="8598" y="107692"/>
                    <a:pt x="22054" y="121148"/>
                    <a:pt x="38692" y="121148"/>
                  </a:cubicBezTo>
                  <a:lnTo>
                    <a:pt x="46301" y="121148"/>
                  </a:lnTo>
                  <a:lnTo>
                    <a:pt x="46301" y="129746"/>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2" name="Google Shape;362;p48"/>
            <p:cNvSpPr/>
            <p:nvPr/>
          </p:nvSpPr>
          <p:spPr>
            <a:xfrm>
              <a:off x="1418445" y="4868485"/>
              <a:ext cx="18402" cy="18402"/>
            </a:xfrm>
            <a:custGeom>
              <a:avLst/>
              <a:gdLst/>
              <a:ahLst/>
              <a:cxnLst/>
              <a:rect l="l" t="t" r="r" b="b"/>
              <a:pathLst>
                <a:path w="18402" h="18402" extrusionOk="0">
                  <a:moveTo>
                    <a:pt x="41" y="10101"/>
                  </a:moveTo>
                  <a:cubicBezTo>
                    <a:pt x="557" y="15174"/>
                    <a:pt x="5028" y="18871"/>
                    <a:pt x="10101" y="18355"/>
                  </a:cubicBezTo>
                  <a:cubicBezTo>
                    <a:pt x="15173" y="17839"/>
                    <a:pt x="18871" y="13368"/>
                    <a:pt x="18355" y="8295"/>
                  </a:cubicBezTo>
                  <a:cubicBezTo>
                    <a:pt x="17839" y="3265"/>
                    <a:pt x="13368" y="-432"/>
                    <a:pt x="8338" y="41"/>
                  </a:cubicBezTo>
                  <a:cubicBezTo>
                    <a:pt x="3265" y="514"/>
                    <a:pt x="-432" y="4985"/>
                    <a:pt x="41" y="10058"/>
                  </a:cubicBezTo>
                  <a:lnTo>
                    <a:pt x="41" y="1005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 name="Google Shape;363;p48"/>
            <p:cNvSpPr/>
            <p:nvPr/>
          </p:nvSpPr>
          <p:spPr>
            <a:xfrm>
              <a:off x="1379565" y="4606580"/>
              <a:ext cx="165269" cy="156016"/>
            </a:xfrm>
            <a:custGeom>
              <a:avLst/>
              <a:gdLst/>
              <a:ahLst/>
              <a:cxnLst/>
              <a:rect l="l" t="t" r="r" b="b"/>
              <a:pathLst>
                <a:path w="165269" h="156016" extrusionOk="0">
                  <a:moveTo>
                    <a:pt x="1088" y="156017"/>
                  </a:moveTo>
                  <a:lnTo>
                    <a:pt x="14" y="91101"/>
                  </a:lnTo>
                  <a:cubicBezTo>
                    <a:pt x="-803" y="41619"/>
                    <a:pt x="35352" y="820"/>
                    <a:pt x="80621" y="4"/>
                  </a:cubicBezTo>
                  <a:cubicBezTo>
                    <a:pt x="102933" y="-211"/>
                    <a:pt x="124257" y="9075"/>
                    <a:pt x="139303" y="25540"/>
                  </a:cubicBezTo>
                  <a:cubicBezTo>
                    <a:pt x="155124" y="42650"/>
                    <a:pt x="163980" y="65049"/>
                    <a:pt x="164195" y="88349"/>
                  </a:cubicBezTo>
                  <a:lnTo>
                    <a:pt x="165270" y="153308"/>
                  </a:lnTo>
                  <a:lnTo>
                    <a:pt x="152373" y="153523"/>
                  </a:lnTo>
                  <a:lnTo>
                    <a:pt x="151298" y="88564"/>
                  </a:lnTo>
                  <a:cubicBezTo>
                    <a:pt x="151126" y="68445"/>
                    <a:pt x="143473" y="49099"/>
                    <a:pt x="129802" y="34353"/>
                  </a:cubicBezTo>
                  <a:cubicBezTo>
                    <a:pt x="117292" y="20510"/>
                    <a:pt x="99408" y="12686"/>
                    <a:pt x="80750" y="12858"/>
                  </a:cubicBezTo>
                  <a:cubicBezTo>
                    <a:pt x="42574" y="13503"/>
                    <a:pt x="11965" y="48454"/>
                    <a:pt x="12825" y="90843"/>
                  </a:cubicBezTo>
                  <a:lnTo>
                    <a:pt x="13900" y="155759"/>
                  </a:lnTo>
                  <a:lnTo>
                    <a:pt x="1088" y="156017"/>
                  </a:lnTo>
                  <a:lnTo>
                    <a:pt x="1088" y="15601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 name="Google Shape;364;p48"/>
            <p:cNvSpPr/>
            <p:nvPr/>
          </p:nvSpPr>
          <p:spPr>
            <a:xfrm>
              <a:off x="1697925" y="4334625"/>
              <a:ext cx="54211" cy="277848"/>
            </a:xfrm>
            <a:custGeom>
              <a:avLst/>
              <a:gdLst/>
              <a:ahLst/>
              <a:cxnLst/>
              <a:rect l="l" t="t" r="r" b="b"/>
              <a:pathLst>
                <a:path w="54211" h="277848" extrusionOk="0">
                  <a:moveTo>
                    <a:pt x="49955" y="277849"/>
                  </a:moveTo>
                  <a:cubicBezTo>
                    <a:pt x="49955" y="276129"/>
                    <a:pt x="30222" y="107133"/>
                    <a:pt x="24548" y="52965"/>
                  </a:cubicBezTo>
                  <a:lnTo>
                    <a:pt x="24161" y="49009"/>
                  </a:lnTo>
                  <a:cubicBezTo>
                    <a:pt x="22398" y="30609"/>
                    <a:pt x="20335" y="9802"/>
                    <a:pt x="0" y="4299"/>
                  </a:cubicBezTo>
                  <a:lnTo>
                    <a:pt x="1118" y="0"/>
                  </a:lnTo>
                  <a:cubicBezTo>
                    <a:pt x="24333" y="6277"/>
                    <a:pt x="26611" y="29664"/>
                    <a:pt x="28460" y="48451"/>
                  </a:cubicBezTo>
                  <a:lnTo>
                    <a:pt x="28847" y="52363"/>
                  </a:lnTo>
                  <a:cubicBezTo>
                    <a:pt x="34478" y="106531"/>
                    <a:pt x="54039" y="275527"/>
                    <a:pt x="54211" y="277247"/>
                  </a:cubicBezTo>
                  <a:lnTo>
                    <a:pt x="49955" y="27784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 name="Google Shape;365;p48"/>
            <p:cNvSpPr/>
            <p:nvPr/>
          </p:nvSpPr>
          <p:spPr>
            <a:xfrm rot="-2700000">
              <a:off x="1703983" y="4537335"/>
              <a:ext cx="92309" cy="92309"/>
            </a:xfrm>
            <a:custGeom>
              <a:avLst/>
              <a:gdLst/>
              <a:ahLst/>
              <a:cxnLst/>
              <a:rect l="l" t="t" r="r" b="b"/>
              <a:pathLst>
                <a:path w="92258" h="92258" extrusionOk="0">
                  <a:moveTo>
                    <a:pt x="92258" y="46129"/>
                  </a:moveTo>
                  <a:cubicBezTo>
                    <a:pt x="92258" y="71605"/>
                    <a:pt x="71605" y="92258"/>
                    <a:pt x="46129" y="92258"/>
                  </a:cubicBezTo>
                  <a:cubicBezTo>
                    <a:pt x="20653" y="92258"/>
                    <a:pt x="0" y="71605"/>
                    <a:pt x="0" y="46129"/>
                  </a:cubicBezTo>
                  <a:cubicBezTo>
                    <a:pt x="0" y="20653"/>
                    <a:pt x="20653" y="0"/>
                    <a:pt x="46129" y="0"/>
                  </a:cubicBezTo>
                  <a:cubicBezTo>
                    <a:pt x="71605" y="0"/>
                    <a:pt x="92258" y="20653"/>
                    <a:pt x="92258" y="4612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6" name="Google Shape;366;p48"/>
            <p:cNvSpPr/>
            <p:nvPr/>
          </p:nvSpPr>
          <p:spPr>
            <a:xfrm>
              <a:off x="1727675" y="4561186"/>
              <a:ext cx="44624" cy="44624"/>
            </a:xfrm>
            <a:custGeom>
              <a:avLst/>
              <a:gdLst/>
              <a:ahLst/>
              <a:cxnLst/>
              <a:rect l="l" t="t" r="r" b="b"/>
              <a:pathLst>
                <a:path w="44624" h="44624" extrusionOk="0">
                  <a:moveTo>
                    <a:pt x="44624" y="22312"/>
                  </a:moveTo>
                  <a:cubicBezTo>
                    <a:pt x="44624" y="34650"/>
                    <a:pt x="34650" y="44624"/>
                    <a:pt x="22312" y="44624"/>
                  </a:cubicBezTo>
                  <a:cubicBezTo>
                    <a:pt x="9974" y="44624"/>
                    <a:pt x="0" y="34650"/>
                    <a:pt x="0" y="22312"/>
                  </a:cubicBezTo>
                  <a:cubicBezTo>
                    <a:pt x="0" y="9974"/>
                    <a:pt x="9974" y="0"/>
                    <a:pt x="22312" y="0"/>
                  </a:cubicBezTo>
                  <a:lnTo>
                    <a:pt x="22355" y="0"/>
                  </a:lnTo>
                  <a:cubicBezTo>
                    <a:pt x="34650" y="0"/>
                    <a:pt x="44624" y="9974"/>
                    <a:pt x="44624" y="22269"/>
                  </a:cubicBezTo>
                  <a:lnTo>
                    <a:pt x="44624" y="22269"/>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7" name="Google Shape;367;p48"/>
            <p:cNvSpPr/>
            <p:nvPr/>
          </p:nvSpPr>
          <p:spPr>
            <a:xfrm>
              <a:off x="1419388" y="4909195"/>
              <a:ext cx="642552" cy="275934"/>
            </a:xfrm>
            <a:custGeom>
              <a:avLst/>
              <a:gdLst/>
              <a:ahLst/>
              <a:cxnLst/>
              <a:rect l="l" t="t" r="r" b="b"/>
              <a:pathLst>
                <a:path w="642552" h="275934" extrusionOk="0">
                  <a:moveTo>
                    <a:pt x="57908" y="0"/>
                  </a:moveTo>
                  <a:lnTo>
                    <a:pt x="0" y="142428"/>
                  </a:lnTo>
                  <a:lnTo>
                    <a:pt x="461935" y="270497"/>
                  </a:lnTo>
                  <a:cubicBezTo>
                    <a:pt x="504710" y="282406"/>
                    <a:pt x="550539" y="274538"/>
                    <a:pt x="586866" y="249002"/>
                  </a:cubicBezTo>
                  <a:lnTo>
                    <a:pt x="586866" y="249002"/>
                  </a:lnTo>
                  <a:cubicBezTo>
                    <a:pt x="635187" y="214910"/>
                    <a:pt x="647053" y="155282"/>
                    <a:pt x="641163" y="96256"/>
                  </a:cubicBezTo>
                  <a:lnTo>
                    <a:pt x="632823" y="33490"/>
                  </a:lnTo>
                  <a:lnTo>
                    <a:pt x="57908" y="0"/>
                  </a:lnTo>
                  <a:lnTo>
                    <a:pt x="57908"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8" name="Google Shape;368;p48"/>
            <p:cNvSpPr/>
            <p:nvPr/>
          </p:nvSpPr>
          <p:spPr>
            <a:xfrm>
              <a:off x="1861588" y="4935204"/>
              <a:ext cx="105120" cy="128541"/>
            </a:xfrm>
            <a:custGeom>
              <a:avLst/>
              <a:gdLst/>
              <a:ahLst/>
              <a:cxnLst/>
              <a:rect l="l" t="t" r="r" b="b"/>
              <a:pathLst>
                <a:path w="105120" h="128541" extrusionOk="0">
                  <a:moveTo>
                    <a:pt x="105114" y="128542"/>
                  </a:moveTo>
                  <a:cubicBezTo>
                    <a:pt x="104642" y="128542"/>
                    <a:pt x="103653" y="118826"/>
                    <a:pt x="98881" y="103822"/>
                  </a:cubicBezTo>
                  <a:cubicBezTo>
                    <a:pt x="97677" y="99738"/>
                    <a:pt x="96215" y="95697"/>
                    <a:pt x="94582" y="91742"/>
                  </a:cubicBezTo>
                  <a:cubicBezTo>
                    <a:pt x="92948" y="87443"/>
                    <a:pt x="90670" y="83144"/>
                    <a:pt x="88391" y="78329"/>
                  </a:cubicBezTo>
                  <a:cubicBezTo>
                    <a:pt x="83103" y="68355"/>
                    <a:pt x="76870" y="58940"/>
                    <a:pt x="69776" y="50170"/>
                  </a:cubicBezTo>
                  <a:cubicBezTo>
                    <a:pt x="62554" y="41486"/>
                    <a:pt x="54557" y="33533"/>
                    <a:pt x="45873" y="26353"/>
                  </a:cubicBezTo>
                  <a:cubicBezTo>
                    <a:pt x="41574" y="23215"/>
                    <a:pt x="37877" y="20077"/>
                    <a:pt x="33965" y="17755"/>
                  </a:cubicBezTo>
                  <a:cubicBezTo>
                    <a:pt x="30440" y="15305"/>
                    <a:pt x="26785" y="13069"/>
                    <a:pt x="23002" y="11006"/>
                  </a:cubicBezTo>
                  <a:cubicBezTo>
                    <a:pt x="9245" y="3396"/>
                    <a:pt x="-170" y="473"/>
                    <a:pt x="2" y="0"/>
                  </a:cubicBezTo>
                  <a:cubicBezTo>
                    <a:pt x="2238" y="473"/>
                    <a:pt x="4473" y="1118"/>
                    <a:pt x="6580" y="2020"/>
                  </a:cubicBezTo>
                  <a:cubicBezTo>
                    <a:pt x="9159" y="2837"/>
                    <a:pt x="11653" y="3826"/>
                    <a:pt x="14103" y="4987"/>
                  </a:cubicBezTo>
                  <a:cubicBezTo>
                    <a:pt x="16984" y="6320"/>
                    <a:pt x="20337" y="7652"/>
                    <a:pt x="23776" y="9630"/>
                  </a:cubicBezTo>
                  <a:cubicBezTo>
                    <a:pt x="27645" y="11608"/>
                    <a:pt x="31385" y="13800"/>
                    <a:pt x="34997" y="16207"/>
                  </a:cubicBezTo>
                  <a:cubicBezTo>
                    <a:pt x="38995" y="18615"/>
                    <a:pt x="42950" y="21753"/>
                    <a:pt x="47163" y="24805"/>
                  </a:cubicBezTo>
                  <a:cubicBezTo>
                    <a:pt x="56062" y="31985"/>
                    <a:pt x="64230" y="40024"/>
                    <a:pt x="71539" y="48794"/>
                  </a:cubicBezTo>
                  <a:cubicBezTo>
                    <a:pt x="78675" y="57693"/>
                    <a:pt x="84952" y="67280"/>
                    <a:pt x="90197" y="77426"/>
                  </a:cubicBezTo>
                  <a:cubicBezTo>
                    <a:pt x="92475" y="82198"/>
                    <a:pt x="94711" y="86669"/>
                    <a:pt x="96301" y="91097"/>
                  </a:cubicBezTo>
                  <a:cubicBezTo>
                    <a:pt x="97978" y="95095"/>
                    <a:pt x="99397" y="99223"/>
                    <a:pt x="100600" y="103393"/>
                  </a:cubicBezTo>
                  <a:cubicBezTo>
                    <a:pt x="101675" y="106789"/>
                    <a:pt x="102578" y="110271"/>
                    <a:pt x="103223" y="113796"/>
                  </a:cubicBezTo>
                  <a:cubicBezTo>
                    <a:pt x="103911" y="116462"/>
                    <a:pt x="104384" y="119170"/>
                    <a:pt x="104642" y="121921"/>
                  </a:cubicBezTo>
                  <a:cubicBezTo>
                    <a:pt x="104985" y="124114"/>
                    <a:pt x="105157" y="126307"/>
                    <a:pt x="105114" y="128542"/>
                  </a:cubicBezTo>
                  <a:lnTo>
                    <a:pt x="105114" y="12854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9" name="Google Shape;369;p48"/>
            <p:cNvSpPr/>
            <p:nvPr/>
          </p:nvSpPr>
          <p:spPr>
            <a:xfrm>
              <a:off x="1252854" y="4851586"/>
              <a:ext cx="156217" cy="129886"/>
            </a:xfrm>
            <a:custGeom>
              <a:avLst/>
              <a:gdLst/>
              <a:ahLst/>
              <a:cxnLst/>
              <a:rect l="l" t="t" r="r" b="b"/>
              <a:pathLst>
                <a:path w="156217" h="129886" extrusionOk="0">
                  <a:moveTo>
                    <a:pt x="156217" y="118226"/>
                  </a:moveTo>
                  <a:cubicBezTo>
                    <a:pt x="120965" y="121150"/>
                    <a:pt x="93752" y="124374"/>
                    <a:pt x="57338" y="128845"/>
                  </a:cubicBezTo>
                  <a:cubicBezTo>
                    <a:pt x="34596" y="131639"/>
                    <a:pt x="10995" y="130049"/>
                    <a:pt x="3557" y="108424"/>
                  </a:cubicBezTo>
                  <a:cubicBezTo>
                    <a:pt x="-3880" y="86800"/>
                    <a:pt x="849" y="62037"/>
                    <a:pt x="13058" y="42649"/>
                  </a:cubicBezTo>
                  <a:cubicBezTo>
                    <a:pt x="25267" y="23260"/>
                    <a:pt x="44441" y="-21837"/>
                    <a:pt x="147103" y="12555"/>
                  </a:cubicBezTo>
                  <a:lnTo>
                    <a:pt x="156217" y="118226"/>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 name="Google Shape;370;p48"/>
            <p:cNvSpPr/>
            <p:nvPr/>
          </p:nvSpPr>
          <p:spPr>
            <a:xfrm>
              <a:off x="1456618" y="4908335"/>
              <a:ext cx="392762" cy="55203"/>
            </a:xfrm>
            <a:custGeom>
              <a:avLst/>
              <a:gdLst/>
              <a:ahLst/>
              <a:cxnLst/>
              <a:rect l="l" t="t" r="r" b="b"/>
              <a:pathLst>
                <a:path w="392762" h="55203" extrusionOk="0">
                  <a:moveTo>
                    <a:pt x="0" y="55200"/>
                  </a:moveTo>
                  <a:lnTo>
                    <a:pt x="258" y="54254"/>
                  </a:lnTo>
                  <a:lnTo>
                    <a:pt x="1247" y="51417"/>
                  </a:lnTo>
                  <a:lnTo>
                    <a:pt x="5116" y="40583"/>
                  </a:lnTo>
                  <a:lnTo>
                    <a:pt x="19948" y="559"/>
                  </a:lnTo>
                  <a:lnTo>
                    <a:pt x="20163" y="0"/>
                  </a:lnTo>
                  <a:lnTo>
                    <a:pt x="20722" y="0"/>
                  </a:lnTo>
                  <a:lnTo>
                    <a:pt x="177852" y="14230"/>
                  </a:lnTo>
                  <a:lnTo>
                    <a:pt x="329867" y="28675"/>
                  </a:lnTo>
                  <a:lnTo>
                    <a:pt x="375910" y="33275"/>
                  </a:lnTo>
                  <a:lnTo>
                    <a:pt x="388421" y="34650"/>
                  </a:lnTo>
                  <a:lnTo>
                    <a:pt x="391645" y="35080"/>
                  </a:lnTo>
                  <a:cubicBezTo>
                    <a:pt x="392032" y="35080"/>
                    <a:pt x="392419" y="35166"/>
                    <a:pt x="392763" y="35295"/>
                  </a:cubicBezTo>
                  <a:lnTo>
                    <a:pt x="388378" y="35295"/>
                  </a:lnTo>
                  <a:lnTo>
                    <a:pt x="375825" y="34350"/>
                  </a:lnTo>
                  <a:lnTo>
                    <a:pt x="329695" y="30394"/>
                  </a:lnTo>
                  <a:lnTo>
                    <a:pt x="177637" y="16637"/>
                  </a:lnTo>
                  <a:lnTo>
                    <a:pt x="20593" y="1719"/>
                  </a:lnTo>
                  <a:lnTo>
                    <a:pt x="21366" y="1204"/>
                  </a:lnTo>
                  <a:lnTo>
                    <a:pt x="5890" y="41013"/>
                  </a:lnTo>
                  <a:lnTo>
                    <a:pt x="1591" y="51675"/>
                  </a:lnTo>
                  <a:lnTo>
                    <a:pt x="430" y="54426"/>
                  </a:lnTo>
                  <a:cubicBezTo>
                    <a:pt x="215" y="54942"/>
                    <a:pt x="43" y="55243"/>
                    <a:pt x="0" y="55200"/>
                  </a:cubicBezTo>
                  <a:lnTo>
                    <a:pt x="0" y="5520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1" name="Google Shape;371;p48"/>
            <p:cNvSpPr/>
            <p:nvPr/>
          </p:nvSpPr>
          <p:spPr>
            <a:xfrm>
              <a:off x="1646680" y="5037565"/>
              <a:ext cx="222648" cy="81397"/>
            </a:xfrm>
            <a:custGeom>
              <a:avLst/>
              <a:gdLst/>
              <a:ahLst/>
              <a:cxnLst/>
              <a:rect l="l" t="t" r="r" b="b"/>
              <a:pathLst>
                <a:path w="222648" h="81397" extrusionOk="0">
                  <a:moveTo>
                    <a:pt x="0" y="72869"/>
                  </a:moveTo>
                  <a:cubicBezTo>
                    <a:pt x="65604" y="90452"/>
                    <a:pt x="105499" y="80264"/>
                    <a:pt x="165084" y="47677"/>
                  </a:cubicBezTo>
                  <a:cubicBezTo>
                    <a:pt x="177294" y="40540"/>
                    <a:pt x="189030" y="32544"/>
                    <a:pt x="200164" y="23860"/>
                  </a:cubicBezTo>
                  <a:cubicBezTo>
                    <a:pt x="208677" y="16895"/>
                    <a:pt x="216200" y="8899"/>
                    <a:pt x="222649" y="0"/>
                  </a:cubicBezTo>
                  <a:cubicBezTo>
                    <a:pt x="145910" y="29363"/>
                    <a:pt x="82155" y="51589"/>
                    <a:pt x="3052" y="73686"/>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 name="Google Shape;372;p48"/>
            <p:cNvSpPr/>
            <p:nvPr/>
          </p:nvSpPr>
          <p:spPr>
            <a:xfrm>
              <a:off x="1268017" y="4823128"/>
              <a:ext cx="203820" cy="152674"/>
            </a:xfrm>
            <a:custGeom>
              <a:avLst/>
              <a:gdLst/>
              <a:ahLst/>
              <a:cxnLst/>
              <a:rect l="l" t="t" r="r" b="b"/>
              <a:pathLst>
                <a:path w="203820" h="152674" extrusionOk="0">
                  <a:moveTo>
                    <a:pt x="188816" y="138903"/>
                  </a:moveTo>
                  <a:lnTo>
                    <a:pt x="203820" y="96987"/>
                  </a:lnTo>
                  <a:lnTo>
                    <a:pt x="168955" y="42475"/>
                  </a:lnTo>
                  <a:cubicBezTo>
                    <a:pt x="162850" y="32931"/>
                    <a:pt x="153091" y="26310"/>
                    <a:pt x="141957" y="24204"/>
                  </a:cubicBezTo>
                  <a:lnTo>
                    <a:pt x="13672" y="0"/>
                  </a:lnTo>
                  <a:cubicBezTo>
                    <a:pt x="10362" y="9931"/>
                    <a:pt x="15005" y="20765"/>
                    <a:pt x="24506" y="25236"/>
                  </a:cubicBezTo>
                  <a:cubicBezTo>
                    <a:pt x="41315" y="34822"/>
                    <a:pt x="116936" y="52406"/>
                    <a:pt x="116936" y="52406"/>
                  </a:cubicBezTo>
                  <a:lnTo>
                    <a:pt x="474" y="50428"/>
                  </a:lnTo>
                  <a:cubicBezTo>
                    <a:pt x="474" y="50428"/>
                    <a:pt x="-3137" y="67237"/>
                    <a:pt x="10061" y="73256"/>
                  </a:cubicBezTo>
                  <a:cubicBezTo>
                    <a:pt x="23259" y="79275"/>
                    <a:pt x="106231" y="82327"/>
                    <a:pt x="106231" y="82327"/>
                  </a:cubicBezTo>
                  <a:lnTo>
                    <a:pt x="1" y="97288"/>
                  </a:lnTo>
                  <a:cubicBezTo>
                    <a:pt x="1" y="97288"/>
                    <a:pt x="-601" y="114140"/>
                    <a:pt x="23689" y="114484"/>
                  </a:cubicBezTo>
                  <a:cubicBezTo>
                    <a:pt x="47592" y="114183"/>
                    <a:pt x="71495" y="112679"/>
                    <a:pt x="95269" y="109970"/>
                  </a:cubicBezTo>
                  <a:cubicBezTo>
                    <a:pt x="97332" y="109669"/>
                    <a:pt x="99224" y="111088"/>
                    <a:pt x="99568" y="113108"/>
                  </a:cubicBezTo>
                  <a:lnTo>
                    <a:pt x="99568" y="113108"/>
                  </a:lnTo>
                  <a:cubicBezTo>
                    <a:pt x="99869" y="115086"/>
                    <a:pt x="98622" y="116935"/>
                    <a:pt x="96687" y="117408"/>
                  </a:cubicBezTo>
                  <a:lnTo>
                    <a:pt x="26054" y="134088"/>
                  </a:lnTo>
                  <a:cubicBezTo>
                    <a:pt x="20938" y="135249"/>
                    <a:pt x="17757" y="140279"/>
                    <a:pt x="18917" y="145394"/>
                  </a:cubicBezTo>
                  <a:cubicBezTo>
                    <a:pt x="19648" y="148705"/>
                    <a:pt x="22142" y="151370"/>
                    <a:pt x="25366" y="152359"/>
                  </a:cubicBezTo>
                  <a:cubicBezTo>
                    <a:pt x="26656" y="152660"/>
                    <a:pt x="27988" y="152746"/>
                    <a:pt x="29278" y="152617"/>
                  </a:cubicBezTo>
                  <a:cubicBezTo>
                    <a:pt x="41315" y="151413"/>
                    <a:pt x="113196" y="142299"/>
                    <a:pt x="113196" y="142299"/>
                  </a:cubicBezTo>
                  <a:lnTo>
                    <a:pt x="116936" y="150682"/>
                  </a:lnTo>
                  <a:lnTo>
                    <a:pt x="188816" y="138989"/>
                  </a:lnTo>
                </a:path>
              </a:pathLst>
            </a:custGeom>
            <a:solidFill>
              <a:srgbClr val="B7887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 name="Google Shape;373;p48"/>
            <p:cNvSpPr/>
            <p:nvPr/>
          </p:nvSpPr>
          <p:spPr>
            <a:xfrm>
              <a:off x="1357224" y="4934858"/>
              <a:ext cx="46924" cy="14188"/>
            </a:xfrm>
            <a:custGeom>
              <a:avLst/>
              <a:gdLst/>
              <a:ahLst/>
              <a:cxnLst/>
              <a:rect l="l" t="t" r="r" b="b"/>
              <a:pathLst>
                <a:path w="46924" h="14188" extrusionOk="0">
                  <a:moveTo>
                    <a:pt x="46860" y="14189"/>
                  </a:moveTo>
                  <a:cubicBezTo>
                    <a:pt x="45871" y="11868"/>
                    <a:pt x="44538" y="9718"/>
                    <a:pt x="42905" y="7826"/>
                  </a:cubicBezTo>
                  <a:cubicBezTo>
                    <a:pt x="41013" y="5892"/>
                    <a:pt x="38692" y="4430"/>
                    <a:pt x="36112" y="3527"/>
                  </a:cubicBezTo>
                  <a:cubicBezTo>
                    <a:pt x="32931" y="2539"/>
                    <a:pt x="29621" y="2195"/>
                    <a:pt x="26310" y="2453"/>
                  </a:cubicBezTo>
                  <a:cubicBezTo>
                    <a:pt x="19174" y="2968"/>
                    <a:pt x="12725" y="5032"/>
                    <a:pt x="7910" y="5634"/>
                  </a:cubicBezTo>
                  <a:cubicBezTo>
                    <a:pt x="5331" y="6279"/>
                    <a:pt x="2579" y="6279"/>
                    <a:pt x="0" y="5634"/>
                  </a:cubicBezTo>
                  <a:cubicBezTo>
                    <a:pt x="2493" y="4946"/>
                    <a:pt x="5030" y="4387"/>
                    <a:pt x="7609" y="3957"/>
                  </a:cubicBezTo>
                  <a:cubicBezTo>
                    <a:pt x="13671" y="2152"/>
                    <a:pt x="19905" y="862"/>
                    <a:pt x="26181" y="88"/>
                  </a:cubicBezTo>
                  <a:cubicBezTo>
                    <a:pt x="29793" y="-213"/>
                    <a:pt x="33404" y="260"/>
                    <a:pt x="36843" y="1464"/>
                  </a:cubicBezTo>
                  <a:cubicBezTo>
                    <a:pt x="39637" y="2539"/>
                    <a:pt x="42088" y="4301"/>
                    <a:pt x="44065" y="6537"/>
                  </a:cubicBezTo>
                  <a:cubicBezTo>
                    <a:pt x="46172" y="8514"/>
                    <a:pt x="47204" y="11352"/>
                    <a:pt x="46860" y="14189"/>
                  </a:cubicBez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4" name="Google Shape;374;p48"/>
            <p:cNvSpPr/>
            <p:nvPr/>
          </p:nvSpPr>
          <p:spPr>
            <a:xfrm>
              <a:off x="1337233" y="4903330"/>
              <a:ext cx="78540" cy="13818"/>
            </a:xfrm>
            <a:custGeom>
              <a:avLst/>
              <a:gdLst/>
              <a:ahLst/>
              <a:cxnLst/>
              <a:rect l="l" t="t" r="r" b="b"/>
              <a:pathLst>
                <a:path w="78540" h="13818" extrusionOk="0">
                  <a:moveTo>
                    <a:pt x="78458" y="13818"/>
                  </a:moveTo>
                  <a:cubicBezTo>
                    <a:pt x="78243" y="13818"/>
                    <a:pt x="78114" y="12658"/>
                    <a:pt x="77168" y="10809"/>
                  </a:cubicBezTo>
                  <a:cubicBezTo>
                    <a:pt x="75793" y="8230"/>
                    <a:pt x="73643" y="6166"/>
                    <a:pt x="71064" y="4791"/>
                  </a:cubicBezTo>
                  <a:cubicBezTo>
                    <a:pt x="64572" y="1007"/>
                    <a:pt x="53609" y="2254"/>
                    <a:pt x="42088" y="3028"/>
                  </a:cubicBezTo>
                  <a:cubicBezTo>
                    <a:pt x="30566" y="3802"/>
                    <a:pt x="19991" y="5521"/>
                    <a:pt x="12381" y="6510"/>
                  </a:cubicBezTo>
                  <a:cubicBezTo>
                    <a:pt x="8297" y="7284"/>
                    <a:pt x="4170" y="7714"/>
                    <a:pt x="0" y="7757"/>
                  </a:cubicBezTo>
                  <a:cubicBezTo>
                    <a:pt x="3955" y="6424"/>
                    <a:pt x="7996" y="5478"/>
                    <a:pt x="12123" y="4962"/>
                  </a:cubicBezTo>
                  <a:cubicBezTo>
                    <a:pt x="21968" y="3028"/>
                    <a:pt x="31899" y="1609"/>
                    <a:pt x="41873" y="663"/>
                  </a:cubicBezTo>
                  <a:cubicBezTo>
                    <a:pt x="47376" y="147"/>
                    <a:pt x="52922" y="-67"/>
                    <a:pt x="58467" y="18"/>
                  </a:cubicBezTo>
                  <a:cubicBezTo>
                    <a:pt x="63153" y="-110"/>
                    <a:pt x="67753" y="1050"/>
                    <a:pt x="71837" y="3286"/>
                  </a:cubicBezTo>
                  <a:cubicBezTo>
                    <a:pt x="74589" y="4876"/>
                    <a:pt x="76738" y="7370"/>
                    <a:pt x="77942" y="10336"/>
                  </a:cubicBezTo>
                  <a:cubicBezTo>
                    <a:pt x="78458" y="11411"/>
                    <a:pt x="78673" y="12615"/>
                    <a:pt x="78458" y="13818"/>
                  </a:cubicBezTo>
                  <a:lnTo>
                    <a:pt x="78458" y="13818"/>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5" name="Google Shape;375;p48"/>
            <p:cNvSpPr/>
            <p:nvPr/>
          </p:nvSpPr>
          <p:spPr>
            <a:xfrm>
              <a:off x="1365693" y="4874438"/>
              <a:ext cx="59414" cy="24095"/>
            </a:xfrm>
            <a:custGeom>
              <a:avLst/>
              <a:gdLst/>
              <a:ahLst/>
              <a:cxnLst/>
              <a:rect l="l" t="t" r="r" b="b"/>
              <a:pathLst>
                <a:path w="59414" h="24095" extrusionOk="0">
                  <a:moveTo>
                    <a:pt x="58854" y="24095"/>
                  </a:moveTo>
                  <a:cubicBezTo>
                    <a:pt x="58768" y="20699"/>
                    <a:pt x="57822" y="17346"/>
                    <a:pt x="56146" y="14379"/>
                  </a:cubicBezTo>
                  <a:cubicBezTo>
                    <a:pt x="54211" y="11284"/>
                    <a:pt x="51589" y="8705"/>
                    <a:pt x="48407" y="6856"/>
                  </a:cubicBezTo>
                  <a:cubicBezTo>
                    <a:pt x="44409" y="4749"/>
                    <a:pt x="40024" y="3460"/>
                    <a:pt x="35510" y="3073"/>
                  </a:cubicBezTo>
                  <a:cubicBezTo>
                    <a:pt x="25880" y="2170"/>
                    <a:pt x="16852" y="3073"/>
                    <a:pt x="10275" y="2557"/>
                  </a:cubicBezTo>
                  <a:cubicBezTo>
                    <a:pt x="6707" y="2557"/>
                    <a:pt x="3181" y="1697"/>
                    <a:pt x="0" y="63"/>
                  </a:cubicBezTo>
                  <a:cubicBezTo>
                    <a:pt x="0" y="-281"/>
                    <a:pt x="3955" y="880"/>
                    <a:pt x="10361" y="1009"/>
                  </a:cubicBezTo>
                  <a:cubicBezTo>
                    <a:pt x="16766" y="1138"/>
                    <a:pt x="25665" y="-66"/>
                    <a:pt x="35768" y="1009"/>
                  </a:cubicBezTo>
                  <a:cubicBezTo>
                    <a:pt x="40583" y="1396"/>
                    <a:pt x="45226" y="2858"/>
                    <a:pt x="49396" y="5308"/>
                  </a:cubicBezTo>
                  <a:cubicBezTo>
                    <a:pt x="52836" y="7372"/>
                    <a:pt x="55630" y="10381"/>
                    <a:pt x="57479" y="13906"/>
                  </a:cubicBezTo>
                  <a:cubicBezTo>
                    <a:pt x="58768" y="16228"/>
                    <a:pt x="59456" y="18893"/>
                    <a:pt x="59413" y="21559"/>
                  </a:cubicBezTo>
                  <a:cubicBezTo>
                    <a:pt x="59327" y="23149"/>
                    <a:pt x="58854" y="24095"/>
                    <a:pt x="58854" y="24095"/>
                  </a:cubicBez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 name="Google Shape;376;p48"/>
            <p:cNvSpPr/>
            <p:nvPr/>
          </p:nvSpPr>
          <p:spPr>
            <a:xfrm>
              <a:off x="1840998" y="4723776"/>
              <a:ext cx="31243" cy="174671"/>
            </a:xfrm>
            <a:custGeom>
              <a:avLst/>
              <a:gdLst/>
              <a:ahLst/>
              <a:cxnLst/>
              <a:rect l="l" t="t" r="r" b="b"/>
              <a:pathLst>
                <a:path w="31243" h="174671" extrusionOk="0">
                  <a:moveTo>
                    <a:pt x="0" y="174671"/>
                  </a:moveTo>
                  <a:cubicBezTo>
                    <a:pt x="0" y="172349"/>
                    <a:pt x="215" y="169985"/>
                    <a:pt x="645" y="167707"/>
                  </a:cubicBezTo>
                  <a:cubicBezTo>
                    <a:pt x="1204" y="163408"/>
                    <a:pt x="2279" y="156787"/>
                    <a:pt x="3783" y="148877"/>
                  </a:cubicBezTo>
                  <a:cubicBezTo>
                    <a:pt x="6750" y="133056"/>
                    <a:pt x="11994" y="111432"/>
                    <a:pt x="17540" y="87572"/>
                  </a:cubicBezTo>
                  <a:cubicBezTo>
                    <a:pt x="22441" y="67237"/>
                    <a:pt x="26181" y="46688"/>
                    <a:pt x="28761" y="25923"/>
                  </a:cubicBezTo>
                  <a:cubicBezTo>
                    <a:pt x="29277" y="21925"/>
                    <a:pt x="29492" y="18314"/>
                    <a:pt x="29793" y="15133"/>
                  </a:cubicBezTo>
                  <a:cubicBezTo>
                    <a:pt x="30093" y="11951"/>
                    <a:pt x="30265" y="9243"/>
                    <a:pt x="30351" y="6964"/>
                  </a:cubicBezTo>
                  <a:cubicBezTo>
                    <a:pt x="30351" y="4643"/>
                    <a:pt x="30523" y="2278"/>
                    <a:pt x="30953" y="0"/>
                  </a:cubicBezTo>
                  <a:cubicBezTo>
                    <a:pt x="31211" y="2321"/>
                    <a:pt x="31297" y="4686"/>
                    <a:pt x="31211" y="7008"/>
                  </a:cubicBezTo>
                  <a:lnTo>
                    <a:pt x="31211" y="15219"/>
                  </a:lnTo>
                  <a:cubicBezTo>
                    <a:pt x="31211" y="18400"/>
                    <a:pt x="30953" y="22054"/>
                    <a:pt x="30480" y="26052"/>
                  </a:cubicBezTo>
                  <a:cubicBezTo>
                    <a:pt x="28374" y="46946"/>
                    <a:pt x="24849" y="67667"/>
                    <a:pt x="19905" y="88088"/>
                  </a:cubicBezTo>
                  <a:cubicBezTo>
                    <a:pt x="14316" y="111991"/>
                    <a:pt x="8856" y="133486"/>
                    <a:pt x="5503" y="149220"/>
                  </a:cubicBezTo>
                  <a:cubicBezTo>
                    <a:pt x="3826" y="157045"/>
                    <a:pt x="2493" y="163450"/>
                    <a:pt x="1677" y="167835"/>
                  </a:cubicBezTo>
                  <a:cubicBezTo>
                    <a:pt x="1290" y="170157"/>
                    <a:pt x="731" y="172436"/>
                    <a:pt x="0" y="174671"/>
                  </a:cubicBezTo>
                  <a:lnTo>
                    <a:pt x="0" y="17467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 name="Google Shape;377;p48"/>
            <p:cNvSpPr/>
            <p:nvPr/>
          </p:nvSpPr>
          <p:spPr>
            <a:xfrm>
              <a:off x="1643800" y="5113057"/>
              <a:ext cx="241779" cy="67409"/>
            </a:xfrm>
            <a:custGeom>
              <a:avLst/>
              <a:gdLst/>
              <a:ahLst/>
              <a:cxnLst/>
              <a:rect l="l" t="t" r="r" b="b"/>
              <a:pathLst>
                <a:path w="241779" h="67409" extrusionOk="0">
                  <a:moveTo>
                    <a:pt x="241779" y="67409"/>
                  </a:moveTo>
                  <a:cubicBezTo>
                    <a:pt x="240920" y="67409"/>
                    <a:pt x="240060" y="67237"/>
                    <a:pt x="239243" y="66980"/>
                  </a:cubicBezTo>
                  <a:lnTo>
                    <a:pt x="232107" y="65389"/>
                  </a:lnTo>
                  <a:lnTo>
                    <a:pt x="205968" y="58940"/>
                  </a:lnTo>
                  <a:cubicBezTo>
                    <a:pt x="183914" y="53394"/>
                    <a:pt x="153520" y="45355"/>
                    <a:pt x="119987" y="36069"/>
                  </a:cubicBezTo>
                  <a:cubicBezTo>
                    <a:pt x="86454" y="26783"/>
                    <a:pt x="56404" y="17884"/>
                    <a:pt x="34694" y="11221"/>
                  </a:cubicBezTo>
                  <a:lnTo>
                    <a:pt x="8899" y="3224"/>
                  </a:lnTo>
                  <a:lnTo>
                    <a:pt x="1935" y="903"/>
                  </a:lnTo>
                  <a:cubicBezTo>
                    <a:pt x="1247" y="688"/>
                    <a:pt x="602" y="387"/>
                    <a:pt x="0" y="0"/>
                  </a:cubicBezTo>
                  <a:cubicBezTo>
                    <a:pt x="860" y="43"/>
                    <a:pt x="1677" y="215"/>
                    <a:pt x="2493" y="516"/>
                  </a:cubicBezTo>
                  <a:lnTo>
                    <a:pt x="9587" y="2407"/>
                  </a:lnTo>
                  <a:lnTo>
                    <a:pt x="35381" y="9759"/>
                  </a:lnTo>
                  <a:lnTo>
                    <a:pt x="120847" y="33962"/>
                  </a:lnTo>
                  <a:lnTo>
                    <a:pt x="206355" y="57435"/>
                  </a:lnTo>
                  <a:lnTo>
                    <a:pt x="232150" y="64529"/>
                  </a:lnTo>
                  <a:lnTo>
                    <a:pt x="239200" y="66549"/>
                  </a:lnTo>
                  <a:cubicBezTo>
                    <a:pt x="240103" y="66764"/>
                    <a:pt x="240963" y="67022"/>
                    <a:pt x="241779" y="67409"/>
                  </a:cubicBezTo>
                  <a:lnTo>
                    <a:pt x="241779" y="6740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 name="Google Shape;378;p48"/>
            <p:cNvSpPr/>
            <p:nvPr/>
          </p:nvSpPr>
          <p:spPr>
            <a:xfrm>
              <a:off x="1443033" y="3807679"/>
              <a:ext cx="422327" cy="509947"/>
            </a:xfrm>
            <a:custGeom>
              <a:avLst/>
              <a:gdLst/>
              <a:ahLst/>
              <a:cxnLst/>
              <a:rect l="l" t="t" r="r" b="b"/>
              <a:pathLst>
                <a:path w="422327" h="509947" extrusionOk="0">
                  <a:moveTo>
                    <a:pt x="0" y="125843"/>
                  </a:moveTo>
                  <a:cubicBezTo>
                    <a:pt x="9458" y="96652"/>
                    <a:pt x="57908" y="70299"/>
                    <a:pt x="84477" y="54994"/>
                  </a:cubicBezTo>
                  <a:cubicBezTo>
                    <a:pt x="124243" y="32166"/>
                    <a:pt x="161086" y="36723"/>
                    <a:pt x="183785" y="57058"/>
                  </a:cubicBezTo>
                  <a:cubicBezTo>
                    <a:pt x="224798" y="22665"/>
                    <a:pt x="278838" y="-10438"/>
                    <a:pt x="330641" y="3105"/>
                  </a:cubicBezTo>
                  <a:cubicBezTo>
                    <a:pt x="382445" y="16647"/>
                    <a:pt x="424533" y="69697"/>
                    <a:pt x="415075" y="122447"/>
                  </a:cubicBezTo>
                  <a:cubicBezTo>
                    <a:pt x="409529" y="153529"/>
                    <a:pt x="387991" y="181387"/>
                    <a:pt x="389281" y="212727"/>
                  </a:cubicBezTo>
                  <a:cubicBezTo>
                    <a:pt x="390140" y="234222"/>
                    <a:pt x="401533" y="253654"/>
                    <a:pt x="410776" y="273172"/>
                  </a:cubicBezTo>
                  <a:cubicBezTo>
                    <a:pt x="420019" y="292690"/>
                    <a:pt x="426811" y="315389"/>
                    <a:pt x="418729" y="335336"/>
                  </a:cubicBezTo>
                  <a:cubicBezTo>
                    <a:pt x="411206" y="353865"/>
                    <a:pt x="392419" y="365430"/>
                    <a:pt x="382316" y="382626"/>
                  </a:cubicBezTo>
                  <a:cubicBezTo>
                    <a:pt x="374062" y="396727"/>
                    <a:pt x="372170" y="413493"/>
                    <a:pt x="366882" y="428927"/>
                  </a:cubicBezTo>
                  <a:cubicBezTo>
                    <a:pt x="347365" y="486105"/>
                    <a:pt x="279869" y="518176"/>
                    <a:pt x="220284" y="508116"/>
                  </a:cubicBezTo>
                  <a:cubicBezTo>
                    <a:pt x="160699" y="498056"/>
                    <a:pt x="111045" y="453217"/>
                    <a:pt x="82714" y="399736"/>
                  </a:cubicBezTo>
                  <a:cubicBezTo>
                    <a:pt x="54383" y="346256"/>
                    <a:pt x="45269" y="284865"/>
                    <a:pt x="42002" y="224549"/>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 name="Google Shape;379;p48"/>
            <p:cNvSpPr/>
            <p:nvPr/>
          </p:nvSpPr>
          <p:spPr>
            <a:xfrm>
              <a:off x="1486927" y="3911735"/>
              <a:ext cx="303980" cy="628776"/>
            </a:xfrm>
            <a:custGeom>
              <a:avLst/>
              <a:gdLst/>
              <a:ahLst/>
              <a:cxnLst/>
              <a:rect l="l" t="t" r="r" b="b"/>
              <a:pathLst>
                <a:path w="303980" h="628776" extrusionOk="0">
                  <a:moveTo>
                    <a:pt x="0" y="62069"/>
                  </a:moveTo>
                  <a:lnTo>
                    <a:pt x="11908" y="538836"/>
                  </a:lnTo>
                  <a:cubicBezTo>
                    <a:pt x="16208" y="593477"/>
                    <a:pt x="66550" y="633415"/>
                    <a:pt x="125017" y="628342"/>
                  </a:cubicBezTo>
                  <a:lnTo>
                    <a:pt x="125017" y="628342"/>
                  </a:lnTo>
                  <a:cubicBezTo>
                    <a:pt x="184043" y="623269"/>
                    <a:pt x="229140" y="574389"/>
                    <a:pt x="225744" y="519103"/>
                  </a:cubicBezTo>
                  <a:cubicBezTo>
                    <a:pt x="222176" y="461109"/>
                    <a:pt x="219510" y="399933"/>
                    <a:pt x="219510" y="399933"/>
                  </a:cubicBezTo>
                  <a:cubicBezTo>
                    <a:pt x="219510" y="399933"/>
                    <a:pt x="293411" y="382736"/>
                    <a:pt x="302611" y="284202"/>
                  </a:cubicBezTo>
                  <a:cubicBezTo>
                    <a:pt x="307297" y="233731"/>
                    <a:pt x="299129" y="150931"/>
                    <a:pt x="290574" y="85327"/>
                  </a:cubicBezTo>
                  <a:cubicBezTo>
                    <a:pt x="283695" y="31761"/>
                    <a:pt x="234729" y="-6071"/>
                    <a:pt x="181163" y="807"/>
                  </a:cubicBezTo>
                  <a:cubicBezTo>
                    <a:pt x="179787" y="979"/>
                    <a:pt x="178411" y="1194"/>
                    <a:pt x="177079" y="1409"/>
                  </a:cubicBezTo>
                </a:path>
              </a:pathLst>
            </a:custGeom>
            <a:solidFill>
              <a:srgbClr val="B7887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 name="Google Shape;380;p48"/>
            <p:cNvSpPr/>
            <p:nvPr/>
          </p:nvSpPr>
          <p:spPr>
            <a:xfrm>
              <a:off x="1730690" y="4056910"/>
              <a:ext cx="24921" cy="24076"/>
            </a:xfrm>
            <a:custGeom>
              <a:avLst/>
              <a:gdLst/>
              <a:ahLst/>
              <a:cxnLst/>
              <a:rect l="l" t="t" r="r" b="b"/>
              <a:pathLst>
                <a:path w="24921" h="24076" extrusionOk="0">
                  <a:moveTo>
                    <a:pt x="24885" y="10571"/>
                  </a:moveTo>
                  <a:cubicBezTo>
                    <a:pt x="25401" y="17320"/>
                    <a:pt x="20414" y="23296"/>
                    <a:pt x="13665" y="23941"/>
                  </a:cubicBezTo>
                  <a:cubicBezTo>
                    <a:pt x="7130" y="24930"/>
                    <a:pt x="1068" y="20416"/>
                    <a:pt x="80" y="13881"/>
                  </a:cubicBezTo>
                  <a:cubicBezTo>
                    <a:pt x="80" y="13752"/>
                    <a:pt x="80" y="13666"/>
                    <a:pt x="37" y="13537"/>
                  </a:cubicBezTo>
                  <a:cubicBezTo>
                    <a:pt x="-479" y="6788"/>
                    <a:pt x="4508" y="812"/>
                    <a:pt x="11257" y="124"/>
                  </a:cubicBezTo>
                  <a:cubicBezTo>
                    <a:pt x="17792" y="-821"/>
                    <a:pt x="23896" y="3736"/>
                    <a:pt x="24842" y="10270"/>
                  </a:cubicBezTo>
                  <a:lnTo>
                    <a:pt x="24842" y="10571"/>
                  </a:lnTo>
                  <a:lnTo>
                    <a:pt x="24885" y="1057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 name="Google Shape;381;p48"/>
            <p:cNvSpPr/>
            <p:nvPr/>
          </p:nvSpPr>
          <p:spPr>
            <a:xfrm>
              <a:off x="1718527" y="4043073"/>
              <a:ext cx="49627" cy="14819"/>
            </a:xfrm>
            <a:custGeom>
              <a:avLst/>
              <a:gdLst/>
              <a:ahLst/>
              <a:cxnLst/>
              <a:rect l="l" t="t" r="r" b="b"/>
              <a:pathLst>
                <a:path w="49627" h="14819" extrusionOk="0">
                  <a:moveTo>
                    <a:pt x="49473" y="11683"/>
                  </a:moveTo>
                  <a:cubicBezTo>
                    <a:pt x="48011" y="13402"/>
                    <a:pt x="38081" y="6997"/>
                    <a:pt x="24624" y="7900"/>
                  </a:cubicBezTo>
                  <a:cubicBezTo>
                    <a:pt x="11168" y="8802"/>
                    <a:pt x="1754" y="16154"/>
                    <a:pt x="206" y="14606"/>
                  </a:cubicBezTo>
                  <a:cubicBezTo>
                    <a:pt x="-568" y="13918"/>
                    <a:pt x="808" y="10909"/>
                    <a:pt x="4892" y="7470"/>
                  </a:cubicBezTo>
                  <a:cubicBezTo>
                    <a:pt x="10481" y="3042"/>
                    <a:pt x="17273" y="462"/>
                    <a:pt x="24367" y="75"/>
                  </a:cubicBezTo>
                  <a:cubicBezTo>
                    <a:pt x="31331" y="-398"/>
                    <a:pt x="38296" y="1365"/>
                    <a:pt x="44228" y="5105"/>
                  </a:cubicBezTo>
                  <a:cubicBezTo>
                    <a:pt x="48570" y="8072"/>
                    <a:pt x="50161" y="10866"/>
                    <a:pt x="49473" y="11683"/>
                  </a:cubicBezTo>
                  <a:lnTo>
                    <a:pt x="49473" y="1168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 name="Google Shape;382;p48"/>
            <p:cNvSpPr/>
            <p:nvPr/>
          </p:nvSpPr>
          <p:spPr>
            <a:xfrm>
              <a:off x="1601761" y="4070452"/>
              <a:ext cx="24885" cy="24108"/>
            </a:xfrm>
            <a:custGeom>
              <a:avLst/>
              <a:gdLst/>
              <a:ahLst/>
              <a:cxnLst/>
              <a:rect l="l" t="t" r="r" b="b"/>
              <a:pathLst>
                <a:path w="24885" h="24108" extrusionOk="0">
                  <a:moveTo>
                    <a:pt x="24842" y="10571"/>
                  </a:moveTo>
                  <a:cubicBezTo>
                    <a:pt x="25401" y="17364"/>
                    <a:pt x="20414" y="23339"/>
                    <a:pt x="13622" y="23984"/>
                  </a:cubicBezTo>
                  <a:cubicBezTo>
                    <a:pt x="7087" y="24930"/>
                    <a:pt x="982" y="20373"/>
                    <a:pt x="37" y="13838"/>
                  </a:cubicBezTo>
                  <a:lnTo>
                    <a:pt x="37" y="13537"/>
                  </a:lnTo>
                  <a:cubicBezTo>
                    <a:pt x="-479" y="6788"/>
                    <a:pt x="4508" y="812"/>
                    <a:pt x="11257" y="124"/>
                  </a:cubicBezTo>
                  <a:cubicBezTo>
                    <a:pt x="17792" y="-822"/>
                    <a:pt x="23897" y="3735"/>
                    <a:pt x="24842" y="10270"/>
                  </a:cubicBezTo>
                  <a:lnTo>
                    <a:pt x="24842" y="1057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 name="Google Shape;383;p48"/>
            <p:cNvSpPr/>
            <p:nvPr/>
          </p:nvSpPr>
          <p:spPr>
            <a:xfrm>
              <a:off x="1586417" y="4054121"/>
              <a:ext cx="49639" cy="14819"/>
            </a:xfrm>
            <a:custGeom>
              <a:avLst/>
              <a:gdLst/>
              <a:ahLst/>
              <a:cxnLst/>
              <a:rect l="l" t="t" r="r" b="b"/>
              <a:pathLst>
                <a:path w="49639" h="14819" extrusionOk="0">
                  <a:moveTo>
                    <a:pt x="49473" y="11683"/>
                  </a:moveTo>
                  <a:cubicBezTo>
                    <a:pt x="48011" y="13402"/>
                    <a:pt x="38080" y="6997"/>
                    <a:pt x="24624" y="7900"/>
                  </a:cubicBezTo>
                  <a:cubicBezTo>
                    <a:pt x="11168" y="8802"/>
                    <a:pt x="1753" y="16154"/>
                    <a:pt x="206" y="14606"/>
                  </a:cubicBezTo>
                  <a:cubicBezTo>
                    <a:pt x="-568" y="13918"/>
                    <a:pt x="807" y="10909"/>
                    <a:pt x="4934" y="7470"/>
                  </a:cubicBezTo>
                  <a:cubicBezTo>
                    <a:pt x="10480" y="3042"/>
                    <a:pt x="17273" y="462"/>
                    <a:pt x="24366" y="75"/>
                  </a:cubicBezTo>
                  <a:cubicBezTo>
                    <a:pt x="31331" y="-398"/>
                    <a:pt x="38295" y="1365"/>
                    <a:pt x="44228" y="5105"/>
                  </a:cubicBezTo>
                  <a:cubicBezTo>
                    <a:pt x="48785" y="8029"/>
                    <a:pt x="50161" y="10866"/>
                    <a:pt x="49473" y="11683"/>
                  </a:cubicBezTo>
                  <a:lnTo>
                    <a:pt x="49473" y="1168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 name="Google Shape;384;p48"/>
            <p:cNvSpPr/>
            <p:nvPr/>
          </p:nvSpPr>
          <p:spPr>
            <a:xfrm>
              <a:off x="1677472" y="4050747"/>
              <a:ext cx="47004" cy="112033"/>
            </a:xfrm>
            <a:custGeom>
              <a:avLst/>
              <a:gdLst/>
              <a:ahLst/>
              <a:cxnLst/>
              <a:rect l="l" t="t" r="r" b="b"/>
              <a:pathLst>
                <a:path w="47004" h="112033" extrusionOk="0">
                  <a:moveTo>
                    <a:pt x="13618" y="111701"/>
                  </a:moveTo>
                  <a:cubicBezTo>
                    <a:pt x="13618" y="110970"/>
                    <a:pt x="21743" y="108992"/>
                    <a:pt x="35113" y="106370"/>
                  </a:cubicBezTo>
                  <a:cubicBezTo>
                    <a:pt x="38509" y="105811"/>
                    <a:pt x="41734" y="104908"/>
                    <a:pt x="42164" y="102500"/>
                  </a:cubicBezTo>
                  <a:cubicBezTo>
                    <a:pt x="42207" y="98932"/>
                    <a:pt x="41175" y="95450"/>
                    <a:pt x="39197" y="92484"/>
                  </a:cubicBezTo>
                  <a:cubicBezTo>
                    <a:pt x="35457" y="84359"/>
                    <a:pt x="31502" y="75889"/>
                    <a:pt x="27375" y="66990"/>
                  </a:cubicBezTo>
                  <a:cubicBezTo>
                    <a:pt x="10866" y="30620"/>
                    <a:pt x="-1343" y="656"/>
                    <a:pt x="119" y="11"/>
                  </a:cubicBezTo>
                  <a:cubicBezTo>
                    <a:pt x="1580" y="-634"/>
                    <a:pt x="16154" y="28299"/>
                    <a:pt x="32706" y="64497"/>
                  </a:cubicBezTo>
                  <a:cubicBezTo>
                    <a:pt x="36661" y="73439"/>
                    <a:pt x="40487" y="81994"/>
                    <a:pt x="44098" y="90291"/>
                  </a:cubicBezTo>
                  <a:cubicBezTo>
                    <a:pt x="46549" y="94289"/>
                    <a:pt x="47494" y="99018"/>
                    <a:pt x="46764" y="103661"/>
                  </a:cubicBezTo>
                  <a:cubicBezTo>
                    <a:pt x="45904" y="106198"/>
                    <a:pt x="43926" y="108175"/>
                    <a:pt x="41433" y="109035"/>
                  </a:cubicBezTo>
                  <a:cubicBezTo>
                    <a:pt x="39584" y="109680"/>
                    <a:pt x="37650" y="110067"/>
                    <a:pt x="35672" y="110196"/>
                  </a:cubicBezTo>
                  <a:cubicBezTo>
                    <a:pt x="22216" y="111872"/>
                    <a:pt x="13618" y="112474"/>
                    <a:pt x="13618" y="111701"/>
                  </a:cubicBezTo>
                  <a:lnTo>
                    <a:pt x="13618" y="11170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 name="Google Shape;385;p48"/>
            <p:cNvSpPr/>
            <p:nvPr/>
          </p:nvSpPr>
          <p:spPr>
            <a:xfrm>
              <a:off x="1573639" y="4285056"/>
              <a:ext cx="133915" cy="52563"/>
            </a:xfrm>
            <a:custGeom>
              <a:avLst/>
              <a:gdLst/>
              <a:ahLst/>
              <a:cxnLst/>
              <a:rect l="l" t="t" r="r" b="b"/>
              <a:pathLst>
                <a:path w="133915" h="52563" extrusionOk="0">
                  <a:moveTo>
                    <a:pt x="132841" y="26396"/>
                  </a:moveTo>
                  <a:cubicBezTo>
                    <a:pt x="86970" y="30051"/>
                    <a:pt x="40970" y="20937"/>
                    <a:pt x="0" y="0"/>
                  </a:cubicBezTo>
                  <a:cubicBezTo>
                    <a:pt x="0" y="0"/>
                    <a:pt x="36929" y="65647"/>
                    <a:pt x="133916" y="50213"/>
                  </a:cubicBezTo>
                  <a:lnTo>
                    <a:pt x="132841" y="26396"/>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 name="Google Shape;386;p48"/>
            <p:cNvSpPr/>
            <p:nvPr/>
          </p:nvSpPr>
          <p:spPr>
            <a:xfrm>
              <a:off x="1574924" y="4004295"/>
              <a:ext cx="61090" cy="20233"/>
            </a:xfrm>
            <a:custGeom>
              <a:avLst/>
              <a:gdLst/>
              <a:ahLst/>
              <a:cxnLst/>
              <a:rect l="l" t="t" r="r" b="b"/>
              <a:pathLst>
                <a:path w="61090" h="20233" extrusionOk="0">
                  <a:moveTo>
                    <a:pt x="61051" y="8545"/>
                  </a:moveTo>
                  <a:cubicBezTo>
                    <a:pt x="59933" y="12285"/>
                    <a:pt x="46391" y="11425"/>
                    <a:pt x="30743" y="14349"/>
                  </a:cubicBezTo>
                  <a:cubicBezTo>
                    <a:pt x="15094" y="17272"/>
                    <a:pt x="2584" y="22388"/>
                    <a:pt x="262" y="19250"/>
                  </a:cubicBezTo>
                  <a:cubicBezTo>
                    <a:pt x="-769" y="17745"/>
                    <a:pt x="1251" y="14134"/>
                    <a:pt x="6152" y="10264"/>
                  </a:cubicBezTo>
                  <a:cubicBezTo>
                    <a:pt x="12687" y="5407"/>
                    <a:pt x="20296" y="2182"/>
                    <a:pt x="28335" y="850"/>
                  </a:cubicBezTo>
                  <a:cubicBezTo>
                    <a:pt x="36375" y="-612"/>
                    <a:pt x="44629" y="-182"/>
                    <a:pt x="52453" y="2096"/>
                  </a:cubicBezTo>
                  <a:cubicBezTo>
                    <a:pt x="58386" y="4074"/>
                    <a:pt x="61481" y="6782"/>
                    <a:pt x="61051" y="8545"/>
                  </a:cubicBezTo>
                  <a:lnTo>
                    <a:pt x="61051" y="854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 name="Google Shape;387;p48"/>
            <p:cNvSpPr/>
            <p:nvPr/>
          </p:nvSpPr>
          <p:spPr>
            <a:xfrm>
              <a:off x="1714519" y="4003617"/>
              <a:ext cx="46266" cy="15429"/>
            </a:xfrm>
            <a:custGeom>
              <a:avLst/>
              <a:gdLst/>
              <a:ahLst/>
              <a:cxnLst/>
              <a:rect l="l" t="t" r="r" b="b"/>
              <a:pathLst>
                <a:path w="46266" h="15429" extrusionOk="0">
                  <a:moveTo>
                    <a:pt x="46001" y="12490"/>
                  </a:moveTo>
                  <a:cubicBezTo>
                    <a:pt x="43851" y="15714"/>
                    <a:pt x="34350" y="13135"/>
                    <a:pt x="23216" y="13694"/>
                  </a:cubicBezTo>
                  <a:cubicBezTo>
                    <a:pt x="12081" y="14253"/>
                    <a:pt x="2752" y="17090"/>
                    <a:pt x="388" y="14038"/>
                  </a:cubicBezTo>
                  <a:cubicBezTo>
                    <a:pt x="-687" y="12533"/>
                    <a:pt x="388" y="9395"/>
                    <a:pt x="4687" y="6214"/>
                  </a:cubicBezTo>
                  <a:cubicBezTo>
                    <a:pt x="15563" y="-1611"/>
                    <a:pt x="30094" y="-2083"/>
                    <a:pt x="41444" y="5010"/>
                  </a:cubicBezTo>
                  <a:cubicBezTo>
                    <a:pt x="45356" y="7890"/>
                    <a:pt x="46946" y="10943"/>
                    <a:pt x="46001" y="1249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 name="Google Shape;388;p48"/>
            <p:cNvSpPr/>
            <p:nvPr/>
          </p:nvSpPr>
          <p:spPr>
            <a:xfrm>
              <a:off x="1658663" y="4187683"/>
              <a:ext cx="43473" cy="38629"/>
            </a:xfrm>
            <a:custGeom>
              <a:avLst/>
              <a:gdLst/>
              <a:ahLst/>
              <a:cxnLst/>
              <a:rect l="l" t="t" r="r" b="b"/>
              <a:pathLst>
                <a:path w="43473" h="38629" extrusionOk="0">
                  <a:moveTo>
                    <a:pt x="11619" y="86"/>
                  </a:moveTo>
                  <a:cubicBezTo>
                    <a:pt x="22152" y="86"/>
                    <a:pt x="27397" y="3181"/>
                    <a:pt x="36339" y="8684"/>
                  </a:cubicBezTo>
                  <a:cubicBezTo>
                    <a:pt x="39047" y="10103"/>
                    <a:pt x="41240" y="12295"/>
                    <a:pt x="42701" y="14961"/>
                  </a:cubicBezTo>
                  <a:cubicBezTo>
                    <a:pt x="44077" y="18873"/>
                    <a:pt x="43604" y="23172"/>
                    <a:pt x="41368" y="26654"/>
                  </a:cubicBezTo>
                  <a:cubicBezTo>
                    <a:pt x="36898" y="34607"/>
                    <a:pt x="28170" y="39251"/>
                    <a:pt x="19056" y="38563"/>
                  </a:cubicBezTo>
                  <a:cubicBezTo>
                    <a:pt x="9942" y="37617"/>
                    <a:pt x="2419" y="30953"/>
                    <a:pt x="355" y="22011"/>
                  </a:cubicBezTo>
                  <a:cubicBezTo>
                    <a:pt x="-1364" y="12983"/>
                    <a:pt x="3279" y="3912"/>
                    <a:pt x="11619" y="0"/>
                  </a:cubicBezTo>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 name="Google Shape;389;p48"/>
            <p:cNvSpPr/>
            <p:nvPr/>
          </p:nvSpPr>
          <p:spPr>
            <a:xfrm>
              <a:off x="1654845" y="4182769"/>
              <a:ext cx="51162" cy="29768"/>
            </a:xfrm>
            <a:custGeom>
              <a:avLst/>
              <a:gdLst/>
              <a:ahLst/>
              <a:cxnLst/>
              <a:rect l="l" t="t" r="r" b="b"/>
              <a:pathLst>
                <a:path w="51162" h="29768" extrusionOk="0">
                  <a:moveTo>
                    <a:pt x="51162" y="27484"/>
                  </a:moveTo>
                  <a:cubicBezTo>
                    <a:pt x="51162" y="28516"/>
                    <a:pt x="47809" y="30063"/>
                    <a:pt x="41919" y="29720"/>
                  </a:cubicBezTo>
                  <a:cubicBezTo>
                    <a:pt x="34482" y="29032"/>
                    <a:pt x="27259" y="26667"/>
                    <a:pt x="20854" y="22841"/>
                  </a:cubicBezTo>
                  <a:cubicBezTo>
                    <a:pt x="14362" y="19230"/>
                    <a:pt x="8644" y="14458"/>
                    <a:pt x="3958" y="8697"/>
                  </a:cubicBezTo>
                  <a:cubicBezTo>
                    <a:pt x="476" y="4398"/>
                    <a:pt x="-599" y="615"/>
                    <a:pt x="304" y="99"/>
                  </a:cubicBezTo>
                  <a:cubicBezTo>
                    <a:pt x="2067" y="-1062"/>
                    <a:pt x="10923" y="8224"/>
                    <a:pt x="24852" y="15876"/>
                  </a:cubicBezTo>
                  <a:cubicBezTo>
                    <a:pt x="30613" y="19187"/>
                    <a:pt x="36674" y="21981"/>
                    <a:pt x="42951" y="24174"/>
                  </a:cubicBezTo>
                  <a:cubicBezTo>
                    <a:pt x="47766" y="25807"/>
                    <a:pt x="51033" y="26366"/>
                    <a:pt x="51162" y="27484"/>
                  </a:cubicBezTo>
                  <a:lnTo>
                    <a:pt x="51162" y="2748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 name="Google Shape;390;p48"/>
            <p:cNvSpPr/>
            <p:nvPr/>
          </p:nvSpPr>
          <p:spPr>
            <a:xfrm>
              <a:off x="1636018" y="4119155"/>
              <a:ext cx="7136" cy="7136"/>
            </a:xfrm>
            <a:custGeom>
              <a:avLst/>
              <a:gdLst/>
              <a:ahLst/>
              <a:cxnLst/>
              <a:rect l="l" t="t" r="r" b="b"/>
              <a:pathLst>
                <a:path w="7136" h="7136" extrusionOk="0">
                  <a:moveTo>
                    <a:pt x="7136" y="3568"/>
                  </a:moveTo>
                  <a:cubicBezTo>
                    <a:pt x="7136" y="5539"/>
                    <a:pt x="5539" y="7137"/>
                    <a:pt x="3568" y="7137"/>
                  </a:cubicBezTo>
                  <a:cubicBezTo>
                    <a:pt x="1598" y="7137"/>
                    <a:pt x="0" y="5539"/>
                    <a:pt x="0" y="3568"/>
                  </a:cubicBezTo>
                  <a:cubicBezTo>
                    <a:pt x="0" y="1598"/>
                    <a:pt x="1597" y="0"/>
                    <a:pt x="3568" y="0"/>
                  </a:cubicBezTo>
                  <a:cubicBezTo>
                    <a:pt x="5539" y="0"/>
                    <a:pt x="7136" y="1597"/>
                    <a:pt x="7136" y="3568"/>
                  </a:cubicBez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 name="Google Shape;391;p48"/>
            <p:cNvSpPr/>
            <p:nvPr/>
          </p:nvSpPr>
          <p:spPr>
            <a:xfrm>
              <a:off x="1737046" y="4101701"/>
              <a:ext cx="7136" cy="7136"/>
            </a:xfrm>
            <a:custGeom>
              <a:avLst/>
              <a:gdLst/>
              <a:ahLst/>
              <a:cxnLst/>
              <a:rect l="l" t="t" r="r" b="b"/>
              <a:pathLst>
                <a:path w="7136" h="7136" extrusionOk="0">
                  <a:moveTo>
                    <a:pt x="7136" y="3568"/>
                  </a:moveTo>
                  <a:cubicBezTo>
                    <a:pt x="7136" y="5546"/>
                    <a:pt x="5546" y="7136"/>
                    <a:pt x="3568" y="7136"/>
                  </a:cubicBezTo>
                  <a:cubicBezTo>
                    <a:pt x="1591" y="7136"/>
                    <a:pt x="0" y="5546"/>
                    <a:pt x="0" y="3568"/>
                  </a:cubicBezTo>
                  <a:cubicBezTo>
                    <a:pt x="0" y="1591"/>
                    <a:pt x="1591" y="0"/>
                    <a:pt x="3568" y="0"/>
                  </a:cubicBezTo>
                  <a:lnTo>
                    <a:pt x="3568" y="0"/>
                  </a:lnTo>
                  <a:cubicBezTo>
                    <a:pt x="5546" y="0"/>
                    <a:pt x="7136" y="1591"/>
                    <a:pt x="7136" y="3568"/>
                  </a:cubicBez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 name="Google Shape;392;p48"/>
            <p:cNvSpPr/>
            <p:nvPr/>
          </p:nvSpPr>
          <p:spPr>
            <a:xfrm>
              <a:off x="1756736" y="4111353"/>
              <a:ext cx="7201" cy="7179"/>
            </a:xfrm>
            <a:custGeom>
              <a:avLst/>
              <a:gdLst/>
              <a:ahLst/>
              <a:cxnLst/>
              <a:rect l="l" t="t" r="r" b="b"/>
              <a:pathLst>
                <a:path w="7201" h="7179" extrusionOk="0">
                  <a:moveTo>
                    <a:pt x="7179" y="3160"/>
                  </a:moveTo>
                  <a:cubicBezTo>
                    <a:pt x="7394" y="5137"/>
                    <a:pt x="5976" y="6943"/>
                    <a:pt x="3998" y="7158"/>
                  </a:cubicBezTo>
                  <a:cubicBezTo>
                    <a:pt x="2021" y="7373"/>
                    <a:pt x="215" y="5954"/>
                    <a:pt x="0" y="3977"/>
                  </a:cubicBezTo>
                  <a:lnTo>
                    <a:pt x="0" y="3203"/>
                  </a:lnTo>
                  <a:cubicBezTo>
                    <a:pt x="215" y="1225"/>
                    <a:pt x="2021" y="-193"/>
                    <a:pt x="3998" y="22"/>
                  </a:cubicBezTo>
                  <a:cubicBezTo>
                    <a:pt x="5675" y="193"/>
                    <a:pt x="7008" y="1526"/>
                    <a:pt x="7179" y="3203"/>
                  </a:cubicBezTo>
                  <a:lnTo>
                    <a:pt x="7179" y="3203"/>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 name="Google Shape;393;p48"/>
            <p:cNvSpPr/>
            <p:nvPr/>
          </p:nvSpPr>
          <p:spPr>
            <a:xfrm>
              <a:off x="1762755" y="4096070"/>
              <a:ext cx="7136" cy="7136"/>
            </a:xfrm>
            <a:custGeom>
              <a:avLst/>
              <a:gdLst/>
              <a:ahLst/>
              <a:cxnLst/>
              <a:rect l="l" t="t" r="r" b="b"/>
              <a:pathLst>
                <a:path w="7136" h="7136" extrusionOk="0">
                  <a:moveTo>
                    <a:pt x="7136" y="3568"/>
                  </a:moveTo>
                  <a:cubicBezTo>
                    <a:pt x="7136" y="5546"/>
                    <a:pt x="5546" y="7136"/>
                    <a:pt x="3568" y="7136"/>
                  </a:cubicBezTo>
                  <a:cubicBezTo>
                    <a:pt x="1591" y="7136"/>
                    <a:pt x="0" y="5546"/>
                    <a:pt x="0" y="3568"/>
                  </a:cubicBezTo>
                  <a:cubicBezTo>
                    <a:pt x="0" y="1591"/>
                    <a:pt x="1591" y="0"/>
                    <a:pt x="3568" y="0"/>
                  </a:cubicBezTo>
                  <a:lnTo>
                    <a:pt x="3568" y="0"/>
                  </a:lnTo>
                  <a:cubicBezTo>
                    <a:pt x="5546" y="0"/>
                    <a:pt x="7136" y="1591"/>
                    <a:pt x="7136" y="3568"/>
                  </a:cubicBez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 name="Google Shape;394;p48"/>
            <p:cNvSpPr/>
            <p:nvPr/>
          </p:nvSpPr>
          <p:spPr>
            <a:xfrm>
              <a:off x="1619596" y="4134976"/>
              <a:ext cx="7222" cy="7223"/>
            </a:xfrm>
            <a:custGeom>
              <a:avLst/>
              <a:gdLst/>
              <a:ahLst/>
              <a:cxnLst/>
              <a:rect l="l" t="t" r="r" b="b"/>
              <a:pathLst>
                <a:path w="7222" h="7223" extrusionOk="0">
                  <a:moveTo>
                    <a:pt x="7222" y="3568"/>
                  </a:moveTo>
                  <a:cubicBezTo>
                    <a:pt x="7222" y="5546"/>
                    <a:pt x="5632" y="7179"/>
                    <a:pt x="3654" y="7222"/>
                  </a:cubicBezTo>
                  <a:cubicBezTo>
                    <a:pt x="1677" y="7265"/>
                    <a:pt x="43" y="5632"/>
                    <a:pt x="0" y="3654"/>
                  </a:cubicBezTo>
                  <a:cubicBezTo>
                    <a:pt x="0" y="1677"/>
                    <a:pt x="1591" y="43"/>
                    <a:pt x="3568" y="0"/>
                  </a:cubicBezTo>
                  <a:lnTo>
                    <a:pt x="3568" y="0"/>
                  </a:lnTo>
                  <a:cubicBezTo>
                    <a:pt x="5546" y="0"/>
                    <a:pt x="7136" y="1591"/>
                    <a:pt x="7179" y="3568"/>
                  </a:cubicBezTo>
                  <a:lnTo>
                    <a:pt x="7222" y="3568"/>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 name="Google Shape;395;p48"/>
            <p:cNvSpPr/>
            <p:nvPr/>
          </p:nvSpPr>
          <p:spPr>
            <a:xfrm>
              <a:off x="1606269" y="4120703"/>
              <a:ext cx="7136" cy="7136"/>
            </a:xfrm>
            <a:custGeom>
              <a:avLst/>
              <a:gdLst/>
              <a:ahLst/>
              <a:cxnLst/>
              <a:rect l="l" t="t" r="r" b="b"/>
              <a:pathLst>
                <a:path w="7136" h="7136" extrusionOk="0">
                  <a:moveTo>
                    <a:pt x="7136" y="3568"/>
                  </a:moveTo>
                  <a:cubicBezTo>
                    <a:pt x="7136" y="5546"/>
                    <a:pt x="5546" y="7137"/>
                    <a:pt x="3568" y="7137"/>
                  </a:cubicBezTo>
                  <a:cubicBezTo>
                    <a:pt x="1591" y="7137"/>
                    <a:pt x="0" y="5546"/>
                    <a:pt x="0" y="3568"/>
                  </a:cubicBezTo>
                  <a:cubicBezTo>
                    <a:pt x="0" y="1591"/>
                    <a:pt x="1591" y="0"/>
                    <a:pt x="3568" y="0"/>
                  </a:cubicBezTo>
                  <a:cubicBezTo>
                    <a:pt x="5546" y="0"/>
                    <a:pt x="7136" y="1591"/>
                    <a:pt x="7136" y="3568"/>
                  </a:cubicBezTo>
                  <a:lnTo>
                    <a:pt x="7136" y="3568"/>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 name="Google Shape;396;p48"/>
            <p:cNvSpPr/>
            <p:nvPr/>
          </p:nvSpPr>
          <p:spPr>
            <a:xfrm>
              <a:off x="1546587" y="4018123"/>
              <a:ext cx="125317" cy="126058"/>
            </a:xfrm>
            <a:custGeom>
              <a:avLst/>
              <a:gdLst/>
              <a:ahLst/>
              <a:cxnLst/>
              <a:rect l="l" t="t" r="r" b="b"/>
              <a:pathLst>
                <a:path w="125317" h="126058" extrusionOk="0">
                  <a:moveTo>
                    <a:pt x="125286" y="62900"/>
                  </a:moveTo>
                  <a:cubicBezTo>
                    <a:pt x="124899" y="57827"/>
                    <a:pt x="124082" y="52797"/>
                    <a:pt x="122921" y="47853"/>
                  </a:cubicBezTo>
                  <a:cubicBezTo>
                    <a:pt x="119396" y="34397"/>
                    <a:pt x="111400" y="22531"/>
                    <a:pt x="100308" y="14191"/>
                  </a:cubicBezTo>
                  <a:cubicBezTo>
                    <a:pt x="92742" y="8430"/>
                    <a:pt x="83886" y="4561"/>
                    <a:pt x="74514" y="2841"/>
                  </a:cubicBezTo>
                  <a:cubicBezTo>
                    <a:pt x="63766" y="864"/>
                    <a:pt x="52717" y="1810"/>
                    <a:pt x="42443" y="5550"/>
                  </a:cubicBezTo>
                  <a:cubicBezTo>
                    <a:pt x="36897" y="7528"/>
                    <a:pt x="31738" y="10322"/>
                    <a:pt x="27052" y="13890"/>
                  </a:cubicBezTo>
                  <a:cubicBezTo>
                    <a:pt x="22108" y="17501"/>
                    <a:pt x="17766" y="21844"/>
                    <a:pt x="14155" y="26787"/>
                  </a:cubicBezTo>
                  <a:cubicBezTo>
                    <a:pt x="-1623" y="48240"/>
                    <a:pt x="-1623" y="77430"/>
                    <a:pt x="14155" y="98883"/>
                  </a:cubicBezTo>
                  <a:cubicBezTo>
                    <a:pt x="21291" y="108642"/>
                    <a:pt x="31093" y="116122"/>
                    <a:pt x="42443" y="120378"/>
                  </a:cubicBezTo>
                  <a:cubicBezTo>
                    <a:pt x="52717" y="124118"/>
                    <a:pt x="63766" y="125064"/>
                    <a:pt x="74514" y="123087"/>
                  </a:cubicBezTo>
                  <a:cubicBezTo>
                    <a:pt x="83886" y="121367"/>
                    <a:pt x="92742" y="117498"/>
                    <a:pt x="100308" y="111737"/>
                  </a:cubicBezTo>
                  <a:cubicBezTo>
                    <a:pt x="111400" y="103397"/>
                    <a:pt x="119353" y="91531"/>
                    <a:pt x="122921" y="78118"/>
                  </a:cubicBezTo>
                  <a:cubicBezTo>
                    <a:pt x="124082" y="73174"/>
                    <a:pt x="124899" y="68144"/>
                    <a:pt x="125286" y="63071"/>
                  </a:cubicBezTo>
                  <a:cubicBezTo>
                    <a:pt x="125329" y="63415"/>
                    <a:pt x="125329" y="63716"/>
                    <a:pt x="125286" y="64060"/>
                  </a:cubicBezTo>
                  <a:lnTo>
                    <a:pt x="125286" y="67027"/>
                  </a:lnTo>
                  <a:cubicBezTo>
                    <a:pt x="125286" y="68660"/>
                    <a:pt x="125157" y="70251"/>
                    <a:pt x="124899" y="71842"/>
                  </a:cubicBezTo>
                  <a:cubicBezTo>
                    <a:pt x="124684" y="74034"/>
                    <a:pt x="124297" y="76184"/>
                    <a:pt x="123738" y="78290"/>
                  </a:cubicBezTo>
                  <a:cubicBezTo>
                    <a:pt x="122362" y="84180"/>
                    <a:pt x="120127" y="89855"/>
                    <a:pt x="117031" y="95057"/>
                  </a:cubicBezTo>
                  <a:cubicBezTo>
                    <a:pt x="101813" y="121152"/>
                    <a:pt x="70086" y="132587"/>
                    <a:pt x="41712" y="122313"/>
                  </a:cubicBezTo>
                  <a:cubicBezTo>
                    <a:pt x="35994" y="120292"/>
                    <a:pt x="30577" y="117369"/>
                    <a:pt x="25719" y="113715"/>
                  </a:cubicBezTo>
                  <a:cubicBezTo>
                    <a:pt x="20560" y="110017"/>
                    <a:pt x="16046" y="105503"/>
                    <a:pt x="12349" y="100344"/>
                  </a:cubicBezTo>
                  <a:cubicBezTo>
                    <a:pt x="-4116" y="78161"/>
                    <a:pt x="-4116" y="47853"/>
                    <a:pt x="12349" y="25669"/>
                  </a:cubicBezTo>
                  <a:cubicBezTo>
                    <a:pt x="16046" y="20511"/>
                    <a:pt x="20560" y="15997"/>
                    <a:pt x="25719" y="12299"/>
                  </a:cubicBezTo>
                  <a:cubicBezTo>
                    <a:pt x="30577" y="8645"/>
                    <a:pt x="35994" y="5722"/>
                    <a:pt x="41712" y="3701"/>
                  </a:cubicBezTo>
                  <a:cubicBezTo>
                    <a:pt x="52330" y="-125"/>
                    <a:pt x="63766" y="-985"/>
                    <a:pt x="74815" y="1122"/>
                  </a:cubicBezTo>
                  <a:cubicBezTo>
                    <a:pt x="92527" y="4561"/>
                    <a:pt x="107874" y="15438"/>
                    <a:pt x="117031" y="30958"/>
                  </a:cubicBezTo>
                  <a:cubicBezTo>
                    <a:pt x="120127" y="36159"/>
                    <a:pt x="122362" y="41834"/>
                    <a:pt x="123738" y="47724"/>
                  </a:cubicBezTo>
                  <a:cubicBezTo>
                    <a:pt x="124297" y="49873"/>
                    <a:pt x="124684" y="52023"/>
                    <a:pt x="124899" y="54215"/>
                  </a:cubicBezTo>
                  <a:cubicBezTo>
                    <a:pt x="125157" y="55806"/>
                    <a:pt x="125286" y="57397"/>
                    <a:pt x="125286" y="58987"/>
                  </a:cubicBezTo>
                  <a:lnTo>
                    <a:pt x="125286" y="61954"/>
                  </a:lnTo>
                  <a:cubicBezTo>
                    <a:pt x="125329" y="62255"/>
                    <a:pt x="125329" y="62599"/>
                    <a:pt x="125286" y="62900"/>
                  </a:cubicBezTo>
                  <a:lnTo>
                    <a:pt x="125286" y="62900"/>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 name="Google Shape;397;p48"/>
            <p:cNvSpPr/>
            <p:nvPr/>
          </p:nvSpPr>
          <p:spPr>
            <a:xfrm>
              <a:off x="1670067" y="4058133"/>
              <a:ext cx="28769" cy="7112"/>
            </a:xfrm>
            <a:custGeom>
              <a:avLst/>
              <a:gdLst/>
              <a:ahLst/>
              <a:cxnLst/>
              <a:rect l="l" t="t" r="r" b="b"/>
              <a:pathLst>
                <a:path w="28769" h="7112" extrusionOk="0">
                  <a:moveTo>
                    <a:pt x="28761" y="4103"/>
                  </a:moveTo>
                  <a:cubicBezTo>
                    <a:pt x="23989" y="2770"/>
                    <a:pt x="19002" y="2211"/>
                    <a:pt x="14058" y="2383"/>
                  </a:cubicBezTo>
                  <a:cubicBezTo>
                    <a:pt x="9157" y="3286"/>
                    <a:pt x="4428" y="4877"/>
                    <a:pt x="0" y="7112"/>
                  </a:cubicBezTo>
                  <a:cubicBezTo>
                    <a:pt x="0" y="7112"/>
                    <a:pt x="903" y="5479"/>
                    <a:pt x="3310" y="3845"/>
                  </a:cubicBezTo>
                  <a:cubicBezTo>
                    <a:pt x="6449" y="1824"/>
                    <a:pt x="10060" y="535"/>
                    <a:pt x="13800" y="148"/>
                  </a:cubicBezTo>
                  <a:cubicBezTo>
                    <a:pt x="17540" y="-282"/>
                    <a:pt x="21366" y="234"/>
                    <a:pt x="24892" y="1609"/>
                  </a:cubicBezTo>
                  <a:cubicBezTo>
                    <a:pt x="27557" y="2684"/>
                    <a:pt x="28890" y="3845"/>
                    <a:pt x="28761" y="4103"/>
                  </a:cubicBezTo>
                  <a:lnTo>
                    <a:pt x="28761" y="4103"/>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 name="Google Shape;398;p48"/>
            <p:cNvSpPr/>
            <p:nvPr/>
          </p:nvSpPr>
          <p:spPr>
            <a:xfrm>
              <a:off x="1391416" y="3871103"/>
              <a:ext cx="273449" cy="447162"/>
            </a:xfrm>
            <a:custGeom>
              <a:avLst/>
              <a:gdLst/>
              <a:ahLst/>
              <a:cxnLst/>
              <a:rect l="l" t="t" r="r" b="b"/>
              <a:pathLst>
                <a:path w="273449" h="447162" extrusionOk="0">
                  <a:moveTo>
                    <a:pt x="268119" y="28069"/>
                  </a:moveTo>
                  <a:cubicBezTo>
                    <a:pt x="259521" y="105754"/>
                    <a:pt x="201741" y="175699"/>
                    <a:pt x="127195" y="199258"/>
                  </a:cubicBezTo>
                  <a:cubicBezTo>
                    <a:pt x="151227" y="233909"/>
                    <a:pt x="136094" y="299856"/>
                    <a:pt x="136696" y="354884"/>
                  </a:cubicBezTo>
                  <a:cubicBezTo>
                    <a:pt x="137298" y="406043"/>
                    <a:pt x="137255" y="420660"/>
                    <a:pt x="104109" y="446755"/>
                  </a:cubicBezTo>
                  <a:cubicBezTo>
                    <a:pt x="76724" y="453333"/>
                    <a:pt x="61119" y="378314"/>
                    <a:pt x="40569" y="357335"/>
                  </a:cubicBezTo>
                  <a:cubicBezTo>
                    <a:pt x="20019" y="336355"/>
                    <a:pt x="717" y="310518"/>
                    <a:pt x="2221" y="281370"/>
                  </a:cubicBezTo>
                  <a:cubicBezTo>
                    <a:pt x="2952" y="267699"/>
                    <a:pt x="8283" y="254630"/>
                    <a:pt x="9014" y="241002"/>
                  </a:cubicBezTo>
                  <a:cubicBezTo>
                    <a:pt x="9874" y="225869"/>
                    <a:pt x="5016" y="210909"/>
                    <a:pt x="2350" y="196163"/>
                  </a:cubicBezTo>
                  <a:cubicBezTo>
                    <a:pt x="-9515" y="130172"/>
                    <a:pt x="24534" y="59195"/>
                    <a:pt x="82184" y="24673"/>
                  </a:cubicBezTo>
                  <a:cubicBezTo>
                    <a:pt x="139834" y="-9848"/>
                    <a:pt x="216401" y="-7527"/>
                    <a:pt x="273449" y="27768"/>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 name="Google Shape;399;p48"/>
            <p:cNvSpPr/>
            <p:nvPr/>
          </p:nvSpPr>
          <p:spPr>
            <a:xfrm>
              <a:off x="1298494" y="4102213"/>
              <a:ext cx="200883" cy="222333"/>
            </a:xfrm>
            <a:custGeom>
              <a:avLst/>
              <a:gdLst/>
              <a:ahLst/>
              <a:cxnLst/>
              <a:rect l="l" t="t" r="r" b="b"/>
              <a:pathLst>
                <a:path w="200883" h="222333" extrusionOk="0">
                  <a:moveTo>
                    <a:pt x="196515" y="116380"/>
                  </a:moveTo>
                  <a:cubicBezTo>
                    <a:pt x="189378" y="91273"/>
                    <a:pt x="177083" y="67929"/>
                    <a:pt x="160445" y="47853"/>
                  </a:cubicBezTo>
                  <a:lnTo>
                    <a:pt x="161692" y="50518"/>
                  </a:lnTo>
                  <a:cubicBezTo>
                    <a:pt x="142991" y="7829"/>
                    <a:pt x="93208" y="-11603"/>
                    <a:pt x="50518" y="7141"/>
                  </a:cubicBezTo>
                  <a:cubicBezTo>
                    <a:pt x="7829" y="25842"/>
                    <a:pt x="-11603" y="75625"/>
                    <a:pt x="7141" y="118315"/>
                  </a:cubicBezTo>
                  <a:cubicBezTo>
                    <a:pt x="12643" y="130825"/>
                    <a:pt x="21070" y="141830"/>
                    <a:pt x="31731" y="150343"/>
                  </a:cubicBezTo>
                  <a:cubicBezTo>
                    <a:pt x="22058" y="148193"/>
                    <a:pt x="12257" y="156533"/>
                    <a:pt x="10236" y="166206"/>
                  </a:cubicBezTo>
                  <a:cubicBezTo>
                    <a:pt x="8731" y="176137"/>
                    <a:pt x="11354" y="186283"/>
                    <a:pt x="17501" y="194236"/>
                  </a:cubicBezTo>
                  <a:cubicBezTo>
                    <a:pt x="37664" y="223728"/>
                    <a:pt x="83363" y="231509"/>
                    <a:pt x="112081" y="210358"/>
                  </a:cubicBezTo>
                  <a:cubicBezTo>
                    <a:pt x="134866" y="225791"/>
                    <a:pt x="168528" y="216806"/>
                    <a:pt x="185423" y="195096"/>
                  </a:cubicBezTo>
                  <a:cubicBezTo>
                    <a:pt x="202318" y="173386"/>
                    <a:pt x="204296" y="142776"/>
                    <a:pt x="196515" y="11638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 name="Google Shape;400;p48"/>
            <p:cNvSpPr/>
            <p:nvPr/>
          </p:nvSpPr>
          <p:spPr>
            <a:xfrm>
              <a:off x="1394692" y="3892423"/>
              <a:ext cx="258049" cy="212330"/>
            </a:xfrm>
            <a:custGeom>
              <a:avLst/>
              <a:gdLst/>
              <a:ahLst/>
              <a:cxnLst/>
              <a:rect l="l" t="t" r="r" b="b"/>
              <a:pathLst>
                <a:path w="258049" h="212330" extrusionOk="0">
                  <a:moveTo>
                    <a:pt x="8016" y="212331"/>
                  </a:moveTo>
                  <a:cubicBezTo>
                    <a:pt x="7113" y="211471"/>
                    <a:pt x="6296" y="210568"/>
                    <a:pt x="5565" y="209580"/>
                  </a:cubicBezTo>
                  <a:cubicBezTo>
                    <a:pt x="3544" y="206699"/>
                    <a:pt x="2126" y="203475"/>
                    <a:pt x="1266" y="200078"/>
                  </a:cubicBezTo>
                  <a:cubicBezTo>
                    <a:pt x="-1356" y="191179"/>
                    <a:pt x="-110" y="177122"/>
                    <a:pt x="6941" y="162247"/>
                  </a:cubicBezTo>
                  <a:cubicBezTo>
                    <a:pt x="10767" y="154121"/>
                    <a:pt x="16055" y="146727"/>
                    <a:pt x="22503" y="140450"/>
                  </a:cubicBezTo>
                  <a:cubicBezTo>
                    <a:pt x="29597" y="133013"/>
                    <a:pt x="37421" y="126350"/>
                    <a:pt x="45890" y="120546"/>
                  </a:cubicBezTo>
                  <a:cubicBezTo>
                    <a:pt x="55262" y="114097"/>
                    <a:pt x="65494" y="108981"/>
                    <a:pt x="76285" y="105327"/>
                  </a:cubicBezTo>
                  <a:cubicBezTo>
                    <a:pt x="87419" y="101501"/>
                    <a:pt x="99242" y="98535"/>
                    <a:pt x="111279" y="95525"/>
                  </a:cubicBezTo>
                  <a:cubicBezTo>
                    <a:pt x="123316" y="92516"/>
                    <a:pt x="135096" y="89549"/>
                    <a:pt x="146102" y="85680"/>
                  </a:cubicBezTo>
                  <a:cubicBezTo>
                    <a:pt x="156720" y="82026"/>
                    <a:pt x="167038" y="77555"/>
                    <a:pt x="176926" y="72267"/>
                  </a:cubicBezTo>
                  <a:cubicBezTo>
                    <a:pt x="193692" y="63325"/>
                    <a:pt x="209255" y="52363"/>
                    <a:pt x="223313" y="39594"/>
                  </a:cubicBezTo>
                  <a:cubicBezTo>
                    <a:pt x="232771" y="30953"/>
                    <a:pt x="241541" y="21538"/>
                    <a:pt x="249451" y="11435"/>
                  </a:cubicBezTo>
                  <a:cubicBezTo>
                    <a:pt x="252289" y="7867"/>
                    <a:pt x="254352" y="4987"/>
                    <a:pt x="255771" y="2837"/>
                  </a:cubicBezTo>
                  <a:cubicBezTo>
                    <a:pt x="256459" y="1806"/>
                    <a:pt x="257190" y="860"/>
                    <a:pt x="258049" y="0"/>
                  </a:cubicBezTo>
                  <a:cubicBezTo>
                    <a:pt x="257490" y="1075"/>
                    <a:pt x="256846" y="2107"/>
                    <a:pt x="256158" y="3095"/>
                  </a:cubicBezTo>
                  <a:cubicBezTo>
                    <a:pt x="254825" y="5116"/>
                    <a:pt x="252890" y="8082"/>
                    <a:pt x="250139" y="11693"/>
                  </a:cubicBezTo>
                  <a:cubicBezTo>
                    <a:pt x="242444" y="22054"/>
                    <a:pt x="233803" y="31684"/>
                    <a:pt x="224345" y="40497"/>
                  </a:cubicBezTo>
                  <a:cubicBezTo>
                    <a:pt x="210287" y="53566"/>
                    <a:pt x="194638" y="64744"/>
                    <a:pt x="177743" y="73858"/>
                  </a:cubicBezTo>
                  <a:cubicBezTo>
                    <a:pt x="167769" y="79189"/>
                    <a:pt x="157365" y="83746"/>
                    <a:pt x="146660" y="87486"/>
                  </a:cubicBezTo>
                  <a:cubicBezTo>
                    <a:pt x="135526" y="91398"/>
                    <a:pt x="123703" y="94407"/>
                    <a:pt x="111666" y="97460"/>
                  </a:cubicBezTo>
                  <a:cubicBezTo>
                    <a:pt x="99629" y="100512"/>
                    <a:pt x="87849" y="103393"/>
                    <a:pt x="76801" y="107133"/>
                  </a:cubicBezTo>
                  <a:cubicBezTo>
                    <a:pt x="66139" y="110658"/>
                    <a:pt x="55993" y="115688"/>
                    <a:pt x="46707" y="121965"/>
                  </a:cubicBezTo>
                  <a:cubicBezTo>
                    <a:pt x="38324" y="127682"/>
                    <a:pt x="30543" y="134217"/>
                    <a:pt x="23492" y="141482"/>
                  </a:cubicBezTo>
                  <a:cubicBezTo>
                    <a:pt x="17216" y="147716"/>
                    <a:pt x="12057" y="154981"/>
                    <a:pt x="8359" y="163021"/>
                  </a:cubicBezTo>
                  <a:cubicBezTo>
                    <a:pt x="1266" y="177508"/>
                    <a:pt x="-239" y="191222"/>
                    <a:pt x="2126" y="199950"/>
                  </a:cubicBezTo>
                  <a:cubicBezTo>
                    <a:pt x="3201" y="204421"/>
                    <a:pt x="5221" y="208634"/>
                    <a:pt x="8016" y="212331"/>
                  </a:cubicBezTo>
                  <a:lnTo>
                    <a:pt x="8016" y="212331"/>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 name="Google Shape;401;p48"/>
            <p:cNvSpPr/>
            <p:nvPr/>
          </p:nvSpPr>
          <p:spPr>
            <a:xfrm>
              <a:off x="1389596" y="3892681"/>
              <a:ext cx="263059" cy="143674"/>
            </a:xfrm>
            <a:custGeom>
              <a:avLst/>
              <a:gdLst/>
              <a:ahLst/>
              <a:cxnLst/>
              <a:rect l="l" t="t" r="r" b="b"/>
              <a:pathLst>
                <a:path w="263059" h="143674" extrusionOk="0">
                  <a:moveTo>
                    <a:pt x="263060" y="0"/>
                  </a:moveTo>
                  <a:cubicBezTo>
                    <a:pt x="262458" y="860"/>
                    <a:pt x="261770" y="1677"/>
                    <a:pt x="261039" y="2450"/>
                  </a:cubicBezTo>
                  <a:cubicBezTo>
                    <a:pt x="259664" y="4041"/>
                    <a:pt x="257557" y="6276"/>
                    <a:pt x="254849" y="9157"/>
                  </a:cubicBezTo>
                  <a:cubicBezTo>
                    <a:pt x="247067" y="17196"/>
                    <a:pt x="238770" y="24720"/>
                    <a:pt x="230043" y="31727"/>
                  </a:cubicBezTo>
                  <a:cubicBezTo>
                    <a:pt x="217146" y="42346"/>
                    <a:pt x="202787" y="51030"/>
                    <a:pt x="187396" y="57522"/>
                  </a:cubicBezTo>
                  <a:cubicBezTo>
                    <a:pt x="178153" y="60918"/>
                    <a:pt x="168652" y="63497"/>
                    <a:pt x="158937" y="65217"/>
                  </a:cubicBezTo>
                  <a:cubicBezTo>
                    <a:pt x="148920" y="67237"/>
                    <a:pt x="138473" y="68785"/>
                    <a:pt x="127811" y="70419"/>
                  </a:cubicBezTo>
                  <a:cubicBezTo>
                    <a:pt x="107735" y="72826"/>
                    <a:pt x="87873" y="76996"/>
                    <a:pt x="68527" y="82843"/>
                  </a:cubicBezTo>
                  <a:cubicBezTo>
                    <a:pt x="52836" y="87959"/>
                    <a:pt x="38219" y="96041"/>
                    <a:pt x="25536" y="106617"/>
                  </a:cubicBezTo>
                  <a:cubicBezTo>
                    <a:pt x="17024" y="113753"/>
                    <a:pt x="9974" y="122523"/>
                    <a:pt x="4815" y="132411"/>
                  </a:cubicBezTo>
                  <a:cubicBezTo>
                    <a:pt x="3482" y="135120"/>
                    <a:pt x="2279" y="137914"/>
                    <a:pt x="1247" y="140751"/>
                  </a:cubicBezTo>
                  <a:cubicBezTo>
                    <a:pt x="946" y="141783"/>
                    <a:pt x="516" y="142729"/>
                    <a:pt x="0" y="143675"/>
                  </a:cubicBezTo>
                  <a:cubicBezTo>
                    <a:pt x="215" y="142643"/>
                    <a:pt x="473" y="141611"/>
                    <a:pt x="817" y="140622"/>
                  </a:cubicBezTo>
                  <a:cubicBezTo>
                    <a:pt x="1677" y="137699"/>
                    <a:pt x="2751" y="134819"/>
                    <a:pt x="4041" y="132024"/>
                  </a:cubicBezTo>
                  <a:cubicBezTo>
                    <a:pt x="8942" y="121835"/>
                    <a:pt x="15907" y="112807"/>
                    <a:pt x="24505" y="105456"/>
                  </a:cubicBezTo>
                  <a:cubicBezTo>
                    <a:pt x="37187" y="94536"/>
                    <a:pt x="51933" y="86239"/>
                    <a:pt x="67796" y="80952"/>
                  </a:cubicBezTo>
                  <a:cubicBezTo>
                    <a:pt x="87228" y="74890"/>
                    <a:pt x="107176" y="70548"/>
                    <a:pt x="127381" y="68054"/>
                  </a:cubicBezTo>
                  <a:cubicBezTo>
                    <a:pt x="138086" y="66463"/>
                    <a:pt x="148490" y="64873"/>
                    <a:pt x="158421" y="62938"/>
                  </a:cubicBezTo>
                  <a:cubicBezTo>
                    <a:pt x="168008" y="61262"/>
                    <a:pt x="177423" y="58768"/>
                    <a:pt x="186579" y="55458"/>
                  </a:cubicBezTo>
                  <a:cubicBezTo>
                    <a:pt x="201798" y="49138"/>
                    <a:pt x="216071" y="40712"/>
                    <a:pt x="228968" y="30394"/>
                  </a:cubicBezTo>
                  <a:cubicBezTo>
                    <a:pt x="237781" y="23559"/>
                    <a:pt x="246208" y="16250"/>
                    <a:pt x="254204" y="8512"/>
                  </a:cubicBezTo>
                  <a:lnTo>
                    <a:pt x="260695" y="2150"/>
                  </a:lnTo>
                  <a:cubicBezTo>
                    <a:pt x="261426" y="1376"/>
                    <a:pt x="262200" y="645"/>
                    <a:pt x="263060" y="0"/>
                  </a:cubicBezTo>
                  <a:lnTo>
                    <a:pt x="263060"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 name="Google Shape;402;p48"/>
            <p:cNvSpPr/>
            <p:nvPr/>
          </p:nvSpPr>
          <p:spPr>
            <a:xfrm>
              <a:off x="1651452" y="3807441"/>
              <a:ext cx="110356" cy="87821"/>
            </a:xfrm>
            <a:custGeom>
              <a:avLst/>
              <a:gdLst/>
              <a:ahLst/>
              <a:cxnLst/>
              <a:rect l="l" t="t" r="r" b="b"/>
              <a:pathLst>
                <a:path w="110356" h="87821" extrusionOk="0">
                  <a:moveTo>
                    <a:pt x="110357" y="161"/>
                  </a:moveTo>
                  <a:cubicBezTo>
                    <a:pt x="110357" y="634"/>
                    <a:pt x="101974" y="935"/>
                    <a:pt x="88862" y="4460"/>
                  </a:cubicBezTo>
                  <a:cubicBezTo>
                    <a:pt x="85293" y="5406"/>
                    <a:pt x="81811" y="6524"/>
                    <a:pt x="78372" y="7814"/>
                  </a:cubicBezTo>
                  <a:cubicBezTo>
                    <a:pt x="74632" y="9060"/>
                    <a:pt x="70849" y="10909"/>
                    <a:pt x="66765" y="12715"/>
                  </a:cubicBezTo>
                  <a:cubicBezTo>
                    <a:pt x="49396" y="21098"/>
                    <a:pt x="34092" y="33264"/>
                    <a:pt x="21968" y="48311"/>
                  </a:cubicBezTo>
                  <a:cubicBezTo>
                    <a:pt x="19303" y="51879"/>
                    <a:pt x="16637" y="55146"/>
                    <a:pt x="14574" y="58543"/>
                  </a:cubicBezTo>
                  <a:cubicBezTo>
                    <a:pt x="12510" y="61552"/>
                    <a:pt x="10619" y="64733"/>
                    <a:pt x="8942" y="67958"/>
                  </a:cubicBezTo>
                  <a:cubicBezTo>
                    <a:pt x="2622" y="79823"/>
                    <a:pt x="344" y="87991"/>
                    <a:pt x="0" y="87819"/>
                  </a:cubicBezTo>
                  <a:cubicBezTo>
                    <a:pt x="301" y="85885"/>
                    <a:pt x="774" y="83993"/>
                    <a:pt x="1462" y="82144"/>
                  </a:cubicBezTo>
                  <a:cubicBezTo>
                    <a:pt x="2064" y="79909"/>
                    <a:pt x="2837" y="77717"/>
                    <a:pt x="3783" y="75610"/>
                  </a:cubicBezTo>
                  <a:cubicBezTo>
                    <a:pt x="4858" y="72687"/>
                    <a:pt x="6148" y="69806"/>
                    <a:pt x="7566" y="67012"/>
                  </a:cubicBezTo>
                  <a:cubicBezTo>
                    <a:pt x="9157" y="63658"/>
                    <a:pt x="11006" y="60391"/>
                    <a:pt x="13026" y="57296"/>
                  </a:cubicBezTo>
                  <a:cubicBezTo>
                    <a:pt x="15047" y="53857"/>
                    <a:pt x="17669" y="50460"/>
                    <a:pt x="20335" y="46806"/>
                  </a:cubicBezTo>
                  <a:cubicBezTo>
                    <a:pt x="26482" y="39197"/>
                    <a:pt x="33404" y="32232"/>
                    <a:pt x="41013" y="26042"/>
                  </a:cubicBezTo>
                  <a:cubicBezTo>
                    <a:pt x="48751" y="20023"/>
                    <a:pt x="57092" y="14864"/>
                    <a:pt x="65905" y="10651"/>
                  </a:cubicBezTo>
                  <a:cubicBezTo>
                    <a:pt x="69774" y="8845"/>
                    <a:pt x="73729" y="7255"/>
                    <a:pt x="77770" y="5879"/>
                  </a:cubicBezTo>
                  <a:cubicBezTo>
                    <a:pt x="84176" y="3643"/>
                    <a:pt x="90753" y="2010"/>
                    <a:pt x="97460" y="978"/>
                  </a:cubicBezTo>
                  <a:cubicBezTo>
                    <a:pt x="99738" y="548"/>
                    <a:pt x="102017" y="247"/>
                    <a:pt x="104338" y="161"/>
                  </a:cubicBezTo>
                  <a:cubicBezTo>
                    <a:pt x="106359" y="-54"/>
                    <a:pt x="108336" y="-54"/>
                    <a:pt x="110357" y="161"/>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 name="Google Shape;403;p48"/>
            <p:cNvSpPr/>
            <p:nvPr/>
          </p:nvSpPr>
          <p:spPr>
            <a:xfrm>
              <a:off x="1660867" y="3888868"/>
              <a:ext cx="191435" cy="289958"/>
            </a:xfrm>
            <a:custGeom>
              <a:avLst/>
              <a:gdLst/>
              <a:ahLst/>
              <a:cxnLst/>
              <a:rect l="l" t="t" r="r" b="b"/>
              <a:pathLst>
                <a:path w="191435" h="289958" extrusionOk="0">
                  <a:moveTo>
                    <a:pt x="170200" y="289958"/>
                  </a:moveTo>
                  <a:cubicBezTo>
                    <a:pt x="170200" y="289958"/>
                    <a:pt x="170200" y="289657"/>
                    <a:pt x="170845" y="289098"/>
                  </a:cubicBezTo>
                  <a:lnTo>
                    <a:pt x="172865" y="286734"/>
                  </a:lnTo>
                  <a:cubicBezTo>
                    <a:pt x="174671" y="284627"/>
                    <a:pt x="177379" y="281575"/>
                    <a:pt x="180432" y="277319"/>
                  </a:cubicBezTo>
                  <a:cubicBezTo>
                    <a:pt x="184258" y="272289"/>
                    <a:pt x="187181" y="266657"/>
                    <a:pt x="189030" y="260595"/>
                  </a:cubicBezTo>
                  <a:cubicBezTo>
                    <a:pt x="190062" y="256855"/>
                    <a:pt x="190406" y="252900"/>
                    <a:pt x="189933" y="249031"/>
                  </a:cubicBezTo>
                  <a:cubicBezTo>
                    <a:pt x="189331" y="244689"/>
                    <a:pt x="187869" y="240519"/>
                    <a:pt x="185634" y="236779"/>
                  </a:cubicBezTo>
                  <a:cubicBezTo>
                    <a:pt x="180991" y="228739"/>
                    <a:pt x="173381" y="221732"/>
                    <a:pt x="166417" y="213048"/>
                  </a:cubicBezTo>
                  <a:cubicBezTo>
                    <a:pt x="150768" y="193444"/>
                    <a:pt x="140708" y="169971"/>
                    <a:pt x="137312" y="145123"/>
                  </a:cubicBezTo>
                  <a:cubicBezTo>
                    <a:pt x="135936" y="131194"/>
                    <a:pt x="135593" y="117179"/>
                    <a:pt x="136280" y="103207"/>
                  </a:cubicBezTo>
                  <a:cubicBezTo>
                    <a:pt x="136968" y="89364"/>
                    <a:pt x="135679" y="75478"/>
                    <a:pt x="132454" y="61979"/>
                  </a:cubicBezTo>
                  <a:cubicBezTo>
                    <a:pt x="125490" y="38162"/>
                    <a:pt x="108465" y="18601"/>
                    <a:pt x="85852" y="8412"/>
                  </a:cubicBezTo>
                  <a:cubicBezTo>
                    <a:pt x="76566" y="4242"/>
                    <a:pt x="66593" y="1964"/>
                    <a:pt x="56447" y="1620"/>
                  </a:cubicBezTo>
                  <a:cubicBezTo>
                    <a:pt x="37574" y="846"/>
                    <a:pt x="18959" y="6349"/>
                    <a:pt x="3482" y="17225"/>
                  </a:cubicBezTo>
                  <a:lnTo>
                    <a:pt x="903" y="19031"/>
                  </a:lnTo>
                  <a:cubicBezTo>
                    <a:pt x="344" y="19418"/>
                    <a:pt x="43" y="19633"/>
                    <a:pt x="0" y="19590"/>
                  </a:cubicBezTo>
                  <a:cubicBezTo>
                    <a:pt x="3998" y="15893"/>
                    <a:pt x="8512" y="12711"/>
                    <a:pt x="13370" y="10218"/>
                  </a:cubicBezTo>
                  <a:cubicBezTo>
                    <a:pt x="26568" y="3124"/>
                    <a:pt x="41400" y="-358"/>
                    <a:pt x="56361" y="29"/>
                  </a:cubicBezTo>
                  <a:cubicBezTo>
                    <a:pt x="66721" y="287"/>
                    <a:pt x="76953" y="2565"/>
                    <a:pt x="86454" y="6693"/>
                  </a:cubicBezTo>
                  <a:cubicBezTo>
                    <a:pt x="109712" y="16967"/>
                    <a:pt x="127295" y="37001"/>
                    <a:pt x="134432" y="61420"/>
                  </a:cubicBezTo>
                  <a:cubicBezTo>
                    <a:pt x="137699" y="75091"/>
                    <a:pt x="139032" y="89192"/>
                    <a:pt x="138344" y="103250"/>
                  </a:cubicBezTo>
                  <a:cubicBezTo>
                    <a:pt x="137656" y="117136"/>
                    <a:pt x="138000" y="131022"/>
                    <a:pt x="139333" y="144865"/>
                  </a:cubicBezTo>
                  <a:cubicBezTo>
                    <a:pt x="142600" y="169369"/>
                    <a:pt x="152445" y="192541"/>
                    <a:pt x="167793" y="211887"/>
                  </a:cubicBezTo>
                  <a:cubicBezTo>
                    <a:pt x="174585" y="220485"/>
                    <a:pt x="182237" y="227622"/>
                    <a:pt x="186966" y="236005"/>
                  </a:cubicBezTo>
                  <a:cubicBezTo>
                    <a:pt x="189245" y="239960"/>
                    <a:pt x="190707" y="244345"/>
                    <a:pt x="191265" y="248902"/>
                  </a:cubicBezTo>
                  <a:cubicBezTo>
                    <a:pt x="191695" y="252943"/>
                    <a:pt x="191308" y="257070"/>
                    <a:pt x="190148" y="260983"/>
                  </a:cubicBezTo>
                  <a:cubicBezTo>
                    <a:pt x="188170" y="267130"/>
                    <a:pt x="185075" y="272848"/>
                    <a:pt x="180991" y="277878"/>
                  </a:cubicBezTo>
                  <a:cubicBezTo>
                    <a:pt x="178540" y="281102"/>
                    <a:pt x="175875" y="284154"/>
                    <a:pt x="173080" y="287078"/>
                  </a:cubicBezTo>
                  <a:lnTo>
                    <a:pt x="170845" y="289313"/>
                  </a:lnTo>
                  <a:cubicBezTo>
                    <a:pt x="170673" y="289571"/>
                    <a:pt x="170458" y="289786"/>
                    <a:pt x="170200" y="289958"/>
                  </a:cubicBezTo>
                  <a:lnTo>
                    <a:pt x="170200" y="289958"/>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 name="Google Shape;404;p48"/>
            <p:cNvSpPr/>
            <p:nvPr/>
          </p:nvSpPr>
          <p:spPr>
            <a:xfrm>
              <a:off x="1695808" y="4002831"/>
              <a:ext cx="125350" cy="126092"/>
            </a:xfrm>
            <a:custGeom>
              <a:avLst/>
              <a:gdLst/>
              <a:ahLst/>
              <a:cxnLst/>
              <a:rect l="l" t="t" r="r" b="b"/>
              <a:pathLst>
                <a:path w="125350" h="126092" extrusionOk="0">
                  <a:moveTo>
                    <a:pt x="125286" y="62973"/>
                  </a:moveTo>
                  <a:cubicBezTo>
                    <a:pt x="124899" y="57900"/>
                    <a:pt x="124082" y="52870"/>
                    <a:pt x="122921" y="47926"/>
                  </a:cubicBezTo>
                  <a:cubicBezTo>
                    <a:pt x="119396" y="34470"/>
                    <a:pt x="111400" y="22605"/>
                    <a:pt x="100308" y="14265"/>
                  </a:cubicBezTo>
                  <a:cubicBezTo>
                    <a:pt x="83714" y="1797"/>
                    <a:pt x="61960" y="-1470"/>
                    <a:pt x="42443" y="5667"/>
                  </a:cubicBezTo>
                  <a:cubicBezTo>
                    <a:pt x="31093" y="9923"/>
                    <a:pt x="21291" y="17403"/>
                    <a:pt x="14155" y="27162"/>
                  </a:cubicBezTo>
                  <a:cubicBezTo>
                    <a:pt x="-1623" y="48571"/>
                    <a:pt x="-1623" y="77805"/>
                    <a:pt x="14155" y="99214"/>
                  </a:cubicBezTo>
                  <a:cubicBezTo>
                    <a:pt x="17723" y="104158"/>
                    <a:pt x="22108" y="108543"/>
                    <a:pt x="27052" y="112112"/>
                  </a:cubicBezTo>
                  <a:cubicBezTo>
                    <a:pt x="31738" y="115637"/>
                    <a:pt x="36940" y="118431"/>
                    <a:pt x="42443" y="120409"/>
                  </a:cubicBezTo>
                  <a:cubicBezTo>
                    <a:pt x="74342" y="132016"/>
                    <a:pt x="109637" y="115551"/>
                    <a:pt x="121202" y="83609"/>
                  </a:cubicBezTo>
                  <a:cubicBezTo>
                    <a:pt x="121846" y="81803"/>
                    <a:pt x="122405" y="79997"/>
                    <a:pt x="122921" y="78149"/>
                  </a:cubicBezTo>
                  <a:cubicBezTo>
                    <a:pt x="124082" y="73205"/>
                    <a:pt x="124899" y="68175"/>
                    <a:pt x="125286" y="63102"/>
                  </a:cubicBezTo>
                  <a:cubicBezTo>
                    <a:pt x="125372" y="63446"/>
                    <a:pt x="125372" y="63790"/>
                    <a:pt x="125286" y="64134"/>
                  </a:cubicBezTo>
                  <a:lnTo>
                    <a:pt x="125286" y="67057"/>
                  </a:lnTo>
                  <a:cubicBezTo>
                    <a:pt x="125286" y="68691"/>
                    <a:pt x="125157" y="70282"/>
                    <a:pt x="124899" y="71872"/>
                  </a:cubicBezTo>
                  <a:cubicBezTo>
                    <a:pt x="124684" y="74065"/>
                    <a:pt x="124297" y="76214"/>
                    <a:pt x="123738" y="78364"/>
                  </a:cubicBezTo>
                  <a:cubicBezTo>
                    <a:pt x="122362" y="84253"/>
                    <a:pt x="120127" y="89928"/>
                    <a:pt x="117031" y="95130"/>
                  </a:cubicBezTo>
                  <a:cubicBezTo>
                    <a:pt x="112947" y="102052"/>
                    <a:pt x="107616" y="108156"/>
                    <a:pt x="101254" y="113057"/>
                  </a:cubicBezTo>
                  <a:cubicBezTo>
                    <a:pt x="84315" y="126126"/>
                    <a:pt x="61831" y="129652"/>
                    <a:pt x="41712" y="122343"/>
                  </a:cubicBezTo>
                  <a:cubicBezTo>
                    <a:pt x="35951" y="120323"/>
                    <a:pt x="30577" y="117442"/>
                    <a:pt x="25719" y="113745"/>
                  </a:cubicBezTo>
                  <a:cubicBezTo>
                    <a:pt x="20603" y="110005"/>
                    <a:pt x="16089" y="105491"/>
                    <a:pt x="12349" y="100332"/>
                  </a:cubicBezTo>
                  <a:cubicBezTo>
                    <a:pt x="-4116" y="78192"/>
                    <a:pt x="-4116" y="47841"/>
                    <a:pt x="12349" y="25700"/>
                  </a:cubicBezTo>
                  <a:cubicBezTo>
                    <a:pt x="16046" y="20541"/>
                    <a:pt x="20560" y="16027"/>
                    <a:pt x="25719" y="12330"/>
                  </a:cubicBezTo>
                  <a:cubicBezTo>
                    <a:pt x="30577" y="8676"/>
                    <a:pt x="35994" y="5752"/>
                    <a:pt x="41712" y="3732"/>
                  </a:cubicBezTo>
                  <a:cubicBezTo>
                    <a:pt x="52330" y="-94"/>
                    <a:pt x="63723" y="-997"/>
                    <a:pt x="74815" y="1110"/>
                  </a:cubicBezTo>
                  <a:cubicBezTo>
                    <a:pt x="92570" y="4592"/>
                    <a:pt x="107960" y="15554"/>
                    <a:pt x="117031" y="31203"/>
                  </a:cubicBezTo>
                  <a:cubicBezTo>
                    <a:pt x="120127" y="36405"/>
                    <a:pt x="122362" y="42037"/>
                    <a:pt x="123738" y="47926"/>
                  </a:cubicBezTo>
                  <a:cubicBezTo>
                    <a:pt x="124297" y="50076"/>
                    <a:pt x="124684" y="52225"/>
                    <a:pt x="124899" y="54418"/>
                  </a:cubicBezTo>
                  <a:cubicBezTo>
                    <a:pt x="125157" y="56009"/>
                    <a:pt x="125286" y="57599"/>
                    <a:pt x="125286" y="59233"/>
                  </a:cubicBezTo>
                  <a:lnTo>
                    <a:pt x="125286" y="62973"/>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 name="Google Shape;405;p48"/>
            <p:cNvSpPr/>
            <p:nvPr/>
          </p:nvSpPr>
          <p:spPr>
            <a:xfrm>
              <a:off x="1402304" y="4102303"/>
              <a:ext cx="92618" cy="217145"/>
            </a:xfrm>
            <a:custGeom>
              <a:avLst/>
              <a:gdLst/>
              <a:ahLst/>
              <a:cxnLst/>
              <a:rect l="l" t="t" r="r" b="b"/>
              <a:pathLst>
                <a:path w="92618" h="217145" extrusionOk="0">
                  <a:moveTo>
                    <a:pt x="92619" y="217146"/>
                  </a:moveTo>
                  <a:cubicBezTo>
                    <a:pt x="91845" y="216759"/>
                    <a:pt x="91157" y="216286"/>
                    <a:pt x="90512" y="215727"/>
                  </a:cubicBezTo>
                  <a:cubicBezTo>
                    <a:pt x="89180" y="214738"/>
                    <a:pt x="87288" y="213234"/>
                    <a:pt x="84795" y="211428"/>
                  </a:cubicBezTo>
                  <a:cubicBezTo>
                    <a:pt x="77830" y="205882"/>
                    <a:pt x="71339" y="199778"/>
                    <a:pt x="65277" y="193243"/>
                  </a:cubicBezTo>
                  <a:cubicBezTo>
                    <a:pt x="55948" y="183613"/>
                    <a:pt x="49585" y="171490"/>
                    <a:pt x="46877" y="158334"/>
                  </a:cubicBezTo>
                  <a:cubicBezTo>
                    <a:pt x="45974" y="150553"/>
                    <a:pt x="45630" y="142772"/>
                    <a:pt x="45845" y="134948"/>
                  </a:cubicBezTo>
                  <a:cubicBezTo>
                    <a:pt x="45974" y="126779"/>
                    <a:pt x="43653" y="118740"/>
                    <a:pt x="39139" y="111905"/>
                  </a:cubicBezTo>
                  <a:cubicBezTo>
                    <a:pt x="34066" y="105327"/>
                    <a:pt x="28434" y="99265"/>
                    <a:pt x="22329" y="93677"/>
                  </a:cubicBezTo>
                  <a:cubicBezTo>
                    <a:pt x="16654" y="88174"/>
                    <a:pt x="11969" y="81725"/>
                    <a:pt x="8486" y="74632"/>
                  </a:cubicBezTo>
                  <a:cubicBezTo>
                    <a:pt x="5391" y="68226"/>
                    <a:pt x="3155" y="61434"/>
                    <a:pt x="1780" y="54426"/>
                  </a:cubicBezTo>
                  <a:cubicBezTo>
                    <a:pt x="490" y="48365"/>
                    <a:pt x="-112" y="42174"/>
                    <a:pt x="17" y="35983"/>
                  </a:cubicBezTo>
                  <a:cubicBezTo>
                    <a:pt x="17" y="30265"/>
                    <a:pt x="1350" y="25279"/>
                    <a:pt x="1866" y="20893"/>
                  </a:cubicBezTo>
                  <a:cubicBezTo>
                    <a:pt x="2382" y="17153"/>
                    <a:pt x="2468" y="13370"/>
                    <a:pt x="2124" y="9587"/>
                  </a:cubicBezTo>
                  <a:cubicBezTo>
                    <a:pt x="1393" y="3396"/>
                    <a:pt x="189" y="86"/>
                    <a:pt x="404" y="0"/>
                  </a:cubicBezTo>
                  <a:cubicBezTo>
                    <a:pt x="791" y="774"/>
                    <a:pt x="1135" y="1548"/>
                    <a:pt x="1350" y="2364"/>
                  </a:cubicBezTo>
                  <a:cubicBezTo>
                    <a:pt x="2081" y="4686"/>
                    <a:pt x="2597" y="7050"/>
                    <a:pt x="2983" y="9458"/>
                  </a:cubicBezTo>
                  <a:cubicBezTo>
                    <a:pt x="3456" y="13284"/>
                    <a:pt x="3456" y="17196"/>
                    <a:pt x="2983" y="21022"/>
                  </a:cubicBezTo>
                  <a:cubicBezTo>
                    <a:pt x="2597" y="25321"/>
                    <a:pt x="1565" y="30480"/>
                    <a:pt x="1436" y="36026"/>
                  </a:cubicBezTo>
                  <a:cubicBezTo>
                    <a:pt x="1522" y="49052"/>
                    <a:pt x="4445" y="61949"/>
                    <a:pt x="10034" y="73729"/>
                  </a:cubicBezTo>
                  <a:cubicBezTo>
                    <a:pt x="13473" y="80608"/>
                    <a:pt x="18030" y="86841"/>
                    <a:pt x="23576" y="92129"/>
                  </a:cubicBezTo>
                  <a:cubicBezTo>
                    <a:pt x="29853" y="97761"/>
                    <a:pt x="35613" y="103951"/>
                    <a:pt x="40772" y="110615"/>
                  </a:cubicBezTo>
                  <a:cubicBezTo>
                    <a:pt x="43266" y="114226"/>
                    <a:pt x="45114" y="118224"/>
                    <a:pt x="46232" y="122437"/>
                  </a:cubicBezTo>
                  <a:cubicBezTo>
                    <a:pt x="47221" y="126522"/>
                    <a:pt x="47737" y="130691"/>
                    <a:pt x="47823" y="134862"/>
                  </a:cubicBezTo>
                  <a:cubicBezTo>
                    <a:pt x="47608" y="142600"/>
                    <a:pt x="47909" y="150295"/>
                    <a:pt x="48725" y="157991"/>
                  </a:cubicBezTo>
                  <a:cubicBezTo>
                    <a:pt x="51219" y="170888"/>
                    <a:pt x="57281" y="182796"/>
                    <a:pt x="66223" y="192383"/>
                  </a:cubicBezTo>
                  <a:cubicBezTo>
                    <a:pt x="72112" y="198961"/>
                    <a:pt x="78475" y="205151"/>
                    <a:pt x="85182" y="210912"/>
                  </a:cubicBezTo>
                  <a:lnTo>
                    <a:pt x="91028" y="215383"/>
                  </a:lnTo>
                  <a:cubicBezTo>
                    <a:pt x="91630" y="215899"/>
                    <a:pt x="92146" y="216501"/>
                    <a:pt x="92619" y="217146"/>
                  </a:cubicBezTo>
                  <a:lnTo>
                    <a:pt x="92619" y="217146"/>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 name="Google Shape;406;p48"/>
            <p:cNvSpPr/>
            <p:nvPr/>
          </p:nvSpPr>
          <p:spPr>
            <a:xfrm>
              <a:off x="1319949" y="4219367"/>
              <a:ext cx="126158" cy="84340"/>
            </a:xfrm>
            <a:custGeom>
              <a:avLst/>
              <a:gdLst/>
              <a:ahLst/>
              <a:cxnLst/>
              <a:rect l="l" t="t" r="r" b="b"/>
              <a:pathLst>
                <a:path w="126158" h="84340" extrusionOk="0">
                  <a:moveTo>
                    <a:pt x="126094" y="0"/>
                  </a:moveTo>
                  <a:cubicBezTo>
                    <a:pt x="126180" y="602"/>
                    <a:pt x="126180" y="1161"/>
                    <a:pt x="126094" y="1763"/>
                  </a:cubicBezTo>
                  <a:cubicBezTo>
                    <a:pt x="126094" y="2923"/>
                    <a:pt x="126094" y="4600"/>
                    <a:pt x="125750" y="6793"/>
                  </a:cubicBezTo>
                  <a:cubicBezTo>
                    <a:pt x="125019" y="12983"/>
                    <a:pt x="123601" y="19045"/>
                    <a:pt x="121451" y="24892"/>
                  </a:cubicBezTo>
                  <a:cubicBezTo>
                    <a:pt x="107436" y="65389"/>
                    <a:pt x="66380" y="89979"/>
                    <a:pt x="24034" y="83230"/>
                  </a:cubicBezTo>
                  <a:cubicBezTo>
                    <a:pt x="17887" y="82284"/>
                    <a:pt x="11868" y="80651"/>
                    <a:pt x="6107" y="78372"/>
                  </a:cubicBezTo>
                  <a:cubicBezTo>
                    <a:pt x="4044" y="77598"/>
                    <a:pt x="2539" y="76738"/>
                    <a:pt x="1507" y="76265"/>
                  </a:cubicBezTo>
                  <a:cubicBezTo>
                    <a:pt x="475" y="75793"/>
                    <a:pt x="-41" y="75449"/>
                    <a:pt x="2" y="75363"/>
                  </a:cubicBezTo>
                  <a:cubicBezTo>
                    <a:pt x="7870" y="78243"/>
                    <a:pt x="15995" y="80393"/>
                    <a:pt x="24249" y="81682"/>
                  </a:cubicBezTo>
                  <a:cubicBezTo>
                    <a:pt x="33234" y="82843"/>
                    <a:pt x="42348" y="82671"/>
                    <a:pt x="51290" y="81209"/>
                  </a:cubicBezTo>
                  <a:cubicBezTo>
                    <a:pt x="73431" y="77813"/>
                    <a:pt x="93378" y="65905"/>
                    <a:pt x="106834" y="47977"/>
                  </a:cubicBezTo>
                  <a:cubicBezTo>
                    <a:pt x="112337" y="40798"/>
                    <a:pt x="116765" y="32845"/>
                    <a:pt x="119989" y="24376"/>
                  </a:cubicBezTo>
                  <a:cubicBezTo>
                    <a:pt x="122784" y="16466"/>
                    <a:pt x="124847" y="8297"/>
                    <a:pt x="126094" y="0"/>
                  </a:cubicBezTo>
                  <a:lnTo>
                    <a:pt x="126094"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 name="Google Shape;407;p48"/>
            <p:cNvSpPr/>
            <p:nvPr/>
          </p:nvSpPr>
          <p:spPr>
            <a:xfrm>
              <a:off x="1311697" y="4199118"/>
              <a:ext cx="117794" cy="75581"/>
            </a:xfrm>
            <a:custGeom>
              <a:avLst/>
              <a:gdLst/>
              <a:ahLst/>
              <a:cxnLst/>
              <a:rect l="l" t="t" r="r" b="b"/>
              <a:pathLst>
                <a:path w="117794" h="75581" extrusionOk="0">
                  <a:moveTo>
                    <a:pt x="117794" y="0"/>
                  </a:moveTo>
                  <a:cubicBezTo>
                    <a:pt x="117622" y="2021"/>
                    <a:pt x="117193" y="3998"/>
                    <a:pt x="116548" y="5890"/>
                  </a:cubicBezTo>
                  <a:cubicBezTo>
                    <a:pt x="115043" y="11178"/>
                    <a:pt x="112979" y="16251"/>
                    <a:pt x="110486" y="21152"/>
                  </a:cubicBezTo>
                  <a:cubicBezTo>
                    <a:pt x="102103" y="37359"/>
                    <a:pt x="89464" y="50944"/>
                    <a:pt x="73858" y="60402"/>
                  </a:cubicBezTo>
                  <a:cubicBezTo>
                    <a:pt x="58252" y="69774"/>
                    <a:pt x="40454" y="74976"/>
                    <a:pt x="22269" y="75535"/>
                  </a:cubicBezTo>
                  <a:cubicBezTo>
                    <a:pt x="16809" y="75707"/>
                    <a:pt x="11307" y="75406"/>
                    <a:pt x="5890" y="74675"/>
                  </a:cubicBezTo>
                  <a:cubicBezTo>
                    <a:pt x="3869" y="74503"/>
                    <a:pt x="1892" y="74073"/>
                    <a:pt x="0" y="73471"/>
                  </a:cubicBezTo>
                  <a:cubicBezTo>
                    <a:pt x="7394" y="73987"/>
                    <a:pt x="14832" y="74159"/>
                    <a:pt x="22226" y="73944"/>
                  </a:cubicBezTo>
                  <a:cubicBezTo>
                    <a:pt x="40067" y="72955"/>
                    <a:pt x="57393" y="67667"/>
                    <a:pt x="72740" y="58467"/>
                  </a:cubicBezTo>
                  <a:cubicBezTo>
                    <a:pt x="88002" y="49181"/>
                    <a:pt x="100512" y="36026"/>
                    <a:pt x="109110" y="20378"/>
                  </a:cubicBezTo>
                  <a:cubicBezTo>
                    <a:pt x="112464" y="13800"/>
                    <a:pt x="115344" y="6964"/>
                    <a:pt x="117794" y="0"/>
                  </a:cubicBezTo>
                  <a:lnTo>
                    <a:pt x="117794"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 name="Google Shape;408;p48"/>
            <p:cNvSpPr/>
            <p:nvPr/>
          </p:nvSpPr>
          <p:spPr>
            <a:xfrm>
              <a:off x="1303743" y="4145797"/>
              <a:ext cx="105456" cy="25094"/>
            </a:xfrm>
            <a:custGeom>
              <a:avLst/>
              <a:gdLst/>
              <a:ahLst/>
              <a:cxnLst/>
              <a:rect l="l" t="t" r="r" b="b"/>
              <a:pathLst>
                <a:path w="105456" h="25094" extrusionOk="0">
                  <a:moveTo>
                    <a:pt x="0" y="10546"/>
                  </a:moveTo>
                  <a:cubicBezTo>
                    <a:pt x="1161" y="9643"/>
                    <a:pt x="2493" y="8869"/>
                    <a:pt x="3869" y="8310"/>
                  </a:cubicBezTo>
                  <a:cubicBezTo>
                    <a:pt x="5417" y="7493"/>
                    <a:pt x="7008" y="6763"/>
                    <a:pt x="8641" y="6161"/>
                  </a:cubicBezTo>
                  <a:cubicBezTo>
                    <a:pt x="10791" y="5258"/>
                    <a:pt x="12983" y="4484"/>
                    <a:pt x="15219" y="3839"/>
                  </a:cubicBezTo>
                  <a:cubicBezTo>
                    <a:pt x="21022" y="2120"/>
                    <a:pt x="26955" y="959"/>
                    <a:pt x="32974" y="400"/>
                  </a:cubicBezTo>
                  <a:cubicBezTo>
                    <a:pt x="40368" y="-245"/>
                    <a:pt x="47763" y="-116"/>
                    <a:pt x="55114" y="830"/>
                  </a:cubicBezTo>
                  <a:cubicBezTo>
                    <a:pt x="62465" y="1862"/>
                    <a:pt x="69645" y="3667"/>
                    <a:pt x="76609" y="6204"/>
                  </a:cubicBezTo>
                  <a:cubicBezTo>
                    <a:pt x="82241" y="8353"/>
                    <a:pt x="87658" y="11105"/>
                    <a:pt x="92774" y="14372"/>
                  </a:cubicBezTo>
                  <a:cubicBezTo>
                    <a:pt x="94751" y="15619"/>
                    <a:pt x="96600" y="16951"/>
                    <a:pt x="98406" y="18413"/>
                  </a:cubicBezTo>
                  <a:cubicBezTo>
                    <a:pt x="99824" y="19445"/>
                    <a:pt x="101157" y="20563"/>
                    <a:pt x="102404" y="21809"/>
                  </a:cubicBezTo>
                  <a:cubicBezTo>
                    <a:pt x="103565" y="22755"/>
                    <a:pt x="104553" y="23873"/>
                    <a:pt x="105456" y="25077"/>
                  </a:cubicBezTo>
                  <a:cubicBezTo>
                    <a:pt x="105155" y="25420"/>
                    <a:pt x="100641" y="20777"/>
                    <a:pt x="91914" y="15705"/>
                  </a:cubicBezTo>
                  <a:cubicBezTo>
                    <a:pt x="86798" y="12695"/>
                    <a:pt x="81424" y="10159"/>
                    <a:pt x="75879" y="8138"/>
                  </a:cubicBezTo>
                  <a:cubicBezTo>
                    <a:pt x="69043" y="5817"/>
                    <a:pt x="61993" y="4097"/>
                    <a:pt x="54813" y="3065"/>
                  </a:cubicBezTo>
                  <a:cubicBezTo>
                    <a:pt x="47677" y="2163"/>
                    <a:pt x="40497" y="1948"/>
                    <a:pt x="33318" y="2421"/>
                  </a:cubicBezTo>
                  <a:cubicBezTo>
                    <a:pt x="27428" y="2893"/>
                    <a:pt x="21538" y="3882"/>
                    <a:pt x="15821" y="5387"/>
                  </a:cubicBezTo>
                  <a:cubicBezTo>
                    <a:pt x="5847" y="7966"/>
                    <a:pt x="430" y="10933"/>
                    <a:pt x="0" y="10546"/>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 name="Google Shape;409;p48"/>
            <p:cNvSpPr/>
            <p:nvPr/>
          </p:nvSpPr>
          <p:spPr>
            <a:xfrm>
              <a:off x="1283061" y="4043657"/>
              <a:ext cx="119650" cy="104696"/>
            </a:xfrm>
            <a:custGeom>
              <a:avLst/>
              <a:gdLst/>
              <a:ahLst/>
              <a:cxnLst/>
              <a:rect l="l" t="t" r="r" b="b"/>
              <a:pathLst>
                <a:path w="119650" h="104696" extrusionOk="0">
                  <a:moveTo>
                    <a:pt x="119647" y="104689"/>
                  </a:moveTo>
                  <a:cubicBezTo>
                    <a:pt x="119260" y="105162"/>
                    <a:pt x="92133" y="82119"/>
                    <a:pt x="59116" y="53101"/>
                  </a:cubicBezTo>
                  <a:cubicBezTo>
                    <a:pt x="26099" y="24082"/>
                    <a:pt x="-383" y="480"/>
                    <a:pt x="4" y="7"/>
                  </a:cubicBezTo>
                  <a:cubicBezTo>
                    <a:pt x="391" y="-466"/>
                    <a:pt x="27518" y="22620"/>
                    <a:pt x="60578" y="51596"/>
                  </a:cubicBezTo>
                  <a:cubicBezTo>
                    <a:pt x="93638" y="80572"/>
                    <a:pt x="119991" y="104260"/>
                    <a:pt x="119647" y="104689"/>
                  </a:cubicBez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 name="Google Shape;410;p48"/>
            <p:cNvSpPr/>
            <p:nvPr/>
          </p:nvSpPr>
          <p:spPr>
            <a:xfrm>
              <a:off x="1526564" y="4084849"/>
              <a:ext cx="20549" cy="16422"/>
            </a:xfrm>
            <a:custGeom>
              <a:avLst/>
              <a:gdLst/>
              <a:ahLst/>
              <a:cxnLst/>
              <a:rect l="l" t="t" r="r" b="b"/>
              <a:pathLst>
                <a:path w="20549" h="16422" extrusionOk="0">
                  <a:moveTo>
                    <a:pt x="0" y="16422"/>
                  </a:moveTo>
                  <a:cubicBezTo>
                    <a:pt x="2064" y="12381"/>
                    <a:pt x="5116" y="8942"/>
                    <a:pt x="8856" y="6449"/>
                  </a:cubicBezTo>
                  <a:cubicBezTo>
                    <a:pt x="12123" y="3310"/>
                    <a:pt x="16164" y="1118"/>
                    <a:pt x="20550" y="0"/>
                  </a:cubicBezTo>
                  <a:cubicBezTo>
                    <a:pt x="17325" y="3009"/>
                    <a:pt x="13886" y="5718"/>
                    <a:pt x="10232" y="8168"/>
                  </a:cubicBezTo>
                  <a:cubicBezTo>
                    <a:pt x="7050" y="11177"/>
                    <a:pt x="3611" y="13929"/>
                    <a:pt x="0" y="16422"/>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 name="Google Shape;411;p48"/>
            <p:cNvSpPr/>
            <p:nvPr/>
          </p:nvSpPr>
          <p:spPr>
            <a:xfrm>
              <a:off x="1400136" y="3893454"/>
              <a:ext cx="260903" cy="232020"/>
            </a:xfrm>
            <a:custGeom>
              <a:avLst/>
              <a:gdLst/>
              <a:ahLst/>
              <a:cxnLst/>
              <a:rect l="l" t="t" r="r" b="b"/>
              <a:pathLst>
                <a:path w="260903" h="232020" extrusionOk="0">
                  <a:moveTo>
                    <a:pt x="5711" y="232021"/>
                  </a:moveTo>
                  <a:cubicBezTo>
                    <a:pt x="5496" y="231763"/>
                    <a:pt x="5324" y="231462"/>
                    <a:pt x="5152" y="231161"/>
                  </a:cubicBezTo>
                  <a:cubicBezTo>
                    <a:pt x="4765" y="230430"/>
                    <a:pt x="4292" y="229570"/>
                    <a:pt x="3690" y="228538"/>
                  </a:cubicBezTo>
                  <a:cubicBezTo>
                    <a:pt x="2014" y="225056"/>
                    <a:pt x="896" y="221359"/>
                    <a:pt x="337" y="217533"/>
                  </a:cubicBezTo>
                  <a:cubicBezTo>
                    <a:pt x="-1254" y="203217"/>
                    <a:pt x="2830" y="188901"/>
                    <a:pt x="11686" y="177551"/>
                  </a:cubicBezTo>
                  <a:cubicBezTo>
                    <a:pt x="14481" y="173768"/>
                    <a:pt x="17705" y="170286"/>
                    <a:pt x="21273" y="167191"/>
                  </a:cubicBezTo>
                  <a:cubicBezTo>
                    <a:pt x="25186" y="163923"/>
                    <a:pt x="29442" y="161043"/>
                    <a:pt x="33913" y="158593"/>
                  </a:cubicBezTo>
                  <a:cubicBezTo>
                    <a:pt x="43886" y="153391"/>
                    <a:pt x="54591" y="149694"/>
                    <a:pt x="65640" y="147673"/>
                  </a:cubicBezTo>
                  <a:cubicBezTo>
                    <a:pt x="88898" y="142815"/>
                    <a:pt x="115079" y="143976"/>
                    <a:pt x="141733" y="140021"/>
                  </a:cubicBezTo>
                  <a:cubicBezTo>
                    <a:pt x="154759" y="138301"/>
                    <a:pt x="167442" y="134389"/>
                    <a:pt x="179178" y="128456"/>
                  </a:cubicBezTo>
                  <a:cubicBezTo>
                    <a:pt x="189926" y="122609"/>
                    <a:pt x="199599" y="115086"/>
                    <a:pt x="207896" y="106101"/>
                  </a:cubicBezTo>
                  <a:cubicBezTo>
                    <a:pt x="221954" y="90839"/>
                    <a:pt x="233217" y="73170"/>
                    <a:pt x="241171" y="53996"/>
                  </a:cubicBezTo>
                  <a:cubicBezTo>
                    <a:pt x="248221" y="37703"/>
                    <a:pt x="252649" y="23903"/>
                    <a:pt x="255873" y="14617"/>
                  </a:cubicBezTo>
                  <a:lnTo>
                    <a:pt x="259528" y="3740"/>
                  </a:lnTo>
                  <a:lnTo>
                    <a:pt x="260516" y="946"/>
                  </a:lnTo>
                  <a:cubicBezTo>
                    <a:pt x="260602" y="602"/>
                    <a:pt x="260731" y="301"/>
                    <a:pt x="260903" y="0"/>
                  </a:cubicBezTo>
                  <a:lnTo>
                    <a:pt x="260903" y="989"/>
                  </a:lnTo>
                  <a:lnTo>
                    <a:pt x="260130" y="3869"/>
                  </a:lnTo>
                  <a:lnTo>
                    <a:pt x="256561" y="15047"/>
                  </a:lnTo>
                  <a:cubicBezTo>
                    <a:pt x="252563" y="28546"/>
                    <a:pt x="247877" y="41787"/>
                    <a:pt x="242503" y="54770"/>
                  </a:cubicBezTo>
                  <a:cubicBezTo>
                    <a:pt x="234679" y="74245"/>
                    <a:pt x="223416" y="92172"/>
                    <a:pt x="209272" y="107692"/>
                  </a:cubicBezTo>
                  <a:cubicBezTo>
                    <a:pt x="200802" y="116806"/>
                    <a:pt x="190915" y="124501"/>
                    <a:pt x="179952" y="130391"/>
                  </a:cubicBezTo>
                  <a:cubicBezTo>
                    <a:pt x="168044" y="136452"/>
                    <a:pt x="155189" y="140493"/>
                    <a:pt x="141948" y="142256"/>
                  </a:cubicBezTo>
                  <a:cubicBezTo>
                    <a:pt x="114950" y="146297"/>
                    <a:pt x="88898" y="145007"/>
                    <a:pt x="65898" y="149737"/>
                  </a:cubicBezTo>
                  <a:cubicBezTo>
                    <a:pt x="42898" y="154465"/>
                    <a:pt x="23165" y="164052"/>
                    <a:pt x="12804" y="178497"/>
                  </a:cubicBezTo>
                  <a:cubicBezTo>
                    <a:pt x="4120" y="189417"/>
                    <a:pt x="-93" y="203260"/>
                    <a:pt x="1111" y="217189"/>
                  </a:cubicBezTo>
                  <a:cubicBezTo>
                    <a:pt x="1842" y="222348"/>
                    <a:pt x="3389" y="227335"/>
                    <a:pt x="5711" y="232021"/>
                  </a:cubicBezTo>
                  <a:lnTo>
                    <a:pt x="5711" y="232021"/>
                  </a:lnTo>
                  <a:close/>
                </a:path>
              </a:pathLst>
            </a:custGeom>
            <a:solidFill>
              <a:srgbClr val="FAFAF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2" name="Google Shape;412;p48"/>
            <p:cNvSpPr/>
            <p:nvPr/>
          </p:nvSpPr>
          <p:spPr>
            <a:xfrm>
              <a:off x="1272336" y="4120824"/>
              <a:ext cx="160809" cy="237806"/>
            </a:xfrm>
            <a:custGeom>
              <a:avLst/>
              <a:gdLst/>
              <a:ahLst/>
              <a:cxnLst/>
              <a:rect l="l" t="t" r="r" b="b"/>
              <a:pathLst>
                <a:path w="160809" h="237806" extrusionOk="0">
                  <a:moveTo>
                    <a:pt x="160809" y="175410"/>
                  </a:moveTo>
                  <a:cubicBezTo>
                    <a:pt x="159906" y="181343"/>
                    <a:pt x="158187" y="187147"/>
                    <a:pt x="155650" y="192606"/>
                  </a:cubicBezTo>
                  <a:cubicBezTo>
                    <a:pt x="152727" y="199184"/>
                    <a:pt x="148987" y="205332"/>
                    <a:pt x="144430" y="210877"/>
                  </a:cubicBezTo>
                  <a:cubicBezTo>
                    <a:pt x="138411" y="218315"/>
                    <a:pt x="131017" y="224505"/>
                    <a:pt x="122677" y="229192"/>
                  </a:cubicBezTo>
                  <a:cubicBezTo>
                    <a:pt x="112445" y="234737"/>
                    <a:pt x="101009" y="237704"/>
                    <a:pt x="89402" y="237790"/>
                  </a:cubicBezTo>
                  <a:cubicBezTo>
                    <a:pt x="75989" y="238091"/>
                    <a:pt x="62791" y="234221"/>
                    <a:pt x="51656" y="226741"/>
                  </a:cubicBezTo>
                  <a:cubicBezTo>
                    <a:pt x="39404" y="218272"/>
                    <a:pt x="30548" y="205719"/>
                    <a:pt x="26635" y="191360"/>
                  </a:cubicBezTo>
                  <a:cubicBezTo>
                    <a:pt x="24529" y="183793"/>
                    <a:pt x="24099" y="175840"/>
                    <a:pt x="25346" y="168102"/>
                  </a:cubicBezTo>
                  <a:cubicBezTo>
                    <a:pt x="26721" y="160106"/>
                    <a:pt x="29774" y="152539"/>
                    <a:pt x="34331" y="145833"/>
                  </a:cubicBezTo>
                  <a:cubicBezTo>
                    <a:pt x="41768" y="134569"/>
                    <a:pt x="53161" y="126487"/>
                    <a:pt x="66273" y="123219"/>
                  </a:cubicBezTo>
                  <a:lnTo>
                    <a:pt x="66273" y="125369"/>
                  </a:lnTo>
                  <a:cubicBezTo>
                    <a:pt x="52989" y="123306"/>
                    <a:pt x="40349" y="118190"/>
                    <a:pt x="29387" y="110365"/>
                  </a:cubicBezTo>
                  <a:cubicBezTo>
                    <a:pt x="19241" y="103186"/>
                    <a:pt x="11116" y="93470"/>
                    <a:pt x="5914" y="82206"/>
                  </a:cubicBezTo>
                  <a:cubicBezTo>
                    <a:pt x="1314" y="72061"/>
                    <a:pt x="-664" y="60926"/>
                    <a:pt x="196" y="49834"/>
                  </a:cubicBezTo>
                  <a:cubicBezTo>
                    <a:pt x="927" y="40248"/>
                    <a:pt x="4108" y="31004"/>
                    <a:pt x="9525" y="23051"/>
                  </a:cubicBezTo>
                  <a:cubicBezTo>
                    <a:pt x="14082" y="16603"/>
                    <a:pt x="19929" y="11186"/>
                    <a:pt x="26721" y="7145"/>
                  </a:cubicBezTo>
                  <a:cubicBezTo>
                    <a:pt x="31751" y="4178"/>
                    <a:pt x="37254" y="2029"/>
                    <a:pt x="43015" y="868"/>
                  </a:cubicBezTo>
                  <a:cubicBezTo>
                    <a:pt x="46626" y="137"/>
                    <a:pt x="50280" y="-121"/>
                    <a:pt x="53935" y="51"/>
                  </a:cubicBezTo>
                  <a:lnTo>
                    <a:pt x="56729" y="352"/>
                  </a:lnTo>
                  <a:cubicBezTo>
                    <a:pt x="57030" y="309"/>
                    <a:pt x="57374" y="309"/>
                    <a:pt x="57675" y="352"/>
                  </a:cubicBezTo>
                  <a:cubicBezTo>
                    <a:pt x="52817" y="94"/>
                    <a:pt x="47916" y="481"/>
                    <a:pt x="43144" y="1470"/>
                  </a:cubicBezTo>
                  <a:cubicBezTo>
                    <a:pt x="37555" y="2760"/>
                    <a:pt x="32224" y="4952"/>
                    <a:pt x="27323" y="7961"/>
                  </a:cubicBezTo>
                  <a:cubicBezTo>
                    <a:pt x="20789" y="12003"/>
                    <a:pt x="15200" y="17376"/>
                    <a:pt x="10901" y="23696"/>
                  </a:cubicBezTo>
                  <a:cubicBezTo>
                    <a:pt x="5742" y="31478"/>
                    <a:pt x="2690" y="40462"/>
                    <a:pt x="2088" y="49791"/>
                  </a:cubicBezTo>
                  <a:cubicBezTo>
                    <a:pt x="1357" y="60582"/>
                    <a:pt x="3334" y="71373"/>
                    <a:pt x="7848" y="81217"/>
                  </a:cubicBezTo>
                  <a:cubicBezTo>
                    <a:pt x="12964" y="92137"/>
                    <a:pt x="20875" y="101552"/>
                    <a:pt x="30763" y="108474"/>
                  </a:cubicBezTo>
                  <a:cubicBezTo>
                    <a:pt x="41510" y="116040"/>
                    <a:pt x="53806" y="121027"/>
                    <a:pt x="66789" y="123048"/>
                  </a:cubicBezTo>
                  <a:lnTo>
                    <a:pt x="72335" y="123907"/>
                  </a:lnTo>
                  <a:lnTo>
                    <a:pt x="66875" y="125197"/>
                  </a:lnTo>
                  <a:cubicBezTo>
                    <a:pt x="54321" y="128335"/>
                    <a:pt x="43359" y="136117"/>
                    <a:pt x="36265" y="146950"/>
                  </a:cubicBezTo>
                  <a:cubicBezTo>
                    <a:pt x="31880" y="153399"/>
                    <a:pt x="28957" y="160750"/>
                    <a:pt x="27667" y="168446"/>
                  </a:cubicBezTo>
                  <a:cubicBezTo>
                    <a:pt x="26506" y="175883"/>
                    <a:pt x="26893" y="183535"/>
                    <a:pt x="28871" y="190801"/>
                  </a:cubicBezTo>
                  <a:cubicBezTo>
                    <a:pt x="32611" y="204773"/>
                    <a:pt x="41123" y="216939"/>
                    <a:pt x="52989" y="225193"/>
                  </a:cubicBezTo>
                  <a:cubicBezTo>
                    <a:pt x="63779" y="232502"/>
                    <a:pt x="76505" y="236285"/>
                    <a:pt x="89531" y="236070"/>
                  </a:cubicBezTo>
                  <a:cubicBezTo>
                    <a:pt x="100880" y="236070"/>
                    <a:pt x="112058" y="233190"/>
                    <a:pt x="122075" y="227859"/>
                  </a:cubicBezTo>
                  <a:cubicBezTo>
                    <a:pt x="130286" y="223388"/>
                    <a:pt x="137594" y="217369"/>
                    <a:pt x="143570" y="210190"/>
                  </a:cubicBezTo>
                  <a:cubicBezTo>
                    <a:pt x="148127" y="204773"/>
                    <a:pt x="151996" y="198754"/>
                    <a:pt x="155006" y="192349"/>
                  </a:cubicBezTo>
                  <a:cubicBezTo>
                    <a:pt x="156897" y="188264"/>
                    <a:pt x="158488" y="184094"/>
                    <a:pt x="159778" y="179795"/>
                  </a:cubicBezTo>
                  <a:cubicBezTo>
                    <a:pt x="160164" y="178420"/>
                    <a:pt x="160465" y="177302"/>
                    <a:pt x="160680" y="176399"/>
                  </a:cubicBezTo>
                  <a:lnTo>
                    <a:pt x="160809" y="175410"/>
                  </a:lnTo>
                  <a:lnTo>
                    <a:pt x="160809" y="17541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 name="Google Shape;413;p48"/>
            <p:cNvSpPr/>
            <p:nvPr/>
          </p:nvSpPr>
          <p:spPr>
            <a:xfrm>
              <a:off x="1360158" y="3878666"/>
              <a:ext cx="281449" cy="231633"/>
            </a:xfrm>
            <a:custGeom>
              <a:avLst/>
              <a:gdLst/>
              <a:ahLst/>
              <a:cxnLst/>
              <a:rect l="l" t="t" r="r" b="b"/>
              <a:pathLst>
                <a:path w="281449" h="231633" extrusionOk="0">
                  <a:moveTo>
                    <a:pt x="47666" y="231634"/>
                  </a:moveTo>
                  <a:cubicBezTo>
                    <a:pt x="47322" y="231548"/>
                    <a:pt x="46935" y="231376"/>
                    <a:pt x="46634" y="231161"/>
                  </a:cubicBezTo>
                  <a:lnTo>
                    <a:pt x="43625" y="229570"/>
                  </a:lnTo>
                  <a:cubicBezTo>
                    <a:pt x="39842" y="227421"/>
                    <a:pt x="36273" y="224970"/>
                    <a:pt x="32920" y="222219"/>
                  </a:cubicBezTo>
                  <a:cubicBezTo>
                    <a:pt x="20410" y="212030"/>
                    <a:pt x="10909" y="198660"/>
                    <a:pt x="5320" y="183527"/>
                  </a:cubicBezTo>
                  <a:cubicBezTo>
                    <a:pt x="-7964" y="146727"/>
                    <a:pt x="4202" y="105542"/>
                    <a:pt x="35414" y="81897"/>
                  </a:cubicBezTo>
                  <a:cubicBezTo>
                    <a:pt x="47580" y="72955"/>
                    <a:pt x="61251" y="66249"/>
                    <a:pt x="75782" y="62122"/>
                  </a:cubicBezTo>
                  <a:cubicBezTo>
                    <a:pt x="90313" y="58037"/>
                    <a:pt x="105231" y="55372"/>
                    <a:pt x="120277" y="54254"/>
                  </a:cubicBezTo>
                  <a:cubicBezTo>
                    <a:pt x="134722" y="52878"/>
                    <a:pt x="148651" y="52234"/>
                    <a:pt x="161892" y="51331"/>
                  </a:cubicBezTo>
                  <a:cubicBezTo>
                    <a:pt x="174445" y="50557"/>
                    <a:pt x="186913" y="49095"/>
                    <a:pt x="199294" y="47032"/>
                  </a:cubicBezTo>
                  <a:cubicBezTo>
                    <a:pt x="210042" y="45183"/>
                    <a:pt x="220617" y="42303"/>
                    <a:pt x="230806" y="38434"/>
                  </a:cubicBezTo>
                  <a:cubicBezTo>
                    <a:pt x="245638" y="32974"/>
                    <a:pt x="259137" y="24462"/>
                    <a:pt x="270444" y="13456"/>
                  </a:cubicBezTo>
                  <a:cubicBezTo>
                    <a:pt x="273410" y="10361"/>
                    <a:pt x="276204" y="7094"/>
                    <a:pt x="278741" y="3611"/>
                  </a:cubicBezTo>
                  <a:lnTo>
                    <a:pt x="280718" y="903"/>
                  </a:lnTo>
                  <a:cubicBezTo>
                    <a:pt x="280933" y="559"/>
                    <a:pt x="281148" y="258"/>
                    <a:pt x="281449" y="0"/>
                  </a:cubicBezTo>
                  <a:cubicBezTo>
                    <a:pt x="278612" y="5116"/>
                    <a:pt x="275130" y="9845"/>
                    <a:pt x="271046" y="14058"/>
                  </a:cubicBezTo>
                  <a:cubicBezTo>
                    <a:pt x="259825" y="25450"/>
                    <a:pt x="246240" y="34263"/>
                    <a:pt x="231236" y="39852"/>
                  </a:cubicBezTo>
                  <a:cubicBezTo>
                    <a:pt x="220961" y="43851"/>
                    <a:pt x="210300" y="46817"/>
                    <a:pt x="199466" y="48752"/>
                  </a:cubicBezTo>
                  <a:cubicBezTo>
                    <a:pt x="187042" y="50858"/>
                    <a:pt x="174489" y="52277"/>
                    <a:pt x="161892" y="53051"/>
                  </a:cubicBezTo>
                  <a:cubicBezTo>
                    <a:pt x="135453" y="55157"/>
                    <a:pt x="106004" y="55372"/>
                    <a:pt x="76556" y="64099"/>
                  </a:cubicBezTo>
                  <a:cubicBezTo>
                    <a:pt x="62283" y="68140"/>
                    <a:pt x="48870" y="74718"/>
                    <a:pt x="36875" y="83445"/>
                  </a:cubicBezTo>
                  <a:cubicBezTo>
                    <a:pt x="6309" y="106531"/>
                    <a:pt x="-5857" y="146684"/>
                    <a:pt x="6782" y="182839"/>
                  </a:cubicBezTo>
                  <a:cubicBezTo>
                    <a:pt x="12156" y="197714"/>
                    <a:pt x="21356" y="210955"/>
                    <a:pt x="33436" y="221187"/>
                  </a:cubicBezTo>
                  <a:cubicBezTo>
                    <a:pt x="36703" y="223981"/>
                    <a:pt x="40186" y="226561"/>
                    <a:pt x="43840" y="228839"/>
                  </a:cubicBezTo>
                  <a:lnTo>
                    <a:pt x="46677" y="230602"/>
                  </a:lnTo>
                  <a:cubicBezTo>
                    <a:pt x="47064" y="230903"/>
                    <a:pt x="47365" y="231247"/>
                    <a:pt x="47666" y="231634"/>
                  </a:cubicBezTo>
                  <a:lnTo>
                    <a:pt x="47666" y="23163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4" name="Google Shape;414;p48"/>
            <p:cNvSpPr/>
            <p:nvPr/>
          </p:nvSpPr>
          <p:spPr>
            <a:xfrm>
              <a:off x="1796675" y="3839931"/>
              <a:ext cx="122921" cy="243192"/>
            </a:xfrm>
            <a:custGeom>
              <a:avLst/>
              <a:gdLst/>
              <a:ahLst/>
              <a:cxnLst/>
              <a:rect l="l" t="t" r="r" b="b"/>
              <a:pathLst>
                <a:path w="122921" h="243192" extrusionOk="0">
                  <a:moveTo>
                    <a:pt x="90237" y="206957"/>
                  </a:moveTo>
                  <a:cubicBezTo>
                    <a:pt x="89249" y="208161"/>
                    <a:pt x="87787" y="208849"/>
                    <a:pt x="86239" y="208935"/>
                  </a:cubicBezTo>
                  <a:cubicBezTo>
                    <a:pt x="81682" y="209021"/>
                    <a:pt x="77512" y="206312"/>
                    <a:pt x="75750" y="202099"/>
                  </a:cubicBezTo>
                  <a:cubicBezTo>
                    <a:pt x="74417" y="199047"/>
                    <a:pt x="74632" y="195565"/>
                    <a:pt x="76351" y="192727"/>
                  </a:cubicBezTo>
                  <a:cubicBezTo>
                    <a:pt x="78329" y="189417"/>
                    <a:pt x="81338" y="186881"/>
                    <a:pt x="84950" y="185462"/>
                  </a:cubicBezTo>
                  <a:cubicBezTo>
                    <a:pt x="93849" y="182238"/>
                    <a:pt x="103779" y="183871"/>
                    <a:pt x="111217" y="189761"/>
                  </a:cubicBezTo>
                  <a:cubicBezTo>
                    <a:pt x="115602" y="192942"/>
                    <a:pt x="118998" y="197327"/>
                    <a:pt x="120976" y="202357"/>
                  </a:cubicBezTo>
                  <a:cubicBezTo>
                    <a:pt x="123082" y="207860"/>
                    <a:pt x="123469" y="213836"/>
                    <a:pt x="122179" y="219553"/>
                  </a:cubicBezTo>
                  <a:cubicBezTo>
                    <a:pt x="120847" y="225744"/>
                    <a:pt x="117493" y="231333"/>
                    <a:pt x="112636" y="235417"/>
                  </a:cubicBezTo>
                  <a:cubicBezTo>
                    <a:pt x="107477" y="239673"/>
                    <a:pt x="101200" y="242338"/>
                    <a:pt x="94536" y="243069"/>
                  </a:cubicBezTo>
                  <a:cubicBezTo>
                    <a:pt x="80178" y="244101"/>
                    <a:pt x="66077" y="238598"/>
                    <a:pt x="56275" y="228022"/>
                  </a:cubicBezTo>
                  <a:cubicBezTo>
                    <a:pt x="50944" y="222735"/>
                    <a:pt x="46774" y="216415"/>
                    <a:pt x="44022" y="209408"/>
                  </a:cubicBezTo>
                  <a:cubicBezTo>
                    <a:pt x="41228" y="202142"/>
                    <a:pt x="40497" y="194232"/>
                    <a:pt x="41873" y="186580"/>
                  </a:cubicBezTo>
                  <a:cubicBezTo>
                    <a:pt x="43378" y="179099"/>
                    <a:pt x="45699" y="171791"/>
                    <a:pt x="48837" y="164826"/>
                  </a:cubicBezTo>
                  <a:cubicBezTo>
                    <a:pt x="51718" y="157948"/>
                    <a:pt x="54383" y="151155"/>
                    <a:pt x="56619" y="144363"/>
                  </a:cubicBezTo>
                  <a:cubicBezTo>
                    <a:pt x="61090" y="131293"/>
                    <a:pt x="63970" y="117795"/>
                    <a:pt x="65217" y="104037"/>
                  </a:cubicBezTo>
                  <a:cubicBezTo>
                    <a:pt x="66378" y="91656"/>
                    <a:pt x="65604" y="79146"/>
                    <a:pt x="62981" y="66980"/>
                  </a:cubicBezTo>
                  <a:cubicBezTo>
                    <a:pt x="60617" y="56318"/>
                    <a:pt x="56490" y="46129"/>
                    <a:pt x="50729" y="36886"/>
                  </a:cubicBezTo>
                  <a:cubicBezTo>
                    <a:pt x="42432" y="23430"/>
                    <a:pt x="30523" y="12553"/>
                    <a:pt x="16336" y="5503"/>
                  </a:cubicBezTo>
                  <a:cubicBezTo>
                    <a:pt x="12467" y="3740"/>
                    <a:pt x="8469" y="2321"/>
                    <a:pt x="4342" y="1204"/>
                  </a:cubicBezTo>
                  <a:lnTo>
                    <a:pt x="1075" y="387"/>
                  </a:lnTo>
                  <a:cubicBezTo>
                    <a:pt x="688" y="301"/>
                    <a:pt x="344" y="172"/>
                    <a:pt x="0" y="0"/>
                  </a:cubicBezTo>
                  <a:lnTo>
                    <a:pt x="1118" y="0"/>
                  </a:lnTo>
                  <a:lnTo>
                    <a:pt x="4428" y="602"/>
                  </a:lnTo>
                  <a:cubicBezTo>
                    <a:pt x="8641" y="1548"/>
                    <a:pt x="12768" y="2923"/>
                    <a:pt x="16723" y="4686"/>
                  </a:cubicBezTo>
                  <a:cubicBezTo>
                    <a:pt x="31211" y="11565"/>
                    <a:pt x="43421" y="22441"/>
                    <a:pt x="51933" y="36069"/>
                  </a:cubicBezTo>
                  <a:cubicBezTo>
                    <a:pt x="57908" y="45312"/>
                    <a:pt x="62293" y="55458"/>
                    <a:pt x="64830" y="66163"/>
                  </a:cubicBezTo>
                  <a:cubicBezTo>
                    <a:pt x="67581" y="78501"/>
                    <a:pt x="68441" y="91226"/>
                    <a:pt x="67323" y="103823"/>
                  </a:cubicBezTo>
                  <a:cubicBezTo>
                    <a:pt x="66120" y="117752"/>
                    <a:pt x="63239" y="131466"/>
                    <a:pt x="58725" y="144664"/>
                  </a:cubicBezTo>
                  <a:cubicBezTo>
                    <a:pt x="56490" y="151542"/>
                    <a:pt x="53781" y="158421"/>
                    <a:pt x="50901" y="165256"/>
                  </a:cubicBezTo>
                  <a:cubicBezTo>
                    <a:pt x="47849" y="172135"/>
                    <a:pt x="45570" y="179357"/>
                    <a:pt x="44108" y="186751"/>
                  </a:cubicBezTo>
                  <a:cubicBezTo>
                    <a:pt x="42819" y="193974"/>
                    <a:pt x="43550" y="201411"/>
                    <a:pt x="46172" y="208247"/>
                  </a:cubicBezTo>
                  <a:cubicBezTo>
                    <a:pt x="48751" y="214953"/>
                    <a:pt x="52750" y="221058"/>
                    <a:pt x="57908" y="226131"/>
                  </a:cubicBezTo>
                  <a:cubicBezTo>
                    <a:pt x="67237" y="236234"/>
                    <a:pt x="80608" y="241608"/>
                    <a:pt x="94322" y="240705"/>
                  </a:cubicBezTo>
                  <a:cubicBezTo>
                    <a:pt x="100641" y="240060"/>
                    <a:pt x="106617" y="237566"/>
                    <a:pt x="111518" y="233568"/>
                  </a:cubicBezTo>
                  <a:cubicBezTo>
                    <a:pt x="116075" y="229785"/>
                    <a:pt x="119256" y="224626"/>
                    <a:pt x="120546" y="218823"/>
                  </a:cubicBezTo>
                  <a:cubicBezTo>
                    <a:pt x="121793" y="213406"/>
                    <a:pt x="121449" y="207774"/>
                    <a:pt x="119557" y="202572"/>
                  </a:cubicBezTo>
                  <a:cubicBezTo>
                    <a:pt x="117708" y="197800"/>
                    <a:pt x="114527" y="193630"/>
                    <a:pt x="110443" y="190578"/>
                  </a:cubicBezTo>
                  <a:cubicBezTo>
                    <a:pt x="103479" y="184903"/>
                    <a:pt x="94064" y="183269"/>
                    <a:pt x="85594" y="186279"/>
                  </a:cubicBezTo>
                  <a:cubicBezTo>
                    <a:pt x="82241" y="187525"/>
                    <a:pt x="79361" y="189847"/>
                    <a:pt x="77469" y="192899"/>
                  </a:cubicBezTo>
                  <a:cubicBezTo>
                    <a:pt x="75793" y="195479"/>
                    <a:pt x="75535" y="198660"/>
                    <a:pt x="76695" y="201497"/>
                  </a:cubicBezTo>
                  <a:cubicBezTo>
                    <a:pt x="78286" y="205452"/>
                    <a:pt x="82112" y="208118"/>
                    <a:pt x="86368" y="208204"/>
                  </a:cubicBezTo>
                  <a:cubicBezTo>
                    <a:pt x="87744" y="208161"/>
                    <a:pt x="89077" y="207731"/>
                    <a:pt x="90237" y="206957"/>
                  </a:cubicBezTo>
                  <a:lnTo>
                    <a:pt x="90237" y="20695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5" name="Google Shape;415;p48"/>
            <p:cNvSpPr/>
            <p:nvPr/>
          </p:nvSpPr>
          <p:spPr>
            <a:xfrm>
              <a:off x="1849366" y="4879206"/>
              <a:ext cx="188074" cy="149497"/>
            </a:xfrm>
            <a:custGeom>
              <a:avLst/>
              <a:gdLst/>
              <a:ahLst/>
              <a:cxnLst/>
              <a:rect l="l" t="t" r="r" b="b"/>
              <a:pathLst>
                <a:path w="188074" h="149497" extrusionOk="0">
                  <a:moveTo>
                    <a:pt x="10118" y="140647"/>
                  </a:moveTo>
                  <a:cubicBezTo>
                    <a:pt x="31011" y="134757"/>
                    <a:pt x="52679" y="153544"/>
                    <a:pt x="73873" y="148686"/>
                  </a:cubicBezTo>
                  <a:cubicBezTo>
                    <a:pt x="86770" y="145677"/>
                    <a:pt x="96486" y="134155"/>
                    <a:pt x="102333" y="122075"/>
                  </a:cubicBezTo>
                  <a:cubicBezTo>
                    <a:pt x="108180" y="109995"/>
                    <a:pt x="111318" y="96667"/>
                    <a:pt x="117509" y="84716"/>
                  </a:cubicBezTo>
                  <a:cubicBezTo>
                    <a:pt x="123699" y="72765"/>
                    <a:pt x="134017" y="61802"/>
                    <a:pt x="147344" y="59954"/>
                  </a:cubicBezTo>
                  <a:cubicBezTo>
                    <a:pt x="159554" y="58320"/>
                    <a:pt x="174041" y="64038"/>
                    <a:pt x="183113" y="55654"/>
                  </a:cubicBezTo>
                  <a:cubicBezTo>
                    <a:pt x="190120" y="49206"/>
                    <a:pt x="189174" y="37255"/>
                    <a:pt x="183585" y="29559"/>
                  </a:cubicBezTo>
                  <a:cubicBezTo>
                    <a:pt x="177997" y="21864"/>
                    <a:pt x="169141" y="17350"/>
                    <a:pt x="160585" y="13137"/>
                  </a:cubicBezTo>
                  <a:cubicBezTo>
                    <a:pt x="151213" y="8021"/>
                    <a:pt x="141240" y="4066"/>
                    <a:pt x="130879" y="1357"/>
                  </a:cubicBezTo>
                  <a:cubicBezTo>
                    <a:pt x="120432" y="-1308"/>
                    <a:pt x="109341" y="-19"/>
                    <a:pt x="99797" y="4969"/>
                  </a:cubicBezTo>
                  <a:cubicBezTo>
                    <a:pt x="81912" y="15372"/>
                    <a:pt x="78301" y="38974"/>
                    <a:pt x="73099" y="59008"/>
                  </a:cubicBezTo>
                  <a:cubicBezTo>
                    <a:pt x="69918" y="73109"/>
                    <a:pt x="63942" y="86436"/>
                    <a:pt x="55559" y="98172"/>
                  </a:cubicBezTo>
                  <a:cubicBezTo>
                    <a:pt x="47047" y="109952"/>
                    <a:pt x="34408" y="118120"/>
                    <a:pt x="20135" y="121043"/>
                  </a:cubicBezTo>
                  <a:cubicBezTo>
                    <a:pt x="14632" y="121258"/>
                    <a:pt x="9258" y="122634"/>
                    <a:pt x="4357" y="125085"/>
                  </a:cubicBezTo>
                  <a:cubicBezTo>
                    <a:pt x="-157" y="128180"/>
                    <a:pt x="-1919" y="135918"/>
                    <a:pt x="2767" y="138799"/>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6" name="Google Shape;416;p48"/>
            <p:cNvSpPr/>
            <p:nvPr/>
          </p:nvSpPr>
          <p:spPr>
            <a:xfrm>
              <a:off x="1750589" y="4761006"/>
              <a:ext cx="318820" cy="276860"/>
            </a:xfrm>
            <a:custGeom>
              <a:avLst/>
              <a:gdLst/>
              <a:ahLst/>
              <a:cxnLst/>
              <a:rect l="l" t="t" r="r" b="b"/>
              <a:pathLst>
                <a:path w="318820" h="276860" extrusionOk="0">
                  <a:moveTo>
                    <a:pt x="0" y="181550"/>
                  </a:moveTo>
                  <a:lnTo>
                    <a:pt x="78329" y="154251"/>
                  </a:lnTo>
                  <a:lnTo>
                    <a:pt x="148533" y="44496"/>
                  </a:lnTo>
                  <a:cubicBezTo>
                    <a:pt x="155454" y="33662"/>
                    <a:pt x="166546" y="26181"/>
                    <a:pt x="179142" y="23774"/>
                  </a:cubicBezTo>
                  <a:lnTo>
                    <a:pt x="305062" y="0"/>
                  </a:lnTo>
                  <a:cubicBezTo>
                    <a:pt x="308372" y="9931"/>
                    <a:pt x="303729" y="20765"/>
                    <a:pt x="294271" y="25236"/>
                  </a:cubicBezTo>
                  <a:cubicBezTo>
                    <a:pt x="277462" y="34823"/>
                    <a:pt x="201841" y="52449"/>
                    <a:pt x="201841" y="52449"/>
                  </a:cubicBezTo>
                  <a:lnTo>
                    <a:pt x="318303" y="50471"/>
                  </a:lnTo>
                  <a:cubicBezTo>
                    <a:pt x="318303" y="50471"/>
                    <a:pt x="321871" y="67281"/>
                    <a:pt x="308673" y="73299"/>
                  </a:cubicBezTo>
                  <a:cubicBezTo>
                    <a:pt x="295475" y="79318"/>
                    <a:pt x="212503" y="82327"/>
                    <a:pt x="212503" y="82327"/>
                  </a:cubicBezTo>
                  <a:lnTo>
                    <a:pt x="318819" y="97460"/>
                  </a:lnTo>
                  <a:cubicBezTo>
                    <a:pt x="318819" y="97460"/>
                    <a:pt x="319421" y="114355"/>
                    <a:pt x="295131" y="114656"/>
                  </a:cubicBezTo>
                  <a:cubicBezTo>
                    <a:pt x="271228" y="114441"/>
                    <a:pt x="247325" y="113022"/>
                    <a:pt x="223551" y="110357"/>
                  </a:cubicBezTo>
                  <a:cubicBezTo>
                    <a:pt x="221488" y="110056"/>
                    <a:pt x="219596" y="111432"/>
                    <a:pt x="219252" y="113495"/>
                  </a:cubicBezTo>
                  <a:lnTo>
                    <a:pt x="219252" y="113495"/>
                  </a:lnTo>
                  <a:cubicBezTo>
                    <a:pt x="218909" y="115473"/>
                    <a:pt x="220198" y="117364"/>
                    <a:pt x="222133" y="117795"/>
                  </a:cubicBezTo>
                  <a:lnTo>
                    <a:pt x="292767" y="134475"/>
                  </a:lnTo>
                  <a:cubicBezTo>
                    <a:pt x="297882" y="135592"/>
                    <a:pt x="301064" y="140666"/>
                    <a:pt x="299946" y="145782"/>
                  </a:cubicBezTo>
                  <a:cubicBezTo>
                    <a:pt x="299215" y="149092"/>
                    <a:pt x="296765" y="151757"/>
                    <a:pt x="293497" y="152746"/>
                  </a:cubicBezTo>
                  <a:cubicBezTo>
                    <a:pt x="292208" y="153090"/>
                    <a:pt x="290875" y="153176"/>
                    <a:pt x="289542" y="153004"/>
                  </a:cubicBezTo>
                  <a:cubicBezTo>
                    <a:pt x="277548" y="151800"/>
                    <a:pt x="205624" y="142686"/>
                    <a:pt x="205624" y="142686"/>
                  </a:cubicBezTo>
                  <a:cubicBezTo>
                    <a:pt x="205624" y="142686"/>
                    <a:pt x="180260" y="231591"/>
                    <a:pt x="163837" y="238770"/>
                  </a:cubicBezTo>
                  <a:cubicBezTo>
                    <a:pt x="147415" y="245950"/>
                    <a:pt x="112979" y="247927"/>
                    <a:pt x="112979" y="247927"/>
                  </a:cubicBezTo>
                  <a:lnTo>
                    <a:pt x="39895" y="276860"/>
                  </a:lnTo>
                  <a:lnTo>
                    <a:pt x="0" y="181550"/>
                  </a:lnTo>
                  <a:lnTo>
                    <a:pt x="0" y="181550"/>
                  </a:lnTo>
                  <a:close/>
                </a:path>
              </a:pathLst>
            </a:custGeom>
            <a:solidFill>
              <a:srgbClr val="B7887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7" name="Google Shape;417;p48"/>
            <p:cNvSpPr/>
            <p:nvPr/>
          </p:nvSpPr>
          <p:spPr>
            <a:xfrm>
              <a:off x="1913846" y="4810932"/>
              <a:ext cx="146963" cy="23373"/>
            </a:xfrm>
            <a:custGeom>
              <a:avLst/>
              <a:gdLst/>
              <a:ahLst/>
              <a:cxnLst/>
              <a:rect l="l" t="t" r="r" b="b"/>
              <a:pathLst>
                <a:path w="146963" h="23373" extrusionOk="0">
                  <a:moveTo>
                    <a:pt x="146964" y="202"/>
                  </a:moveTo>
                  <a:cubicBezTo>
                    <a:pt x="144943" y="631"/>
                    <a:pt x="142923" y="846"/>
                    <a:pt x="140859" y="803"/>
                  </a:cubicBezTo>
                  <a:lnTo>
                    <a:pt x="124178" y="1620"/>
                  </a:lnTo>
                  <a:cubicBezTo>
                    <a:pt x="110121" y="2222"/>
                    <a:pt x="90646" y="2910"/>
                    <a:pt x="69194" y="3469"/>
                  </a:cubicBezTo>
                  <a:lnTo>
                    <a:pt x="38885" y="4243"/>
                  </a:lnTo>
                  <a:cubicBezTo>
                    <a:pt x="30717" y="3899"/>
                    <a:pt x="22592" y="5059"/>
                    <a:pt x="14853" y="7682"/>
                  </a:cubicBezTo>
                  <a:cubicBezTo>
                    <a:pt x="9780" y="9702"/>
                    <a:pt x="5438" y="13271"/>
                    <a:pt x="2515" y="17871"/>
                  </a:cubicBezTo>
                  <a:cubicBezTo>
                    <a:pt x="1569" y="19633"/>
                    <a:pt x="752" y="21482"/>
                    <a:pt x="64" y="23373"/>
                  </a:cubicBezTo>
                  <a:cubicBezTo>
                    <a:pt x="-21" y="22858"/>
                    <a:pt x="-21" y="22299"/>
                    <a:pt x="64" y="21783"/>
                  </a:cubicBezTo>
                  <a:cubicBezTo>
                    <a:pt x="408" y="20278"/>
                    <a:pt x="924" y="18859"/>
                    <a:pt x="1612" y="17484"/>
                  </a:cubicBezTo>
                  <a:cubicBezTo>
                    <a:pt x="4407" y="12454"/>
                    <a:pt x="8835" y="8499"/>
                    <a:pt x="14122" y="6263"/>
                  </a:cubicBezTo>
                  <a:cubicBezTo>
                    <a:pt x="21990" y="3340"/>
                    <a:pt x="30330" y="1964"/>
                    <a:pt x="38713" y="2222"/>
                  </a:cubicBezTo>
                  <a:lnTo>
                    <a:pt x="68807" y="1276"/>
                  </a:lnTo>
                  <a:cubicBezTo>
                    <a:pt x="90302" y="717"/>
                    <a:pt x="109777" y="287"/>
                    <a:pt x="123835" y="73"/>
                  </a:cubicBezTo>
                  <a:lnTo>
                    <a:pt x="140515" y="73"/>
                  </a:lnTo>
                  <a:cubicBezTo>
                    <a:pt x="142665" y="-56"/>
                    <a:pt x="144814" y="-14"/>
                    <a:pt x="146964" y="202"/>
                  </a:cubicBezTo>
                  <a:lnTo>
                    <a:pt x="146964" y="202"/>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8" name="Google Shape;418;p48"/>
            <p:cNvSpPr/>
            <p:nvPr/>
          </p:nvSpPr>
          <p:spPr>
            <a:xfrm>
              <a:off x="1928355" y="4843149"/>
              <a:ext cx="134216" cy="20822"/>
            </a:xfrm>
            <a:custGeom>
              <a:avLst/>
              <a:gdLst/>
              <a:ahLst/>
              <a:cxnLst/>
              <a:rect l="l" t="t" r="r" b="b"/>
              <a:pathLst>
                <a:path w="134216" h="20822" extrusionOk="0">
                  <a:moveTo>
                    <a:pt x="134217" y="15618"/>
                  </a:moveTo>
                  <a:cubicBezTo>
                    <a:pt x="132325" y="15704"/>
                    <a:pt x="130434" y="15575"/>
                    <a:pt x="128585" y="15231"/>
                  </a:cubicBezTo>
                  <a:lnTo>
                    <a:pt x="113366" y="13297"/>
                  </a:lnTo>
                  <a:cubicBezTo>
                    <a:pt x="100469" y="11620"/>
                    <a:pt x="82757" y="8997"/>
                    <a:pt x="63196" y="6160"/>
                  </a:cubicBezTo>
                  <a:cubicBezTo>
                    <a:pt x="53437" y="4784"/>
                    <a:pt x="44108" y="3022"/>
                    <a:pt x="35682" y="2291"/>
                  </a:cubicBezTo>
                  <a:cubicBezTo>
                    <a:pt x="28288" y="1388"/>
                    <a:pt x="20807" y="2764"/>
                    <a:pt x="14187" y="6160"/>
                  </a:cubicBezTo>
                  <a:cubicBezTo>
                    <a:pt x="9759" y="8610"/>
                    <a:pt x="5976" y="12007"/>
                    <a:pt x="3052" y="16134"/>
                  </a:cubicBezTo>
                  <a:cubicBezTo>
                    <a:pt x="989" y="19057"/>
                    <a:pt x="172" y="20906"/>
                    <a:pt x="0" y="20820"/>
                  </a:cubicBezTo>
                  <a:cubicBezTo>
                    <a:pt x="86" y="20347"/>
                    <a:pt x="215" y="19831"/>
                    <a:pt x="430" y="19401"/>
                  </a:cubicBezTo>
                  <a:cubicBezTo>
                    <a:pt x="946" y="18068"/>
                    <a:pt x="1591" y="16822"/>
                    <a:pt x="2321" y="15618"/>
                  </a:cubicBezTo>
                  <a:cubicBezTo>
                    <a:pt x="5073" y="11147"/>
                    <a:pt x="8899" y="7450"/>
                    <a:pt x="13413" y="4784"/>
                  </a:cubicBezTo>
                  <a:cubicBezTo>
                    <a:pt x="20249" y="958"/>
                    <a:pt x="28073" y="-632"/>
                    <a:pt x="35854" y="227"/>
                  </a:cubicBezTo>
                  <a:cubicBezTo>
                    <a:pt x="44452" y="872"/>
                    <a:pt x="53781" y="2592"/>
                    <a:pt x="63583" y="3925"/>
                  </a:cubicBezTo>
                  <a:cubicBezTo>
                    <a:pt x="83144" y="6848"/>
                    <a:pt x="100856" y="9642"/>
                    <a:pt x="113624" y="11749"/>
                  </a:cubicBezTo>
                  <a:lnTo>
                    <a:pt x="128757" y="14371"/>
                  </a:lnTo>
                  <a:cubicBezTo>
                    <a:pt x="130606" y="14629"/>
                    <a:pt x="132454" y="15016"/>
                    <a:pt x="134217" y="15618"/>
                  </a:cubicBezTo>
                  <a:lnTo>
                    <a:pt x="134217" y="15618"/>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9" name="Google Shape;419;p48"/>
            <p:cNvSpPr/>
            <p:nvPr/>
          </p:nvSpPr>
          <p:spPr>
            <a:xfrm>
              <a:off x="1932697" y="4872739"/>
              <a:ext cx="70762" cy="24934"/>
            </a:xfrm>
            <a:custGeom>
              <a:avLst/>
              <a:gdLst/>
              <a:ahLst/>
              <a:cxnLst/>
              <a:rect l="l" t="t" r="r" b="b"/>
              <a:pathLst>
                <a:path w="70762" h="24934" extrusionOk="0">
                  <a:moveTo>
                    <a:pt x="70763" y="13069"/>
                  </a:moveTo>
                  <a:cubicBezTo>
                    <a:pt x="66593" y="12467"/>
                    <a:pt x="62508" y="11608"/>
                    <a:pt x="58467" y="10404"/>
                  </a:cubicBezTo>
                  <a:cubicBezTo>
                    <a:pt x="50901" y="8555"/>
                    <a:pt x="40497" y="5804"/>
                    <a:pt x="28976" y="3439"/>
                  </a:cubicBezTo>
                  <a:cubicBezTo>
                    <a:pt x="26224" y="2794"/>
                    <a:pt x="23430" y="2364"/>
                    <a:pt x="20636" y="2193"/>
                  </a:cubicBezTo>
                  <a:cubicBezTo>
                    <a:pt x="18099" y="2279"/>
                    <a:pt x="15649" y="3009"/>
                    <a:pt x="13499" y="4299"/>
                  </a:cubicBezTo>
                  <a:cubicBezTo>
                    <a:pt x="9630" y="6449"/>
                    <a:pt x="6406" y="9501"/>
                    <a:pt x="4084" y="13241"/>
                  </a:cubicBezTo>
                  <a:cubicBezTo>
                    <a:pt x="2149" y="16895"/>
                    <a:pt x="903" y="20851"/>
                    <a:pt x="344" y="24935"/>
                  </a:cubicBezTo>
                  <a:cubicBezTo>
                    <a:pt x="0" y="23817"/>
                    <a:pt x="-86" y="22656"/>
                    <a:pt x="86" y="21495"/>
                  </a:cubicBezTo>
                  <a:cubicBezTo>
                    <a:pt x="301" y="18357"/>
                    <a:pt x="1204" y="15262"/>
                    <a:pt x="2665" y="12467"/>
                  </a:cubicBezTo>
                  <a:cubicBezTo>
                    <a:pt x="4987" y="8340"/>
                    <a:pt x="8340" y="4858"/>
                    <a:pt x="12467" y="2494"/>
                  </a:cubicBezTo>
                  <a:cubicBezTo>
                    <a:pt x="14918" y="1032"/>
                    <a:pt x="17712" y="172"/>
                    <a:pt x="20593" y="0"/>
                  </a:cubicBezTo>
                  <a:cubicBezTo>
                    <a:pt x="23559" y="172"/>
                    <a:pt x="26525" y="559"/>
                    <a:pt x="29406" y="1204"/>
                  </a:cubicBezTo>
                  <a:cubicBezTo>
                    <a:pt x="41099" y="3654"/>
                    <a:pt x="51417" y="6621"/>
                    <a:pt x="58854" y="8856"/>
                  </a:cubicBezTo>
                  <a:cubicBezTo>
                    <a:pt x="62938" y="9845"/>
                    <a:pt x="66936" y="11264"/>
                    <a:pt x="70763" y="13069"/>
                  </a:cubicBezTo>
                  <a:lnTo>
                    <a:pt x="70763" y="13069"/>
                  </a:lnTo>
                  <a:close/>
                </a:path>
              </a:pathLst>
            </a:custGeom>
            <a:solidFill>
              <a:srgbClr val="AA655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0" name="Google Shape;420;p48"/>
            <p:cNvSpPr/>
            <p:nvPr/>
          </p:nvSpPr>
          <p:spPr>
            <a:xfrm>
              <a:off x="1169140" y="4905756"/>
              <a:ext cx="700189" cy="281620"/>
            </a:xfrm>
            <a:custGeom>
              <a:avLst/>
              <a:gdLst/>
              <a:ahLst/>
              <a:cxnLst/>
              <a:rect l="l" t="t" r="r" b="b"/>
              <a:pathLst>
                <a:path w="700189" h="281620" extrusionOk="0">
                  <a:moveTo>
                    <a:pt x="0" y="95869"/>
                  </a:moveTo>
                  <a:lnTo>
                    <a:pt x="234944" y="66980"/>
                  </a:lnTo>
                  <a:lnTo>
                    <a:pt x="647010" y="0"/>
                  </a:lnTo>
                  <a:lnTo>
                    <a:pt x="700189" y="133658"/>
                  </a:lnTo>
                  <a:cubicBezTo>
                    <a:pt x="545423" y="187310"/>
                    <a:pt x="386615" y="235718"/>
                    <a:pt x="230817" y="278279"/>
                  </a:cubicBezTo>
                  <a:cubicBezTo>
                    <a:pt x="218092" y="280815"/>
                    <a:pt x="205108" y="281933"/>
                    <a:pt x="192125" y="281546"/>
                  </a:cubicBezTo>
                  <a:cubicBezTo>
                    <a:pt x="140107" y="281761"/>
                    <a:pt x="11822" y="260868"/>
                    <a:pt x="0" y="95869"/>
                  </a:cubicBezTo>
                  <a:lnTo>
                    <a:pt x="0" y="95869"/>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1" name="Google Shape;421;p48"/>
            <p:cNvSpPr/>
            <p:nvPr/>
          </p:nvSpPr>
          <p:spPr>
            <a:xfrm>
              <a:off x="1307570" y="4904853"/>
              <a:ext cx="561759" cy="142729"/>
            </a:xfrm>
            <a:custGeom>
              <a:avLst/>
              <a:gdLst/>
              <a:ahLst/>
              <a:cxnLst/>
              <a:rect l="l" t="t" r="r" b="b"/>
              <a:pathLst>
                <a:path w="561759" h="142729" extrusionOk="0">
                  <a:moveTo>
                    <a:pt x="561759" y="134561"/>
                  </a:moveTo>
                  <a:cubicBezTo>
                    <a:pt x="561372" y="133787"/>
                    <a:pt x="560985" y="133013"/>
                    <a:pt x="560684" y="132196"/>
                  </a:cubicBezTo>
                  <a:cubicBezTo>
                    <a:pt x="559954" y="130520"/>
                    <a:pt x="559008" y="128198"/>
                    <a:pt x="557718" y="125189"/>
                  </a:cubicBezTo>
                  <a:cubicBezTo>
                    <a:pt x="555182" y="118912"/>
                    <a:pt x="551484" y="109884"/>
                    <a:pt x="546798" y="98363"/>
                  </a:cubicBezTo>
                  <a:lnTo>
                    <a:pt x="507720" y="1204"/>
                  </a:lnTo>
                  <a:lnTo>
                    <a:pt x="508709" y="1763"/>
                  </a:lnTo>
                  <a:lnTo>
                    <a:pt x="308501" y="35209"/>
                  </a:lnTo>
                  <a:cubicBezTo>
                    <a:pt x="261211" y="43334"/>
                    <a:pt x="215856" y="48622"/>
                    <a:pt x="174757" y="54082"/>
                  </a:cubicBezTo>
                  <a:cubicBezTo>
                    <a:pt x="154165" y="56791"/>
                    <a:pt x="134647" y="59499"/>
                    <a:pt x="116462" y="62680"/>
                  </a:cubicBezTo>
                  <a:cubicBezTo>
                    <a:pt x="107348" y="64142"/>
                    <a:pt x="98578" y="65561"/>
                    <a:pt x="90151" y="66979"/>
                  </a:cubicBezTo>
                  <a:cubicBezTo>
                    <a:pt x="82069" y="68269"/>
                    <a:pt x="74073" y="70032"/>
                    <a:pt x="66206" y="72224"/>
                  </a:cubicBezTo>
                  <a:cubicBezTo>
                    <a:pt x="42475" y="79705"/>
                    <a:pt x="22484" y="95912"/>
                    <a:pt x="10318" y="117622"/>
                  </a:cubicBezTo>
                  <a:cubicBezTo>
                    <a:pt x="6964" y="123469"/>
                    <a:pt x="4213" y="129617"/>
                    <a:pt x="2107" y="135980"/>
                  </a:cubicBezTo>
                  <a:cubicBezTo>
                    <a:pt x="1376" y="138172"/>
                    <a:pt x="903" y="139892"/>
                    <a:pt x="602" y="141009"/>
                  </a:cubicBezTo>
                  <a:cubicBezTo>
                    <a:pt x="473" y="141611"/>
                    <a:pt x="258" y="142170"/>
                    <a:pt x="0" y="142729"/>
                  </a:cubicBezTo>
                  <a:cubicBezTo>
                    <a:pt x="387" y="140407"/>
                    <a:pt x="946" y="138086"/>
                    <a:pt x="1677" y="135850"/>
                  </a:cubicBezTo>
                  <a:cubicBezTo>
                    <a:pt x="3654" y="129359"/>
                    <a:pt x="6277" y="123125"/>
                    <a:pt x="9544" y="117193"/>
                  </a:cubicBezTo>
                  <a:cubicBezTo>
                    <a:pt x="14703" y="107778"/>
                    <a:pt x="21366" y="99265"/>
                    <a:pt x="29234" y="91957"/>
                  </a:cubicBezTo>
                  <a:cubicBezTo>
                    <a:pt x="39766" y="82327"/>
                    <a:pt x="52277" y="75062"/>
                    <a:pt x="65862" y="70720"/>
                  </a:cubicBezTo>
                  <a:cubicBezTo>
                    <a:pt x="73815" y="68441"/>
                    <a:pt x="81854" y="66636"/>
                    <a:pt x="89980" y="65260"/>
                  </a:cubicBezTo>
                  <a:cubicBezTo>
                    <a:pt x="98578" y="63712"/>
                    <a:pt x="107176" y="62122"/>
                    <a:pt x="116290" y="60617"/>
                  </a:cubicBezTo>
                  <a:cubicBezTo>
                    <a:pt x="134518" y="57607"/>
                    <a:pt x="154036" y="54770"/>
                    <a:pt x="174585" y="52019"/>
                  </a:cubicBezTo>
                  <a:cubicBezTo>
                    <a:pt x="215727" y="46473"/>
                    <a:pt x="261039" y="41142"/>
                    <a:pt x="308243" y="32974"/>
                  </a:cubicBezTo>
                  <a:lnTo>
                    <a:pt x="508537" y="0"/>
                  </a:lnTo>
                  <a:lnTo>
                    <a:pt x="509268" y="0"/>
                  </a:lnTo>
                  <a:lnTo>
                    <a:pt x="509525" y="688"/>
                  </a:lnTo>
                  <a:cubicBezTo>
                    <a:pt x="525518" y="41271"/>
                    <a:pt x="538673" y="74718"/>
                    <a:pt x="547873" y="98105"/>
                  </a:cubicBezTo>
                  <a:lnTo>
                    <a:pt x="558363" y="125103"/>
                  </a:lnTo>
                  <a:cubicBezTo>
                    <a:pt x="559524" y="128155"/>
                    <a:pt x="560383" y="130520"/>
                    <a:pt x="561071" y="132196"/>
                  </a:cubicBezTo>
                  <a:cubicBezTo>
                    <a:pt x="561759" y="133873"/>
                    <a:pt x="561759" y="134561"/>
                    <a:pt x="561759" y="134561"/>
                  </a:cubicBezTo>
                  <a:lnTo>
                    <a:pt x="561759" y="1345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2" name="Google Shape;422;p48"/>
            <p:cNvSpPr/>
            <p:nvPr/>
          </p:nvSpPr>
          <p:spPr>
            <a:xfrm>
              <a:off x="1295575" y="4905928"/>
              <a:ext cx="574570" cy="282962"/>
            </a:xfrm>
            <a:custGeom>
              <a:avLst/>
              <a:gdLst/>
              <a:ahLst/>
              <a:cxnLst/>
              <a:rect l="l" t="t" r="r" b="b"/>
              <a:pathLst>
                <a:path w="574570" h="282962" extrusionOk="0">
                  <a:moveTo>
                    <a:pt x="0" y="274280"/>
                  </a:moveTo>
                  <a:cubicBezTo>
                    <a:pt x="645" y="274367"/>
                    <a:pt x="1290" y="274495"/>
                    <a:pt x="1892" y="274667"/>
                  </a:cubicBezTo>
                  <a:lnTo>
                    <a:pt x="7351" y="276000"/>
                  </a:lnTo>
                  <a:cubicBezTo>
                    <a:pt x="12166" y="277032"/>
                    <a:pt x="19260" y="278666"/>
                    <a:pt x="28546" y="279783"/>
                  </a:cubicBezTo>
                  <a:cubicBezTo>
                    <a:pt x="54770" y="283007"/>
                    <a:pt x="81381" y="281718"/>
                    <a:pt x="107176" y="276000"/>
                  </a:cubicBezTo>
                  <a:cubicBezTo>
                    <a:pt x="115344" y="274280"/>
                    <a:pt x="123770" y="271959"/>
                    <a:pt x="132583" y="269466"/>
                  </a:cubicBezTo>
                  <a:lnTo>
                    <a:pt x="160011" y="261727"/>
                  </a:lnTo>
                  <a:lnTo>
                    <a:pt x="220198" y="244531"/>
                  </a:lnTo>
                  <a:cubicBezTo>
                    <a:pt x="262716" y="232150"/>
                    <a:pt x="309361" y="218263"/>
                    <a:pt x="358155" y="203088"/>
                  </a:cubicBezTo>
                  <a:cubicBezTo>
                    <a:pt x="439838" y="177723"/>
                    <a:pt x="514899" y="152875"/>
                    <a:pt x="573109" y="132798"/>
                  </a:cubicBezTo>
                  <a:lnTo>
                    <a:pt x="572593" y="133959"/>
                  </a:lnTo>
                  <a:cubicBezTo>
                    <a:pt x="556514" y="93118"/>
                    <a:pt x="543316" y="59714"/>
                    <a:pt x="534159" y="36370"/>
                  </a:cubicBezTo>
                  <a:cubicBezTo>
                    <a:pt x="529645" y="24805"/>
                    <a:pt x="526163" y="15734"/>
                    <a:pt x="523712" y="9458"/>
                  </a:cubicBezTo>
                  <a:cubicBezTo>
                    <a:pt x="522552" y="6449"/>
                    <a:pt x="521692" y="4127"/>
                    <a:pt x="521047" y="2407"/>
                  </a:cubicBezTo>
                  <a:cubicBezTo>
                    <a:pt x="520402" y="688"/>
                    <a:pt x="520230" y="0"/>
                    <a:pt x="520230" y="0"/>
                  </a:cubicBezTo>
                  <a:cubicBezTo>
                    <a:pt x="520230" y="0"/>
                    <a:pt x="520617" y="774"/>
                    <a:pt x="521305" y="2321"/>
                  </a:cubicBezTo>
                  <a:cubicBezTo>
                    <a:pt x="521993" y="3869"/>
                    <a:pt x="522938" y="6320"/>
                    <a:pt x="524185" y="9286"/>
                  </a:cubicBezTo>
                  <a:lnTo>
                    <a:pt x="535062" y="35983"/>
                  </a:lnTo>
                  <a:lnTo>
                    <a:pt x="574226" y="133314"/>
                  </a:lnTo>
                  <a:lnTo>
                    <a:pt x="574570" y="134174"/>
                  </a:lnTo>
                  <a:lnTo>
                    <a:pt x="573710" y="134475"/>
                  </a:lnTo>
                  <a:cubicBezTo>
                    <a:pt x="515415" y="154852"/>
                    <a:pt x="440439" y="179830"/>
                    <a:pt x="358757" y="205237"/>
                  </a:cubicBezTo>
                  <a:cubicBezTo>
                    <a:pt x="309963" y="220413"/>
                    <a:pt x="263275" y="234256"/>
                    <a:pt x="220714" y="246551"/>
                  </a:cubicBezTo>
                  <a:lnTo>
                    <a:pt x="160183" y="263748"/>
                  </a:lnTo>
                  <a:lnTo>
                    <a:pt x="132712" y="271314"/>
                  </a:lnTo>
                  <a:cubicBezTo>
                    <a:pt x="124114" y="273765"/>
                    <a:pt x="115516" y="276086"/>
                    <a:pt x="107219" y="277763"/>
                  </a:cubicBezTo>
                  <a:cubicBezTo>
                    <a:pt x="81252" y="283394"/>
                    <a:pt x="54469" y="284469"/>
                    <a:pt x="28116" y="280901"/>
                  </a:cubicBezTo>
                  <a:cubicBezTo>
                    <a:pt x="18572" y="279611"/>
                    <a:pt x="9157" y="277376"/>
                    <a:pt x="0" y="274280"/>
                  </a:cubicBezTo>
                  <a:lnTo>
                    <a:pt x="0" y="27428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3" name="Google Shape;423;p48"/>
            <p:cNvSpPr/>
            <p:nvPr/>
          </p:nvSpPr>
          <p:spPr>
            <a:xfrm>
              <a:off x="1236291" y="4972563"/>
              <a:ext cx="150338" cy="15550"/>
            </a:xfrm>
            <a:custGeom>
              <a:avLst/>
              <a:gdLst/>
              <a:ahLst/>
              <a:cxnLst/>
              <a:rect l="l" t="t" r="r" b="b"/>
              <a:pathLst>
                <a:path w="150338" h="15550" extrusionOk="0">
                  <a:moveTo>
                    <a:pt x="150338" y="129"/>
                  </a:moveTo>
                  <a:cubicBezTo>
                    <a:pt x="148404" y="645"/>
                    <a:pt x="146426" y="946"/>
                    <a:pt x="144449" y="1032"/>
                  </a:cubicBezTo>
                  <a:lnTo>
                    <a:pt x="128327" y="2622"/>
                  </a:lnTo>
                  <a:lnTo>
                    <a:pt x="75191" y="7824"/>
                  </a:lnTo>
                  <a:lnTo>
                    <a:pt x="22054" y="13499"/>
                  </a:lnTo>
                  <a:lnTo>
                    <a:pt x="5933" y="15176"/>
                  </a:lnTo>
                  <a:cubicBezTo>
                    <a:pt x="3955" y="15520"/>
                    <a:pt x="1978" y="15606"/>
                    <a:pt x="0" y="15520"/>
                  </a:cubicBezTo>
                  <a:cubicBezTo>
                    <a:pt x="1892" y="14961"/>
                    <a:pt x="3869" y="14574"/>
                    <a:pt x="5847" y="14316"/>
                  </a:cubicBezTo>
                  <a:cubicBezTo>
                    <a:pt x="9630" y="13714"/>
                    <a:pt x="15090" y="12897"/>
                    <a:pt x="21882" y="11951"/>
                  </a:cubicBezTo>
                  <a:cubicBezTo>
                    <a:pt x="35424" y="10060"/>
                    <a:pt x="54168" y="7652"/>
                    <a:pt x="74933" y="5632"/>
                  </a:cubicBezTo>
                  <a:cubicBezTo>
                    <a:pt x="95697" y="3611"/>
                    <a:pt x="114570" y="1977"/>
                    <a:pt x="128198" y="1075"/>
                  </a:cubicBezTo>
                  <a:cubicBezTo>
                    <a:pt x="135034" y="602"/>
                    <a:pt x="140579" y="301"/>
                    <a:pt x="144406" y="129"/>
                  </a:cubicBezTo>
                  <a:cubicBezTo>
                    <a:pt x="146383" y="-43"/>
                    <a:pt x="148361" y="-43"/>
                    <a:pt x="150338" y="129"/>
                  </a:cubicBezTo>
                  <a:lnTo>
                    <a:pt x="150338" y="12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p="http://schemas.openxmlformats.org/presentationml/2006/main">
  <p:cSld>
    <p:spTree>
      <p:nvGrpSpPr>
        <p:cNvPr id="1" name="Shape 427"/>
        <p:cNvGrpSpPr/>
        <p:nvPr/>
      </p:nvGrpSpPr>
      <p:grpSpPr>
        <a:xfrm>
          <a:off x="0" y="0"/>
          <a:ext cx="0" cy="0"/>
          <a:chOff x="0" y="0"/>
          <a:chExt cx="0" cy="0"/>
        </a:xfrm>
      </p:grpSpPr>
      <p:sp>
        <p:nvSpPr>
          <p:cNvPr id="428" name="Google Shape;428;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Project principles</a:t>
            </a:r>
            <a:endParaRPr/>
          </a:p>
        </p:txBody>
      </p:sp>
      <p:sp>
        <p:nvSpPr>
          <p:cNvPr id="429" name="Google Shape;429;p49"/>
          <p:cNvSpPr txBox="1">
            <a:spLocks noGrp="1"/>
          </p:cNvSpPr>
          <p:nvPr>
            <p:ph type="title" idx="2"/>
          </p:nvPr>
        </p:nvSpPr>
        <p:spPr>
          <a:xfrm>
            <a:off x="1596788" y="2652072"/>
            <a:ext cx="2742600" cy="55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Method</a:t>
            </a:r>
            <a:endParaRPr/>
          </a:p>
        </p:txBody>
      </p:sp>
      <p:sp>
        <p:nvSpPr>
          <p:cNvPr id="430" name="Google Shape;430;p49"/>
          <p:cNvSpPr txBox="1">
            <a:spLocks noGrp="1"/>
          </p:cNvSpPr>
          <p:nvPr>
            <p:ph type="title" idx="3"/>
          </p:nvPr>
        </p:nvSpPr>
        <p:spPr>
          <a:xfrm>
            <a:off x="4804747" y="2652072"/>
            <a:ext cx="2742600" cy="55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Clinical stance</a:t>
            </a:r>
            <a:endParaRPr/>
          </a:p>
        </p:txBody>
      </p:sp>
      <p:sp>
        <p:nvSpPr>
          <p:cNvPr id="431" name="Google Shape;431;p49"/>
          <p:cNvSpPr txBox="1">
            <a:spLocks noGrp="1"/>
          </p:cNvSpPr>
          <p:nvPr>
            <p:ph type="subTitle" idx="1"/>
          </p:nvPr>
        </p:nvSpPr>
        <p:spPr>
          <a:xfrm>
            <a:off x="4803700" y="3215900"/>
            <a:ext cx="27426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Disease-agnostic, healthy-anchored measurement automation with cited thresholds and deterministic outputs.</a:t>
            </a:r>
            <a:endParaRPr/>
          </a:p>
        </p:txBody>
      </p:sp>
      <p:sp>
        <p:nvSpPr>
          <p:cNvPr id="432" name="Google Shape;432;p49"/>
          <p:cNvSpPr txBox="1">
            <a:spLocks noGrp="1"/>
          </p:cNvSpPr>
          <p:nvPr>
            <p:ph type="subTitle" idx="4"/>
          </p:nvPr>
        </p:nvSpPr>
        <p:spPr>
          <a:xfrm>
            <a:off x="1596788" y="3215900"/>
            <a:ext cx="27426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Findings are flagged for physician review, never presented as a diagnosis.</a:t>
            </a:r>
            <a:endParaRPr/>
          </a:p>
        </p:txBody>
      </p:sp>
      <p:grpSp>
        <p:nvGrpSpPr>
          <p:cNvPr id="433" name="Google Shape;433;p49"/>
          <p:cNvGrpSpPr/>
          <p:nvPr/>
        </p:nvGrpSpPr>
        <p:grpSpPr>
          <a:xfrm>
            <a:off x="5882944" y="1820650"/>
            <a:ext cx="584114" cy="572707"/>
            <a:chOff x="-22863675" y="3131775"/>
            <a:chExt cx="299300" cy="293425"/>
          </a:xfrm>
        </p:grpSpPr>
        <p:sp>
          <p:nvSpPr>
            <p:cNvPr id="434" name="Google Shape;434;p4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 name="Google Shape;437;p49"/>
          <p:cNvGrpSpPr/>
          <p:nvPr/>
        </p:nvGrpSpPr>
        <p:grpSpPr>
          <a:xfrm>
            <a:off x="2687865" y="1820795"/>
            <a:ext cx="560444" cy="572714"/>
            <a:chOff x="-24353875" y="3147725"/>
            <a:chExt cx="289875" cy="296175"/>
          </a:xfrm>
        </p:grpSpPr>
        <p:sp>
          <p:nvSpPr>
            <p:cNvPr id="438" name="Google Shape;438;p4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 name="Google Shape;440;p49"/>
          <p:cNvSpPr/>
          <p:nvPr/>
        </p:nvSpPr>
        <p:spPr>
          <a:xfrm>
            <a:off x="2057739" y="2680275"/>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9"/>
          <p:cNvSpPr/>
          <p:nvPr/>
        </p:nvSpPr>
        <p:spPr>
          <a:xfrm>
            <a:off x="5265689" y="2680275"/>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Shape 445"/>
        <p:cNvGrpSpPr/>
        <p:nvPr/>
      </p:nvGrpSpPr>
      <p:grpSpPr>
        <a:xfrm>
          <a:off x="0" y="0"/>
          <a:ext cx="0" cy="0"/>
          <a:chOff x="0" y="0"/>
          <a:chExt cx="0" cy="0"/>
        </a:xfrm>
      </p:grpSpPr>
      <p:sp>
        <p:nvSpPr>
          <p:cNvPr id="446" name="Google Shape;446;p50"/>
          <p:cNvSpPr txBox="1">
            <a:spLocks noGrp="1"/>
          </p:cNvSpPr>
          <p:nvPr>
            <p:ph type="title"/>
          </p:nvPr>
        </p:nvSpPr>
        <p:spPr>
          <a:xfrm>
            <a:off x="795938" y="1474613"/>
            <a:ext cx="3898200" cy="155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91BA4F"/>
              </a:buClr>
              <a:buFont typeface="Arial"/>
              <a:buNone/>
            </a:pPr>
            <a:r>
              <a:rPr lang="en"/>
              <a:t>One sagittal T2 MRI</a:t>
            </a:r>
            <a:endParaRPr/>
          </a:p>
          <a:p>
            <a:pPr marL="0" lvl="0" indent="0" algn="l" rtl="0">
              <a:spcBef>
                <a:spcPts val="0"/>
              </a:spcBef>
              <a:spcAft>
                <a:spcPts val="0"/>
              </a:spcAft>
              <a:buClr>
                <a:srgbClr val="91BA4F"/>
              </a:buClr>
              <a:buFont typeface="Arial"/>
              <a:buNone/>
            </a:pPr>
            <a:r>
              <a:rPr lang="en"/>
              <a:t>drives the full pipeline</a:t>
            </a:r>
            <a:endParaRPr/>
          </a:p>
        </p:txBody>
      </p:sp>
      <p:sp>
        <p:nvSpPr>
          <p:cNvPr id="447" name="Google Shape;447;p50"/>
          <p:cNvSpPr txBox="1">
            <a:spLocks noGrp="1"/>
          </p:cNvSpPr>
          <p:nvPr>
            <p:ph type="subTitle" idx="1"/>
          </p:nvPr>
        </p:nvSpPr>
        <p:spPr>
          <a:xfrm>
            <a:off x="795950" y="3096788"/>
            <a:ext cx="3898200" cy="572100"/>
          </a:xfrm>
          <a:prstGeom prst="rect">
            <a:avLst/>
          </a:prstGeom>
        </p:spPr>
        <p:txBody>
          <a:bodyPr spcFirstLastPara="1" wrap="square" lIns="91425" tIns="91425" rIns="91425" bIns="91425" anchor="t" anchorCtr="0">
            <a:noAutofit/>
          </a:bodyPr>
          <a:lstStyle/>
          <a:p>
            <a:pPr marL="25400" lvl="0" indent="0" algn="l" rtl="0">
              <a:spcBef>
                <a:spcPts val="0"/>
              </a:spcBef>
              <a:spcAft>
                <a:spcPts val="0"/>
              </a:spcAft>
              <a:buNone/>
            </a:pPr>
            <a:r>
              <a:rPr lang="en" sz="1300">
                <a:latin typeface="Exo"/>
                <a:ea typeface="Exo"/>
                <a:cs typeface="Exo"/>
                <a:sym typeface="Exo"/>
              </a:rPr>
              <a:t>Segmentation feeds measurement groups G1-G6, which then flow into cited interpretation, a clinical report, impressions, and PDF export.</a:t>
            </a:r>
            <a:endParaRPr sz="1300">
              <a:latin typeface="Exo"/>
              <a:ea typeface="Exo"/>
              <a:cs typeface="Exo"/>
              <a:sym typeface="Exo"/>
            </a:endParaRPr>
          </a:p>
        </p:txBody>
      </p:sp>
      <p:pic>
        <p:nvPicPr>
          <p:cNvPr id="448" name="Google Shape;448;p50"/>
          <p:cNvPicPr preferRelativeResize="0"/>
          <p:nvPr/>
        </p:nvPicPr>
        <p:blipFill rotWithShape="1">
          <a:blip r:embed="rId3">
            <a:alphaModFix/>
          </a:blip>
          <a:srcRect t="19" b="19"/>
          <a:stretch/>
        </p:blipFill>
        <p:spPr>
          <a:xfrm>
            <a:off x="4907948" y="1448550"/>
            <a:ext cx="3366900" cy="2246400"/>
          </a:xfrm>
          <a:prstGeom prst="roundRect">
            <a:avLst>
              <a:gd name="adj" fmla="val 28525"/>
            </a:avLst>
          </a:prstGeom>
          <a:noFill/>
          <a:ln w="38100" cap="flat" cmpd="sng">
            <a:solidFill>
              <a:schemeClr val="lt1"/>
            </a:solidFill>
            <a:prstDash val="solid"/>
            <a:round/>
            <a:headEnd type="none" w="sm" len="sm"/>
            <a:tailEnd type="none" w="sm" len="sm"/>
          </a:ln>
        </p:spPr>
      </p:pic>
    </p:spTree>
  </p:cSld>
  <p:clrMapOvr>
    <a:masterClrMapping/>
  </p:clrMapOvr>
</p:sld>
</file>

<file path=ppt/slides/slide13.xml><?xml version="1.0" encoding="utf-8"?>
<p:sld xmlns:a="http://schemas.openxmlformats.org/drawingml/2006/main" xmlns:p="http://schemas.openxmlformats.org/presentationml/2006/main">
  <p:cSld>
    <p:spTree>
      <p:nvGrpSpPr>
        <p:cNvPr id="1" name="Shape 452"/>
        <p:cNvGrpSpPr/>
        <p:nvPr/>
      </p:nvGrpSpPr>
      <p:grpSpPr>
        <a:xfrm>
          <a:off x="0" y="0"/>
          <a:ext cx="0" cy="0"/>
          <a:chOff x="0" y="0"/>
          <a:chExt cx="0" cy="0"/>
        </a:xfrm>
      </p:grpSpPr>
      <p:sp>
        <p:nvSpPr>
          <p:cNvPr id="453" name="Google Shape;453;p51"/>
          <p:cNvSpPr txBox="1">
            <a:spLocks noGrp="1"/>
          </p:cNvSpPr>
          <p:nvPr>
            <p:ph type="title"/>
          </p:nvPr>
        </p:nvSpPr>
        <p:spPr>
          <a:xfrm>
            <a:off x="891450" y="1307100"/>
            <a:ext cx="7361100" cy="2529300"/>
          </a:xfrm>
          <a:prstGeom prst="rect">
            <a:avLst/>
          </a:prstGeom>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a:t>Pipeline Architecture</a:t>
            </a:r>
            <a:endParaRP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Shape 457"/>
        <p:cNvGrpSpPr/>
        <p:nvPr/>
      </p:nvGrpSpPr>
      <p:grpSpPr>
        <a:xfrm>
          <a:off x="0" y="0"/>
          <a:ext cx="0" cy="0"/>
          <a:chOff x="0" y="0"/>
          <a:chExt cx="0" cy="0"/>
        </a:xfrm>
      </p:grpSpPr>
      <p:pic>
        <p:nvPicPr>
          <p:cNvPr id="458" name="Google Shape;458;p52"/>
          <p:cNvPicPr preferRelativeResize="0"/>
          <p:nvPr/>
        </p:nvPicPr>
        <p:blipFill rotWithShape="1">
          <a:blip r:embed="rId3">
            <a:alphaModFix/>
          </a:blip>
          <a:srcRect l="48187" t="29110" r="19360" b="24821"/>
          <a:stretch/>
        </p:blipFill>
        <p:spPr>
          <a:xfrm>
            <a:off x="720000" y="1006075"/>
            <a:ext cx="2914400" cy="4137426"/>
          </a:xfrm>
          <a:prstGeom prst="rect">
            <a:avLst/>
          </a:prstGeom>
          <a:noFill/>
          <a:ln>
            <a:noFill/>
          </a:ln>
        </p:spPr>
      </p:pic>
      <p:sp>
        <p:nvSpPr>
          <p:cNvPr id="459" name="Google Shape;459;p52"/>
          <p:cNvSpPr txBox="1">
            <a:spLocks noGrp="1"/>
          </p:cNvSpPr>
          <p:nvPr>
            <p:ph type="title"/>
          </p:nvPr>
        </p:nvSpPr>
        <p:spPr>
          <a:xfrm>
            <a:off x="3798925" y="3022044"/>
            <a:ext cx="4360200" cy="53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Core honesty line</a:t>
            </a:r>
            <a:endParaRPr/>
          </a:p>
        </p:txBody>
      </p:sp>
      <p:sp>
        <p:nvSpPr>
          <p:cNvPr id="460" name="Google Shape;460;p52"/>
          <p:cNvSpPr txBox="1">
            <a:spLocks noGrp="1"/>
          </p:cNvSpPr>
          <p:nvPr>
            <p:ph type="subTitle" idx="1"/>
          </p:nvPr>
        </p:nvSpPr>
        <p:spPr>
          <a:xfrm>
            <a:off x="3798925" y="1589556"/>
            <a:ext cx="4784100" cy="127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"Findings are flagged for physician review, never a diagnosis."</a:t>
            </a:r>
            <a:endParaRPr/>
          </a:p>
        </p:txBody>
      </p:sp>
      <p:sp>
        <p:nvSpPr>
          <p:cNvPr id="461" name="Google Shape;461;p52"/>
          <p:cNvSpPr/>
          <p:nvPr/>
        </p:nvSpPr>
        <p:spPr>
          <a:xfrm>
            <a:off x="2813875" y="-8917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Shape 465"/>
        <p:cNvGrpSpPr/>
        <p:nvPr/>
      </p:nvGrpSpPr>
      <p:grpSpPr>
        <a:xfrm>
          <a:off x="0" y="0"/>
          <a:ext cx="0" cy="0"/>
          <a:chOff x="0" y="0"/>
          <a:chExt cx="0" cy="0"/>
        </a:xfrm>
      </p:grpSpPr>
      <p:pic>
        <p:nvPicPr>
          <p:cNvPr id="466" name="Google Shape;466;p53"/>
          <p:cNvPicPr preferRelativeResize="0">
            <a:picLocks noGrp="1"/>
          </p:cNvPicPr>
          <p:nvPr>
            <p:ph type="pic" idx="2"/>
          </p:nvPr>
        </p:nvPicPr>
        <p:blipFill rotWithShape="1">
          <a:blip r:embed="rId3">
            <a:alphaModFix/>
          </a:blip>
          <a:srcRect t="7526" b="7526"/>
          <a:stretch/>
        </p:blipFill>
        <p:spPr>
          <a:xfrm>
            <a:off x="0" y="-12525"/>
            <a:ext cx="9208801" cy="5213699"/>
          </a:xfrm>
          <a:prstGeom prst="rect">
            <a:avLst/>
          </a:prstGeom>
        </p:spPr>
      </p:pic>
      <p:sp>
        <p:nvSpPr>
          <p:cNvPr id="467" name="Google Shape;467;p53"/>
          <p:cNvSpPr txBox="1">
            <a:spLocks noGrp="1"/>
          </p:cNvSpPr>
          <p:nvPr>
            <p:ph type="title"/>
          </p:nvPr>
        </p:nvSpPr>
        <p:spPr>
          <a:xfrm>
            <a:off x="2240850" y="3697200"/>
            <a:ext cx="4662300" cy="93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Three segmentation</a:t>
            </a:r>
            <a:endParaRPr/>
          </a:p>
          <a:p>
            <a:pPr marL="0" lvl="0" indent="0" algn="ctr" rtl="0">
              <a:spcBef>
                <a:spcPts val="0"/>
              </a:spcBef>
              <a:spcAft>
                <a:spcPts val="0"/>
              </a:spcAft>
              <a:buNone/>
            </a:pPr>
            <a:r>
              <a:rPr lang="en"/>
              <a:t>engines</a:t>
            </a:r>
            <a:endParaRP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Shape 471"/>
        <p:cNvGrpSpPr/>
        <p:nvPr/>
      </p:nvGrpSpPr>
      <p:grpSpPr>
        <a:xfrm>
          <a:off x="0" y="0"/>
          <a:ext cx="0" cy="0"/>
          <a:chOff x="0" y="0"/>
          <a:chExt cx="0" cy="0"/>
        </a:xfrm>
      </p:grpSpPr>
      <p:pic>
        <p:nvPicPr>
          <p:cNvPr id="472" name="Google Shape;472;p54"/>
          <p:cNvPicPr preferRelativeResize="0"/>
          <p:nvPr/>
        </p:nvPicPr>
        <p:blipFill rotWithShape="1">
          <a:blip r:embed="rId3">
            <a:alphaModFix/>
          </a:blip>
          <a:srcRect l="42259" t="36966" r="23813" b="23022"/>
          <a:stretch/>
        </p:blipFill>
        <p:spPr>
          <a:xfrm>
            <a:off x="5634050" y="2972725"/>
            <a:ext cx="1433650" cy="1690800"/>
          </a:xfrm>
          <a:prstGeom prst="rect">
            <a:avLst/>
          </a:prstGeom>
          <a:noFill/>
          <a:ln>
            <a:noFill/>
          </a:ln>
        </p:spPr>
      </p:pic>
      <p:pic>
        <p:nvPicPr>
          <p:cNvPr id="473" name="Google Shape;473;p54"/>
          <p:cNvPicPr preferRelativeResize="0"/>
          <p:nvPr/>
        </p:nvPicPr>
        <p:blipFill rotWithShape="1">
          <a:blip r:embed="rId3">
            <a:alphaModFix/>
          </a:blip>
          <a:srcRect l="10117" t="20845" r="55955" b="39142"/>
          <a:stretch/>
        </p:blipFill>
        <p:spPr>
          <a:xfrm rot="-5400000">
            <a:off x="1534275" y="2753300"/>
            <a:ext cx="1433650" cy="1690800"/>
          </a:xfrm>
          <a:prstGeom prst="rect">
            <a:avLst/>
          </a:prstGeom>
          <a:noFill/>
          <a:ln>
            <a:noFill/>
          </a:ln>
        </p:spPr>
      </p:pic>
      <p:sp>
        <p:nvSpPr>
          <p:cNvPr id="474" name="Google Shape;474;p54"/>
          <p:cNvSpPr/>
          <p:nvPr/>
        </p:nvSpPr>
        <p:spPr>
          <a:xfrm>
            <a:off x="2076313" y="1421975"/>
            <a:ext cx="1969200" cy="1690800"/>
          </a:xfrm>
          <a:prstGeom prst="roundRect">
            <a:avLst>
              <a:gd name="adj" fmla="val 16667"/>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5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Key numbers</a:t>
            </a:r>
            <a:endParaRPr/>
          </a:p>
        </p:txBody>
      </p:sp>
      <p:sp>
        <p:nvSpPr>
          <p:cNvPr id="476" name="Google Shape;476;p54"/>
          <p:cNvSpPr txBox="1"/>
          <p:nvPr/>
        </p:nvSpPr>
        <p:spPr>
          <a:xfrm>
            <a:off x="2274163" y="1659075"/>
            <a:ext cx="1573500" cy="39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3</a:t>
            </a:r>
            <a:endParaRPr sz="2000" b="1">
              <a:solidFill>
                <a:schemeClr val="dk1"/>
              </a:solidFill>
              <a:latin typeface="Sora"/>
              <a:ea typeface="Sora"/>
              <a:cs typeface="Sora"/>
              <a:sym typeface="Sora"/>
            </a:endParaRPr>
          </a:p>
        </p:txBody>
      </p:sp>
      <p:sp>
        <p:nvSpPr>
          <p:cNvPr id="477" name="Google Shape;477;p54"/>
          <p:cNvSpPr txBox="1"/>
          <p:nvPr/>
        </p:nvSpPr>
        <p:spPr>
          <a:xfrm>
            <a:off x="2076313" y="2050575"/>
            <a:ext cx="1969200" cy="831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dk1"/>
                </a:solidFill>
                <a:latin typeface="Exo"/>
                <a:ea typeface="Exo"/>
                <a:cs typeface="Exo"/>
                <a:sym typeface="Exo"/>
              </a:rPr>
              <a:t>Segmentation engines: TSS, SCT, and the SPINEPS Cobb add-on</a:t>
            </a:r>
            <a:endParaRPr>
              <a:solidFill>
                <a:schemeClr val="dk1"/>
              </a:solidFill>
              <a:latin typeface="Exo"/>
              <a:ea typeface="Exo"/>
              <a:cs typeface="Exo"/>
              <a:sym typeface="Exo"/>
            </a:endParaRPr>
          </a:p>
        </p:txBody>
      </p:sp>
      <p:sp>
        <p:nvSpPr>
          <p:cNvPr id="478" name="Google Shape;478;p54"/>
          <p:cNvSpPr/>
          <p:nvPr/>
        </p:nvSpPr>
        <p:spPr>
          <a:xfrm>
            <a:off x="3560263" y="2939350"/>
            <a:ext cx="1969200" cy="1574100"/>
          </a:xfrm>
          <a:prstGeom prst="roundRect">
            <a:avLst>
              <a:gd name="adj" fmla="val 16667"/>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54"/>
          <p:cNvSpPr txBox="1"/>
          <p:nvPr/>
        </p:nvSpPr>
        <p:spPr>
          <a:xfrm>
            <a:off x="3785250" y="3157200"/>
            <a:ext cx="1573500" cy="39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6</a:t>
            </a:r>
            <a:endParaRPr sz="2000" b="1">
              <a:solidFill>
                <a:schemeClr val="dk1"/>
              </a:solidFill>
              <a:latin typeface="Sora"/>
              <a:ea typeface="Sora"/>
              <a:cs typeface="Sora"/>
              <a:sym typeface="Sora"/>
            </a:endParaRPr>
          </a:p>
        </p:txBody>
      </p:sp>
      <p:sp>
        <p:nvSpPr>
          <p:cNvPr id="480" name="Google Shape;480;p54"/>
          <p:cNvSpPr txBox="1"/>
          <p:nvPr/>
        </p:nvSpPr>
        <p:spPr>
          <a:xfrm>
            <a:off x="3587400" y="3522725"/>
            <a:ext cx="1969200" cy="831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dk1"/>
                </a:solidFill>
                <a:latin typeface="Exo"/>
                <a:ea typeface="Exo"/>
                <a:cs typeface="Exo"/>
                <a:sym typeface="Exo"/>
              </a:rPr>
              <a:t>Measurement groups</a:t>
            </a:r>
            <a:endParaRPr>
              <a:solidFill>
                <a:schemeClr val="dk1"/>
              </a:solidFill>
              <a:latin typeface="Exo"/>
              <a:ea typeface="Exo"/>
              <a:cs typeface="Exo"/>
              <a:sym typeface="Exo"/>
            </a:endParaRPr>
          </a:p>
          <a:p>
            <a:pPr marL="0" lvl="0" indent="0" algn="ctr" rtl="0">
              <a:spcBef>
                <a:spcPts val="0"/>
              </a:spcBef>
              <a:spcAft>
                <a:spcPts val="0"/>
              </a:spcAft>
              <a:buNone/>
            </a:pPr>
            <a:r>
              <a:rPr lang="en">
                <a:solidFill>
                  <a:schemeClr val="dk1"/>
                </a:solidFill>
                <a:latin typeface="Exo"/>
                <a:ea typeface="Exo"/>
                <a:cs typeface="Exo"/>
                <a:sym typeface="Exo"/>
              </a:rPr>
              <a:t>from G1 vertebral to G6 interpretation</a:t>
            </a:r>
            <a:endParaRPr>
              <a:solidFill>
                <a:schemeClr val="dk1"/>
              </a:solidFill>
              <a:latin typeface="Exo"/>
              <a:ea typeface="Exo"/>
              <a:cs typeface="Exo"/>
              <a:sym typeface="Exo"/>
            </a:endParaRPr>
          </a:p>
        </p:txBody>
      </p:sp>
      <p:sp>
        <p:nvSpPr>
          <p:cNvPr id="481" name="Google Shape;481;p54"/>
          <p:cNvSpPr/>
          <p:nvPr/>
        </p:nvSpPr>
        <p:spPr>
          <a:xfrm>
            <a:off x="5098488" y="1466401"/>
            <a:ext cx="1969200" cy="1690800"/>
          </a:xfrm>
          <a:prstGeom prst="roundRect">
            <a:avLst>
              <a:gd name="adj" fmla="val 16667"/>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54"/>
          <p:cNvSpPr txBox="1"/>
          <p:nvPr/>
        </p:nvSpPr>
        <p:spPr>
          <a:xfrm>
            <a:off x="5296338" y="1775900"/>
            <a:ext cx="1573500" cy="39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250</a:t>
            </a:r>
            <a:endParaRPr sz="2000" b="1">
              <a:solidFill>
                <a:schemeClr val="dk1"/>
              </a:solidFill>
              <a:latin typeface="Sora"/>
              <a:ea typeface="Sora"/>
              <a:cs typeface="Sora"/>
              <a:sym typeface="Sora"/>
            </a:endParaRPr>
          </a:p>
        </p:txBody>
      </p:sp>
      <p:sp>
        <p:nvSpPr>
          <p:cNvPr id="483" name="Google Shape;483;p54"/>
          <p:cNvSpPr txBox="1"/>
          <p:nvPr/>
        </p:nvSpPr>
        <p:spPr>
          <a:xfrm>
            <a:off x="5098488" y="2141425"/>
            <a:ext cx="1969200" cy="831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dk1"/>
                </a:solidFill>
                <a:latin typeface="Exo"/>
                <a:ea typeface="Exo"/>
                <a:cs typeface="Exo"/>
                <a:sym typeface="Exo"/>
              </a:rPr>
              <a:t>MMCSD cohort cases, with 49 segmented in the current validation set</a:t>
            </a:r>
            <a:endParaRPr>
              <a:solidFill>
                <a:schemeClr val="dk1"/>
              </a:solidFill>
              <a:latin typeface="Exo"/>
              <a:ea typeface="Exo"/>
              <a:cs typeface="Exo"/>
              <a:sym typeface="Exo"/>
            </a:endParaRP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Shape 487"/>
        <p:cNvGrpSpPr/>
        <p:nvPr/>
      </p:nvGrpSpPr>
      <p:grpSpPr>
        <a:xfrm>
          <a:off x="0" y="0"/>
          <a:ext cx="0" cy="0"/>
          <a:chOff x="0" y="0"/>
          <a:chExt cx="0" cy="0"/>
        </a:xfrm>
      </p:grpSpPr>
      <p:sp>
        <p:nvSpPr>
          <p:cNvPr id="488" name="Google Shape;488;p55"/>
          <p:cNvSpPr/>
          <p:nvPr/>
        </p:nvSpPr>
        <p:spPr>
          <a:xfrm>
            <a:off x="5193800" y="2258195"/>
            <a:ext cx="1279800" cy="4176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55"/>
          <p:cNvSpPr/>
          <p:nvPr/>
        </p:nvSpPr>
        <p:spPr>
          <a:xfrm>
            <a:off x="5193800" y="1428600"/>
            <a:ext cx="1279800" cy="4176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55"/>
          <p:cNvSpPr/>
          <p:nvPr/>
        </p:nvSpPr>
        <p:spPr>
          <a:xfrm>
            <a:off x="5193800" y="3087778"/>
            <a:ext cx="1279800" cy="4176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5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System composition</a:t>
            </a:r>
            <a:endParaRPr/>
          </a:p>
        </p:txBody>
      </p:sp>
      <p:sp>
        <p:nvSpPr>
          <p:cNvPr id="492" name="Google Shape;492;p55"/>
          <p:cNvSpPr txBox="1"/>
          <p:nvPr/>
        </p:nvSpPr>
        <p:spPr>
          <a:xfrm>
            <a:off x="5276602" y="1858875"/>
            <a:ext cx="2979300" cy="300000"/>
          </a:xfrm>
          <a:prstGeom prst="rect">
            <a:avLst/>
          </a:prstGeom>
          <a:noFill/>
          <a:ln>
            <a:noFill/>
          </a:ln>
        </p:spPr>
        <p:txBody>
          <a:bodyPr spcFirstLastPara="1" wrap="square" lIns="68650" tIns="34325" rIns="68650" bIns="34325" anchor="t" anchorCtr="0">
            <a:noAutofit/>
          </a:bodyPr>
          <a:lstStyle/>
          <a:p>
            <a:pPr marL="0" lvl="0" indent="0" algn="l" rtl="0">
              <a:spcBef>
                <a:spcPts val="0"/>
              </a:spcBef>
              <a:spcAft>
                <a:spcPts val="0"/>
              </a:spcAft>
              <a:buNone/>
            </a:pPr>
            <a:r>
              <a:rPr lang="en">
                <a:solidFill>
                  <a:schemeClr val="dk1"/>
                </a:solidFill>
                <a:latin typeface="Exo"/>
                <a:ea typeface="Exo"/>
                <a:cs typeface="Exo"/>
                <a:sym typeface="Exo"/>
              </a:rPr>
              <a:t>Primary labels</a:t>
            </a:r>
            <a:endParaRPr>
              <a:solidFill>
                <a:schemeClr val="dk1"/>
              </a:solidFill>
              <a:latin typeface="Exo"/>
              <a:ea typeface="Exo"/>
              <a:cs typeface="Exo"/>
              <a:sym typeface="Exo"/>
            </a:endParaRPr>
          </a:p>
        </p:txBody>
      </p:sp>
      <p:sp>
        <p:nvSpPr>
          <p:cNvPr id="493" name="Google Shape;493;p55"/>
          <p:cNvSpPr txBox="1"/>
          <p:nvPr/>
        </p:nvSpPr>
        <p:spPr>
          <a:xfrm>
            <a:off x="5276595" y="1407725"/>
            <a:ext cx="11142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700" b="1">
                <a:solidFill>
                  <a:schemeClr val="dk1"/>
                </a:solidFill>
                <a:latin typeface="Sora"/>
                <a:ea typeface="Sora"/>
                <a:cs typeface="Sora"/>
                <a:sym typeface="Sora"/>
              </a:rPr>
              <a:t>TSS</a:t>
            </a:r>
            <a:endParaRPr sz="1700" b="1">
              <a:solidFill>
                <a:schemeClr val="dk1"/>
              </a:solidFill>
              <a:latin typeface="Sora"/>
              <a:ea typeface="Sora"/>
              <a:cs typeface="Sora"/>
              <a:sym typeface="Sora"/>
            </a:endParaRPr>
          </a:p>
        </p:txBody>
      </p:sp>
      <p:sp>
        <p:nvSpPr>
          <p:cNvPr id="494" name="Google Shape;494;p55"/>
          <p:cNvSpPr txBox="1"/>
          <p:nvPr/>
        </p:nvSpPr>
        <p:spPr>
          <a:xfrm>
            <a:off x="5276602" y="2698900"/>
            <a:ext cx="2979300" cy="300000"/>
          </a:xfrm>
          <a:prstGeom prst="rect">
            <a:avLst/>
          </a:prstGeom>
          <a:noFill/>
          <a:ln>
            <a:noFill/>
          </a:ln>
        </p:spPr>
        <p:txBody>
          <a:bodyPr spcFirstLastPara="1" wrap="square" lIns="68650" tIns="34325" rIns="68650" bIns="34325" anchor="t" anchorCtr="0">
            <a:noAutofit/>
          </a:bodyPr>
          <a:lstStyle/>
          <a:p>
            <a:pPr marL="0" lvl="0" indent="0" algn="l" rtl="0">
              <a:spcBef>
                <a:spcPts val="0"/>
              </a:spcBef>
              <a:spcAft>
                <a:spcPts val="0"/>
              </a:spcAft>
              <a:buNone/>
            </a:pPr>
            <a:r>
              <a:rPr lang="en">
                <a:solidFill>
                  <a:schemeClr val="dk1"/>
                </a:solidFill>
                <a:latin typeface="Exo"/>
                <a:ea typeface="Exo"/>
                <a:cs typeface="Exo"/>
                <a:sym typeface="Exo"/>
              </a:rPr>
              <a:t>Cord + lesion CLI</a:t>
            </a:r>
            <a:endParaRPr>
              <a:solidFill>
                <a:schemeClr val="dk1"/>
              </a:solidFill>
              <a:latin typeface="Exo"/>
              <a:ea typeface="Exo"/>
              <a:cs typeface="Exo"/>
              <a:sym typeface="Exo"/>
            </a:endParaRPr>
          </a:p>
        </p:txBody>
      </p:sp>
      <p:sp>
        <p:nvSpPr>
          <p:cNvPr id="495" name="Google Shape;495;p55"/>
          <p:cNvSpPr txBox="1"/>
          <p:nvPr/>
        </p:nvSpPr>
        <p:spPr>
          <a:xfrm>
            <a:off x="5276595" y="2247743"/>
            <a:ext cx="11142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700" b="1">
                <a:solidFill>
                  <a:schemeClr val="dk1"/>
                </a:solidFill>
                <a:latin typeface="Sora"/>
                <a:ea typeface="Sora"/>
                <a:cs typeface="Sora"/>
                <a:sym typeface="Sora"/>
              </a:rPr>
              <a:t>SCT</a:t>
            </a:r>
            <a:endParaRPr sz="1700" b="1">
              <a:solidFill>
                <a:schemeClr val="dk1"/>
              </a:solidFill>
              <a:latin typeface="Sora"/>
              <a:ea typeface="Sora"/>
              <a:cs typeface="Sora"/>
              <a:sym typeface="Sora"/>
            </a:endParaRPr>
          </a:p>
        </p:txBody>
      </p:sp>
      <p:sp>
        <p:nvSpPr>
          <p:cNvPr id="496" name="Google Shape;496;p55"/>
          <p:cNvSpPr txBox="1"/>
          <p:nvPr/>
        </p:nvSpPr>
        <p:spPr>
          <a:xfrm>
            <a:off x="5276602" y="3538925"/>
            <a:ext cx="2979300" cy="300000"/>
          </a:xfrm>
          <a:prstGeom prst="rect">
            <a:avLst/>
          </a:prstGeom>
          <a:noFill/>
          <a:ln>
            <a:noFill/>
          </a:ln>
        </p:spPr>
        <p:txBody>
          <a:bodyPr spcFirstLastPara="1" wrap="square" lIns="68650" tIns="34325" rIns="68650" bIns="34325" anchor="t" anchorCtr="0">
            <a:noAutofit/>
          </a:bodyPr>
          <a:lstStyle/>
          <a:p>
            <a:pPr marL="0" lvl="0" indent="0" algn="l" rtl="0">
              <a:spcBef>
                <a:spcPts val="0"/>
              </a:spcBef>
              <a:spcAft>
                <a:spcPts val="0"/>
              </a:spcAft>
              <a:buNone/>
            </a:pPr>
            <a:r>
              <a:rPr lang="en">
                <a:solidFill>
                  <a:schemeClr val="dk1"/>
                </a:solidFill>
                <a:latin typeface="Exo"/>
                <a:ea typeface="Exo"/>
                <a:cs typeface="Exo"/>
                <a:sym typeface="Exo"/>
              </a:rPr>
              <a:t>Cobb add-on only</a:t>
            </a:r>
            <a:endParaRPr>
              <a:solidFill>
                <a:schemeClr val="dk1"/>
              </a:solidFill>
              <a:latin typeface="Exo"/>
              <a:ea typeface="Exo"/>
              <a:cs typeface="Exo"/>
              <a:sym typeface="Exo"/>
            </a:endParaRPr>
          </a:p>
        </p:txBody>
      </p:sp>
      <p:sp>
        <p:nvSpPr>
          <p:cNvPr id="497" name="Google Shape;497;p55"/>
          <p:cNvSpPr txBox="1"/>
          <p:nvPr/>
        </p:nvSpPr>
        <p:spPr>
          <a:xfrm>
            <a:off x="5276600" y="3087775"/>
            <a:ext cx="11142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700" b="1">
                <a:solidFill>
                  <a:schemeClr val="dk1"/>
                </a:solidFill>
                <a:latin typeface="Sora"/>
                <a:ea typeface="Sora"/>
                <a:cs typeface="Sora"/>
                <a:sym typeface="Sora"/>
              </a:rPr>
              <a:t>SPINEPS</a:t>
            </a:r>
            <a:endParaRPr sz="1700" b="1">
              <a:solidFill>
                <a:schemeClr val="dk1"/>
              </a:solidFill>
              <a:latin typeface="Sora"/>
              <a:ea typeface="Sora"/>
              <a:cs typeface="Sora"/>
              <a:sym typeface="Sora"/>
            </a:endParaRPr>
          </a:p>
        </p:txBody>
      </p:sp>
      <p:pic>
        <p:nvPicPr>
          <p:cNvPr id="498" name="Google Shape;498;p55" title="Gráfico">
            <a:hlinkClick r:id="rId3"/>
          </p:cNvPr>
          <p:cNvPicPr preferRelativeResize="0"/>
          <p:nvPr/>
        </p:nvPicPr>
        <p:blipFill>
          <a:blip r:embed="rId4">
            <a:alphaModFix/>
          </a:blip>
          <a:stretch>
            <a:fillRect/>
          </a:stretch>
        </p:blipFill>
        <p:spPr>
          <a:xfrm>
            <a:off x="908875" y="1328075"/>
            <a:ext cx="4279425" cy="2646484"/>
          </a:xfrm>
          <a:prstGeom prst="rect">
            <a:avLst/>
          </a:prstGeom>
          <a:noFill/>
          <a:ln>
            <a:noFill/>
          </a:ln>
        </p:spPr>
      </p:pic>
      <p:sp>
        <p:nvSpPr>
          <p:cNvPr id="499" name="Google Shape;499;p55"/>
          <p:cNvSpPr txBox="1"/>
          <p:nvPr/>
        </p:nvSpPr>
        <p:spPr>
          <a:xfrm>
            <a:off x="2208150" y="4132500"/>
            <a:ext cx="4727700" cy="420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Exo"/>
                <a:ea typeface="Exo"/>
                <a:cs typeface="Exo"/>
                <a:sym typeface="Exo"/>
              </a:rPr>
              <a:t>Gotchas: TSS and SPINEPS require separate NumPy environments; SCT must be installed or G3 should fail gracefully.</a:t>
            </a:r>
            <a:endParaRPr sz="1200">
              <a:solidFill>
                <a:schemeClr val="dk1"/>
              </a:solidFill>
              <a:latin typeface="Exo"/>
              <a:ea typeface="Exo"/>
              <a:cs typeface="Exo"/>
              <a:sym typeface="Exo"/>
            </a:endParaRPr>
          </a:p>
        </p:txBody>
      </p:sp>
    </p:spTree>
  </p:cSld>
  <p:clrMapOvr>
    <a:masterClrMapping/>
  </p:clrMapOvr>
</p:sld>
</file>

<file path=ppt/slides/slide18.xml><?xml version="1.0" encoding="utf-8"?>
<p:sld xmlns:a="http://schemas.openxmlformats.org/drawingml/2006/main" xmlns:p="http://schemas.openxmlformats.org/presentationml/2006/main">
  <p:cSld>
    <p:spTree>
      <p:nvGrpSpPr>
        <p:cNvPr id="1" name="Shape 503"/>
        <p:cNvGrpSpPr/>
        <p:nvPr/>
      </p:nvGrpSpPr>
      <p:grpSpPr>
        <a:xfrm>
          <a:off x="0" y="0"/>
          <a:ext cx="0" cy="0"/>
          <a:chOff x="0" y="0"/>
          <a:chExt cx="0" cy="0"/>
        </a:xfrm>
      </p:grpSpPr>
      <p:sp>
        <p:nvSpPr>
          <p:cNvPr id="504" name="Google Shape;504;p56"/>
          <p:cNvSpPr txBox="1">
            <a:spLocks noGrp="1"/>
          </p:cNvSpPr>
          <p:nvPr>
            <p:ph type="title"/>
          </p:nvPr>
        </p:nvSpPr>
        <p:spPr>
          <a:xfrm>
            <a:off x="720000" y="1427700"/>
            <a:ext cx="56574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Pipeline story</a:t>
            </a:r>
            <a:endParaRPr/>
          </a:p>
        </p:txBody>
      </p:sp>
      <p:sp>
        <p:nvSpPr>
          <p:cNvPr id="505" name="Google Shape;505;p56"/>
          <p:cNvSpPr txBox="1">
            <a:spLocks noGrp="1"/>
          </p:cNvSpPr>
          <p:nvPr>
            <p:ph type="body" idx="1"/>
          </p:nvPr>
        </p:nvSpPr>
        <p:spPr>
          <a:xfrm>
            <a:off x="720000" y="2214000"/>
            <a:ext cx="4280100" cy="202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Input: one sagittal T2 cervical MRI</a:t>
            </a:r>
            <a:endParaRPr/>
          </a:p>
          <a:p>
            <a:pPr marL="0" lvl="0" indent="0" algn="l" rtl="0">
              <a:spcBef>
                <a:spcPts val="0"/>
              </a:spcBef>
              <a:spcAft>
                <a:spcPts val="0"/>
              </a:spcAft>
              <a:buNone/>
            </a:pPr>
            <a:r>
              <a:rPr lang="en"/>
              <a:t>Segment vertebrae, discs, canal, cord, and Cobb endplates</a:t>
            </a:r>
            <a:endParaRPr/>
          </a:p>
          <a:p>
            <a:pPr marL="0" lvl="0" indent="0" algn="l" rtl="0">
              <a:spcBef>
                <a:spcPts val="0"/>
              </a:spcBef>
              <a:spcAft>
                <a:spcPts val="0"/>
              </a:spcAft>
              <a:buNone/>
            </a:pPr>
            <a:r>
              <a:rPr lang="en"/>
              <a:t>Compute G1-G5 measurements and G6 interpretation outputs</a:t>
            </a:r>
            <a:endParaRPr/>
          </a:p>
          <a:p>
            <a:pPr marL="0" lvl="0" indent="0" algn="l" rtl="0">
              <a:spcBef>
                <a:spcPts val="0"/>
              </a:spcBef>
              <a:spcAft>
                <a:spcPts val="0"/>
              </a:spcAft>
              <a:buNone/>
            </a:pPr>
            <a:r>
              <a:rPr lang="en"/>
              <a:t>Render measurements, flags, impressions, and PDF export</a:t>
            </a:r>
            <a:endParaRPr/>
          </a:p>
        </p:txBody>
      </p:sp>
      <p:sp>
        <p:nvSpPr>
          <p:cNvPr id="506" name="Google Shape;506;p56"/>
          <p:cNvSpPr/>
          <p:nvPr/>
        </p:nvSpPr>
        <p:spPr>
          <a:xfrm>
            <a:off x="5214050" y="4473924"/>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7" name="Google Shape;507;p56"/>
          <p:cNvCxnSpPr/>
          <p:nvPr/>
        </p:nvCxnSpPr>
        <p:spPr>
          <a:xfrm>
            <a:off x="618735" y="2057658"/>
            <a:ext cx="2523900" cy="0"/>
          </a:xfrm>
          <a:prstGeom prst="straightConnector1">
            <a:avLst/>
          </a:prstGeom>
          <a:noFill/>
          <a:ln w="19050" cap="flat" cmpd="sng">
            <a:solidFill>
              <a:srgbClr val="DADACE"/>
            </a:solidFill>
            <a:prstDash val="solid"/>
            <a:round/>
            <a:headEnd type="none" w="med" len="med"/>
            <a:tailEnd type="none" w="med" len="med"/>
          </a:ln>
        </p:spPr>
      </p:cxnSp>
      <p:grpSp>
        <p:nvGrpSpPr>
          <p:cNvPr id="508" name="Google Shape;508;p56"/>
          <p:cNvGrpSpPr/>
          <p:nvPr/>
        </p:nvGrpSpPr>
        <p:grpSpPr>
          <a:xfrm>
            <a:off x="618647" y="1067853"/>
            <a:ext cx="2523598" cy="356601"/>
            <a:chOff x="1524913" y="922950"/>
            <a:chExt cx="6094175" cy="564600"/>
          </a:xfrm>
        </p:grpSpPr>
        <p:cxnSp>
          <p:nvCxnSpPr>
            <p:cNvPr id="509" name="Google Shape;509;p56"/>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510" name="Google Shape;510;p56"/>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grpSp>
        <p:nvGrpSpPr>
          <p:cNvPr id="511" name="Google Shape;511;p56"/>
          <p:cNvGrpSpPr/>
          <p:nvPr/>
        </p:nvGrpSpPr>
        <p:grpSpPr>
          <a:xfrm>
            <a:off x="7243850" y="1251261"/>
            <a:ext cx="1290179" cy="2640983"/>
            <a:chOff x="8442919" y="4922723"/>
            <a:chExt cx="635650" cy="1301169"/>
          </a:xfrm>
        </p:grpSpPr>
        <p:sp>
          <p:nvSpPr>
            <p:cNvPr id="512" name="Google Shape;512;p56"/>
            <p:cNvSpPr/>
            <p:nvPr/>
          </p:nvSpPr>
          <p:spPr>
            <a:xfrm>
              <a:off x="8649904" y="4922723"/>
              <a:ext cx="383075" cy="344331"/>
            </a:xfrm>
            <a:custGeom>
              <a:avLst/>
              <a:gdLst/>
              <a:ahLst/>
              <a:cxnLst/>
              <a:rect l="l" t="t" r="r" b="b"/>
              <a:pathLst>
                <a:path w="383075" h="344331" extrusionOk="0">
                  <a:moveTo>
                    <a:pt x="367183" y="149320"/>
                  </a:moveTo>
                  <a:cubicBezTo>
                    <a:pt x="356607" y="137541"/>
                    <a:pt x="343710" y="126363"/>
                    <a:pt x="340228" y="110929"/>
                  </a:cubicBezTo>
                  <a:cubicBezTo>
                    <a:pt x="337046" y="96743"/>
                    <a:pt x="342334" y="80836"/>
                    <a:pt x="335112" y="67939"/>
                  </a:cubicBezTo>
                  <a:cubicBezTo>
                    <a:pt x="326170" y="52419"/>
                    <a:pt x="303256" y="50743"/>
                    <a:pt x="292465" y="36384"/>
                  </a:cubicBezTo>
                  <a:cubicBezTo>
                    <a:pt x="287220" y="29462"/>
                    <a:pt x="285544" y="20391"/>
                    <a:pt x="280385" y="13427"/>
                  </a:cubicBezTo>
                  <a:cubicBezTo>
                    <a:pt x="271787" y="1561"/>
                    <a:pt x="254848" y="-1362"/>
                    <a:pt x="240146" y="529"/>
                  </a:cubicBezTo>
                  <a:cubicBezTo>
                    <a:pt x="225443" y="2421"/>
                    <a:pt x="211428" y="7752"/>
                    <a:pt x="196682" y="9128"/>
                  </a:cubicBezTo>
                  <a:cubicBezTo>
                    <a:pt x="176476" y="10804"/>
                    <a:pt x="155540" y="4528"/>
                    <a:pt x="136194" y="10589"/>
                  </a:cubicBezTo>
                  <a:cubicBezTo>
                    <a:pt x="114699" y="17253"/>
                    <a:pt x="102017" y="36384"/>
                    <a:pt x="88302" y="54956"/>
                  </a:cubicBezTo>
                  <a:lnTo>
                    <a:pt x="70418" y="76451"/>
                  </a:lnTo>
                  <a:cubicBezTo>
                    <a:pt x="66764" y="80148"/>
                    <a:pt x="62766" y="83501"/>
                    <a:pt x="58467" y="86468"/>
                  </a:cubicBezTo>
                  <a:cubicBezTo>
                    <a:pt x="50901" y="91498"/>
                    <a:pt x="42174" y="95066"/>
                    <a:pt x="35682" y="101429"/>
                  </a:cubicBezTo>
                  <a:cubicBezTo>
                    <a:pt x="22226" y="115917"/>
                    <a:pt x="23086" y="138530"/>
                    <a:pt x="37574" y="151986"/>
                  </a:cubicBezTo>
                  <a:cubicBezTo>
                    <a:pt x="37961" y="152330"/>
                    <a:pt x="38347" y="152674"/>
                    <a:pt x="38734" y="153018"/>
                  </a:cubicBezTo>
                  <a:cubicBezTo>
                    <a:pt x="22871" y="158692"/>
                    <a:pt x="12596" y="174126"/>
                    <a:pt x="13456" y="190935"/>
                  </a:cubicBezTo>
                  <a:cubicBezTo>
                    <a:pt x="14832" y="199791"/>
                    <a:pt x="17282" y="208475"/>
                    <a:pt x="20721" y="216730"/>
                  </a:cubicBezTo>
                  <a:cubicBezTo>
                    <a:pt x="23516" y="225328"/>
                    <a:pt x="25278" y="234786"/>
                    <a:pt x="21796" y="243083"/>
                  </a:cubicBezTo>
                  <a:cubicBezTo>
                    <a:pt x="18314" y="251380"/>
                    <a:pt x="7867" y="257184"/>
                    <a:pt x="0" y="252842"/>
                  </a:cubicBezTo>
                  <a:cubicBezTo>
                    <a:pt x="3052" y="264621"/>
                    <a:pt x="11264" y="274380"/>
                    <a:pt x="22312" y="279410"/>
                  </a:cubicBezTo>
                  <a:cubicBezTo>
                    <a:pt x="18056" y="283838"/>
                    <a:pt x="12295" y="286460"/>
                    <a:pt x="6190" y="286804"/>
                  </a:cubicBezTo>
                  <a:cubicBezTo>
                    <a:pt x="23128" y="325109"/>
                    <a:pt x="68054" y="344713"/>
                    <a:pt x="109927" y="344326"/>
                  </a:cubicBezTo>
                  <a:cubicBezTo>
                    <a:pt x="151800" y="343939"/>
                    <a:pt x="191609" y="327473"/>
                    <a:pt x="230301" y="311309"/>
                  </a:cubicBezTo>
                  <a:lnTo>
                    <a:pt x="342592" y="280356"/>
                  </a:lnTo>
                  <a:cubicBezTo>
                    <a:pt x="352480" y="277948"/>
                    <a:pt x="356392" y="265868"/>
                    <a:pt x="356092" y="255722"/>
                  </a:cubicBezTo>
                  <a:cubicBezTo>
                    <a:pt x="355790" y="245576"/>
                    <a:pt x="353082" y="235044"/>
                    <a:pt x="356564" y="225629"/>
                  </a:cubicBezTo>
                  <a:cubicBezTo>
                    <a:pt x="361379" y="212732"/>
                    <a:pt x="376383" y="205423"/>
                    <a:pt x="381370" y="192440"/>
                  </a:cubicBezTo>
                  <a:cubicBezTo>
                    <a:pt x="387002" y="177350"/>
                    <a:pt x="377759" y="161100"/>
                    <a:pt x="367183" y="149320"/>
                  </a:cubicBezTo>
                  <a:lnTo>
                    <a:pt x="367183" y="1493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3" name="Google Shape;513;p56"/>
            <p:cNvSpPr/>
            <p:nvPr/>
          </p:nvSpPr>
          <p:spPr>
            <a:xfrm>
              <a:off x="8745681" y="4951111"/>
              <a:ext cx="227053" cy="435871"/>
            </a:xfrm>
            <a:custGeom>
              <a:avLst/>
              <a:gdLst/>
              <a:ahLst/>
              <a:cxnLst/>
              <a:rect l="l" t="t" r="r" b="b"/>
              <a:pathLst>
                <a:path w="227053" h="435871" extrusionOk="0">
                  <a:moveTo>
                    <a:pt x="109503" y="258"/>
                  </a:moveTo>
                  <a:lnTo>
                    <a:pt x="103312" y="0"/>
                  </a:lnTo>
                  <a:cubicBezTo>
                    <a:pt x="36203" y="1032"/>
                    <a:pt x="-382" y="58596"/>
                    <a:pt x="2499" y="125619"/>
                  </a:cubicBezTo>
                  <a:lnTo>
                    <a:pt x="5" y="356479"/>
                  </a:lnTo>
                  <a:cubicBezTo>
                    <a:pt x="-468" y="398265"/>
                    <a:pt x="31861" y="433088"/>
                    <a:pt x="73562" y="435710"/>
                  </a:cubicBezTo>
                  <a:lnTo>
                    <a:pt x="73562" y="435710"/>
                  </a:lnTo>
                  <a:cubicBezTo>
                    <a:pt x="116811" y="438462"/>
                    <a:pt x="154127" y="405617"/>
                    <a:pt x="156878" y="362368"/>
                  </a:cubicBezTo>
                  <a:cubicBezTo>
                    <a:pt x="156878" y="361938"/>
                    <a:pt x="156921" y="361508"/>
                    <a:pt x="156964" y="361079"/>
                  </a:cubicBezTo>
                  <a:cubicBezTo>
                    <a:pt x="157566" y="348955"/>
                    <a:pt x="157996" y="340443"/>
                    <a:pt x="158039" y="340443"/>
                  </a:cubicBezTo>
                  <a:cubicBezTo>
                    <a:pt x="158082" y="340443"/>
                    <a:pt x="222783" y="333220"/>
                    <a:pt x="226351" y="268950"/>
                  </a:cubicBezTo>
                  <a:cubicBezTo>
                    <a:pt x="228071" y="237910"/>
                    <a:pt x="226351" y="173682"/>
                    <a:pt x="224202" y="115559"/>
                  </a:cubicBezTo>
                  <a:cubicBezTo>
                    <a:pt x="221880" y="53093"/>
                    <a:pt x="171925" y="2923"/>
                    <a:pt x="109503" y="258"/>
                  </a:cubicBezTo>
                  <a:lnTo>
                    <a:pt x="109503" y="258"/>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4" name="Google Shape;514;p56"/>
            <p:cNvSpPr/>
            <p:nvPr/>
          </p:nvSpPr>
          <p:spPr>
            <a:xfrm>
              <a:off x="8821049" y="5263223"/>
              <a:ext cx="82670" cy="44893"/>
            </a:xfrm>
            <a:custGeom>
              <a:avLst/>
              <a:gdLst/>
              <a:ahLst/>
              <a:cxnLst/>
              <a:rect l="l" t="t" r="r" b="b"/>
              <a:pathLst>
                <a:path w="82670" h="44893" extrusionOk="0">
                  <a:moveTo>
                    <a:pt x="82671" y="28331"/>
                  </a:moveTo>
                  <a:cubicBezTo>
                    <a:pt x="52964" y="26998"/>
                    <a:pt x="24290" y="17153"/>
                    <a:pt x="0" y="0"/>
                  </a:cubicBezTo>
                  <a:cubicBezTo>
                    <a:pt x="0" y="0"/>
                    <a:pt x="17196" y="47806"/>
                    <a:pt x="81682" y="44753"/>
                  </a:cubicBezTo>
                  <a:lnTo>
                    <a:pt x="82671" y="28331"/>
                  </a:lnTo>
                  <a:lnTo>
                    <a:pt x="82671" y="2833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5" name="Google Shape;515;p56"/>
            <p:cNvSpPr/>
            <p:nvPr/>
          </p:nvSpPr>
          <p:spPr>
            <a:xfrm>
              <a:off x="8924570" y="5109514"/>
              <a:ext cx="18357" cy="17532"/>
            </a:xfrm>
            <a:custGeom>
              <a:avLst/>
              <a:gdLst/>
              <a:ahLst/>
              <a:cxnLst/>
              <a:rect l="l" t="t" r="r" b="b"/>
              <a:pathLst>
                <a:path w="18357" h="17532" extrusionOk="0">
                  <a:moveTo>
                    <a:pt x="18357" y="8616"/>
                  </a:moveTo>
                  <a:cubicBezTo>
                    <a:pt x="18185" y="13602"/>
                    <a:pt x="14101" y="17558"/>
                    <a:pt x="9114" y="17515"/>
                  </a:cubicBezTo>
                  <a:cubicBezTo>
                    <a:pt x="4385" y="17816"/>
                    <a:pt x="301" y="14204"/>
                    <a:pt x="0" y="9432"/>
                  </a:cubicBezTo>
                  <a:lnTo>
                    <a:pt x="0" y="8917"/>
                  </a:lnTo>
                  <a:cubicBezTo>
                    <a:pt x="172" y="3930"/>
                    <a:pt x="4256" y="-26"/>
                    <a:pt x="9243" y="18"/>
                  </a:cubicBezTo>
                  <a:cubicBezTo>
                    <a:pt x="13972" y="-283"/>
                    <a:pt x="18056" y="3328"/>
                    <a:pt x="18357" y="8100"/>
                  </a:cubicBezTo>
                  <a:lnTo>
                    <a:pt x="18357" y="861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6" name="Google Shape;516;p56"/>
            <p:cNvSpPr/>
            <p:nvPr/>
          </p:nvSpPr>
          <p:spPr>
            <a:xfrm>
              <a:off x="8918740" y="5082330"/>
              <a:ext cx="36424" cy="10596"/>
            </a:xfrm>
            <a:custGeom>
              <a:avLst/>
              <a:gdLst/>
              <a:ahLst/>
              <a:cxnLst/>
              <a:rect l="l" t="t" r="r" b="b"/>
              <a:pathLst>
                <a:path w="36424" h="10596" extrusionOk="0">
                  <a:moveTo>
                    <a:pt x="36268" y="10435"/>
                  </a:moveTo>
                  <a:cubicBezTo>
                    <a:pt x="35064" y="11596"/>
                    <a:pt x="28357" y="6136"/>
                    <a:pt x="18470" y="5749"/>
                  </a:cubicBezTo>
                  <a:cubicBezTo>
                    <a:pt x="8581" y="5362"/>
                    <a:pt x="1273" y="10048"/>
                    <a:pt x="112" y="8716"/>
                  </a:cubicBezTo>
                  <a:cubicBezTo>
                    <a:pt x="-403" y="8157"/>
                    <a:pt x="843" y="6050"/>
                    <a:pt x="4111" y="3901"/>
                  </a:cubicBezTo>
                  <a:cubicBezTo>
                    <a:pt x="8495" y="1106"/>
                    <a:pt x="13655" y="-226"/>
                    <a:pt x="18856" y="31"/>
                  </a:cubicBezTo>
                  <a:cubicBezTo>
                    <a:pt x="24015" y="246"/>
                    <a:pt x="28916" y="2095"/>
                    <a:pt x="32957" y="5276"/>
                  </a:cubicBezTo>
                  <a:cubicBezTo>
                    <a:pt x="35923" y="7727"/>
                    <a:pt x="36827" y="9747"/>
                    <a:pt x="36268" y="10435"/>
                  </a:cubicBezTo>
                  <a:lnTo>
                    <a:pt x="36268" y="1043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7" name="Google Shape;517;p56"/>
            <p:cNvSpPr/>
            <p:nvPr/>
          </p:nvSpPr>
          <p:spPr>
            <a:xfrm>
              <a:off x="8830765" y="5109557"/>
              <a:ext cx="18400" cy="17474"/>
            </a:xfrm>
            <a:custGeom>
              <a:avLst/>
              <a:gdLst/>
              <a:ahLst/>
              <a:cxnLst/>
              <a:rect l="l" t="t" r="r" b="b"/>
              <a:pathLst>
                <a:path w="18400" h="17474" extrusionOk="0">
                  <a:moveTo>
                    <a:pt x="18400" y="8573"/>
                  </a:moveTo>
                  <a:cubicBezTo>
                    <a:pt x="18228" y="13559"/>
                    <a:pt x="14101" y="17515"/>
                    <a:pt x="9114" y="17472"/>
                  </a:cubicBezTo>
                  <a:cubicBezTo>
                    <a:pt x="4213" y="17601"/>
                    <a:pt x="129" y="13775"/>
                    <a:pt x="0" y="8874"/>
                  </a:cubicBezTo>
                  <a:lnTo>
                    <a:pt x="0" y="8874"/>
                  </a:lnTo>
                  <a:cubicBezTo>
                    <a:pt x="215" y="3887"/>
                    <a:pt x="4299" y="-26"/>
                    <a:pt x="9286" y="18"/>
                  </a:cubicBezTo>
                  <a:cubicBezTo>
                    <a:pt x="14015" y="-283"/>
                    <a:pt x="18099" y="3328"/>
                    <a:pt x="18400" y="8100"/>
                  </a:cubicBezTo>
                  <a:lnTo>
                    <a:pt x="18400" y="857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 name="Google Shape;518;p56"/>
            <p:cNvSpPr/>
            <p:nvPr/>
          </p:nvSpPr>
          <p:spPr>
            <a:xfrm>
              <a:off x="8821754" y="5082202"/>
              <a:ext cx="36439" cy="10628"/>
            </a:xfrm>
            <a:custGeom>
              <a:avLst/>
              <a:gdLst/>
              <a:ahLst/>
              <a:cxnLst/>
              <a:rect l="l" t="t" r="r" b="b"/>
              <a:pathLst>
                <a:path w="36439" h="10628" extrusionOk="0">
                  <a:moveTo>
                    <a:pt x="36267" y="10477"/>
                  </a:moveTo>
                  <a:cubicBezTo>
                    <a:pt x="35064" y="11595"/>
                    <a:pt x="28314" y="6178"/>
                    <a:pt x="18469" y="5748"/>
                  </a:cubicBezTo>
                  <a:cubicBezTo>
                    <a:pt x="8625" y="5318"/>
                    <a:pt x="1273" y="10047"/>
                    <a:pt x="113" y="8758"/>
                  </a:cubicBezTo>
                  <a:cubicBezTo>
                    <a:pt x="-404" y="8199"/>
                    <a:pt x="843" y="6049"/>
                    <a:pt x="4110" y="3900"/>
                  </a:cubicBezTo>
                  <a:cubicBezTo>
                    <a:pt x="8539" y="1148"/>
                    <a:pt x="13654" y="-227"/>
                    <a:pt x="18856" y="31"/>
                  </a:cubicBezTo>
                  <a:cubicBezTo>
                    <a:pt x="24015" y="246"/>
                    <a:pt x="28959" y="2094"/>
                    <a:pt x="33000" y="5275"/>
                  </a:cubicBezTo>
                  <a:cubicBezTo>
                    <a:pt x="35924" y="7726"/>
                    <a:pt x="36869" y="9918"/>
                    <a:pt x="36267" y="10477"/>
                  </a:cubicBezTo>
                  <a:lnTo>
                    <a:pt x="36267" y="1047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 name="Google Shape;519;p56"/>
            <p:cNvSpPr/>
            <p:nvPr/>
          </p:nvSpPr>
          <p:spPr>
            <a:xfrm>
              <a:off x="8889108" y="5087603"/>
              <a:ext cx="26501" cy="83226"/>
            </a:xfrm>
            <a:custGeom>
              <a:avLst/>
              <a:gdLst/>
              <a:ahLst/>
              <a:cxnLst/>
              <a:rect l="l" t="t" r="r" b="b"/>
              <a:pathLst>
                <a:path w="26501" h="83226" extrusionOk="0">
                  <a:moveTo>
                    <a:pt x="1113" y="82503"/>
                  </a:moveTo>
                  <a:cubicBezTo>
                    <a:pt x="6401" y="81127"/>
                    <a:pt x="11818" y="80396"/>
                    <a:pt x="17278" y="80310"/>
                  </a:cubicBezTo>
                  <a:cubicBezTo>
                    <a:pt x="19815" y="80310"/>
                    <a:pt x="22222" y="79752"/>
                    <a:pt x="22738" y="78075"/>
                  </a:cubicBezTo>
                  <a:cubicBezTo>
                    <a:pt x="23039" y="75453"/>
                    <a:pt x="22565" y="72830"/>
                    <a:pt x="21362" y="70508"/>
                  </a:cubicBezTo>
                  <a:lnTo>
                    <a:pt x="14741" y="50948"/>
                  </a:lnTo>
                  <a:cubicBezTo>
                    <a:pt x="5541" y="23176"/>
                    <a:pt x="-993" y="348"/>
                    <a:pt x="124" y="4"/>
                  </a:cubicBezTo>
                  <a:cubicBezTo>
                    <a:pt x="1242" y="-340"/>
                    <a:pt x="9625" y="21886"/>
                    <a:pt x="18782" y="49658"/>
                  </a:cubicBezTo>
                  <a:cubicBezTo>
                    <a:pt x="21018" y="56537"/>
                    <a:pt x="23124" y="63071"/>
                    <a:pt x="25102" y="69305"/>
                  </a:cubicBezTo>
                  <a:cubicBezTo>
                    <a:pt x="26564" y="72400"/>
                    <a:pt x="26908" y="75968"/>
                    <a:pt x="26005" y="79279"/>
                  </a:cubicBezTo>
                  <a:cubicBezTo>
                    <a:pt x="25188" y="81041"/>
                    <a:pt x="23597" y="82331"/>
                    <a:pt x="21706" y="82804"/>
                  </a:cubicBezTo>
                  <a:cubicBezTo>
                    <a:pt x="20287" y="83105"/>
                    <a:pt x="18868" y="83234"/>
                    <a:pt x="17407" y="83191"/>
                  </a:cubicBezTo>
                  <a:cubicBezTo>
                    <a:pt x="7347" y="83320"/>
                    <a:pt x="1113" y="83105"/>
                    <a:pt x="1113" y="82503"/>
                  </a:cubicBezTo>
                  <a:lnTo>
                    <a:pt x="1113" y="8250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 name="Google Shape;520;p56"/>
            <p:cNvSpPr/>
            <p:nvPr/>
          </p:nvSpPr>
          <p:spPr>
            <a:xfrm>
              <a:off x="8858795" y="5175692"/>
              <a:ext cx="32414" cy="29239"/>
            </a:xfrm>
            <a:custGeom>
              <a:avLst/>
              <a:gdLst/>
              <a:ahLst/>
              <a:cxnLst/>
              <a:rect l="l" t="t" r="r" b="b"/>
              <a:pathLst>
                <a:path w="32414" h="29239" extrusionOk="0">
                  <a:moveTo>
                    <a:pt x="2063" y="2"/>
                  </a:moveTo>
                  <a:cubicBezTo>
                    <a:pt x="3654" y="2"/>
                    <a:pt x="3224" y="10707"/>
                    <a:pt x="12080" y="18746"/>
                  </a:cubicBezTo>
                  <a:cubicBezTo>
                    <a:pt x="20936" y="26785"/>
                    <a:pt x="32372" y="26054"/>
                    <a:pt x="32415" y="27344"/>
                  </a:cubicBezTo>
                  <a:cubicBezTo>
                    <a:pt x="32415" y="28032"/>
                    <a:pt x="29792" y="29322"/>
                    <a:pt x="24934" y="29236"/>
                  </a:cubicBezTo>
                  <a:cubicBezTo>
                    <a:pt x="18572" y="29107"/>
                    <a:pt x="12467" y="26699"/>
                    <a:pt x="7738" y="22486"/>
                  </a:cubicBezTo>
                  <a:cubicBezTo>
                    <a:pt x="3224" y="18488"/>
                    <a:pt x="430" y="12856"/>
                    <a:pt x="0" y="6838"/>
                  </a:cubicBezTo>
                  <a:cubicBezTo>
                    <a:pt x="0" y="2410"/>
                    <a:pt x="1289" y="-84"/>
                    <a:pt x="2063" y="2"/>
                  </a:cubicBezTo>
                  <a:lnTo>
                    <a:pt x="2063" y="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 name="Google Shape;521;p56"/>
            <p:cNvSpPr/>
            <p:nvPr/>
          </p:nvSpPr>
          <p:spPr>
            <a:xfrm>
              <a:off x="8813825" y="5044197"/>
              <a:ext cx="45403" cy="12330"/>
            </a:xfrm>
            <a:custGeom>
              <a:avLst/>
              <a:gdLst/>
              <a:ahLst/>
              <a:cxnLst/>
              <a:rect l="l" t="t" r="r" b="b"/>
              <a:pathLst>
                <a:path w="45403" h="12330" extrusionOk="0">
                  <a:moveTo>
                    <a:pt x="45314" y="8286"/>
                  </a:moveTo>
                  <a:cubicBezTo>
                    <a:pt x="44196" y="10952"/>
                    <a:pt x="34394" y="9232"/>
                    <a:pt x="22743" y="10135"/>
                  </a:cubicBezTo>
                  <a:cubicBezTo>
                    <a:pt x="11093" y="11038"/>
                    <a:pt x="1549" y="13789"/>
                    <a:pt x="130" y="11339"/>
                  </a:cubicBezTo>
                  <a:cubicBezTo>
                    <a:pt x="-515" y="10135"/>
                    <a:pt x="1248" y="7685"/>
                    <a:pt x="5117" y="5234"/>
                  </a:cubicBezTo>
                  <a:cubicBezTo>
                    <a:pt x="10276" y="2225"/>
                    <a:pt x="16080" y="462"/>
                    <a:pt x="22055" y="118"/>
                  </a:cubicBezTo>
                  <a:cubicBezTo>
                    <a:pt x="28031" y="-355"/>
                    <a:pt x="34007" y="591"/>
                    <a:pt x="39510" y="2956"/>
                  </a:cubicBezTo>
                  <a:cubicBezTo>
                    <a:pt x="43809" y="4890"/>
                    <a:pt x="45872" y="7040"/>
                    <a:pt x="45314" y="828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 name="Google Shape;522;p56"/>
            <p:cNvSpPr/>
            <p:nvPr/>
          </p:nvSpPr>
          <p:spPr>
            <a:xfrm>
              <a:off x="8918767" y="5048722"/>
              <a:ext cx="33870" cy="11862"/>
            </a:xfrm>
            <a:custGeom>
              <a:avLst/>
              <a:gdLst/>
              <a:ahLst/>
              <a:cxnLst/>
              <a:rect l="l" t="t" r="r" b="b"/>
              <a:pathLst>
                <a:path w="33870" h="11862" extrusionOk="0">
                  <a:moveTo>
                    <a:pt x="33576" y="11026"/>
                  </a:moveTo>
                  <a:cubicBezTo>
                    <a:pt x="31727" y="13175"/>
                    <a:pt x="24978" y="10553"/>
                    <a:pt x="16852" y="10123"/>
                  </a:cubicBezTo>
                  <a:cubicBezTo>
                    <a:pt x="8727" y="9693"/>
                    <a:pt x="1633" y="10983"/>
                    <a:pt x="172" y="8575"/>
                  </a:cubicBezTo>
                  <a:cubicBezTo>
                    <a:pt x="-473" y="7372"/>
                    <a:pt x="688" y="5179"/>
                    <a:pt x="3826" y="3201"/>
                  </a:cubicBezTo>
                  <a:cubicBezTo>
                    <a:pt x="7953" y="751"/>
                    <a:pt x="12768" y="-367"/>
                    <a:pt x="17583" y="106"/>
                  </a:cubicBezTo>
                  <a:cubicBezTo>
                    <a:pt x="22398" y="407"/>
                    <a:pt x="26998" y="2170"/>
                    <a:pt x="30738" y="5179"/>
                  </a:cubicBezTo>
                  <a:cubicBezTo>
                    <a:pt x="33533" y="7630"/>
                    <a:pt x="34392" y="9951"/>
                    <a:pt x="33576" y="1102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3" name="Google Shape;523;p56"/>
            <p:cNvSpPr/>
            <p:nvPr/>
          </p:nvSpPr>
          <p:spPr>
            <a:xfrm>
              <a:off x="8707292" y="5121949"/>
              <a:ext cx="44112" cy="67389"/>
            </a:xfrm>
            <a:custGeom>
              <a:avLst/>
              <a:gdLst/>
              <a:ahLst/>
              <a:cxnLst/>
              <a:rect l="l" t="t" r="r" b="b"/>
              <a:pathLst>
                <a:path w="44112" h="67389" extrusionOk="0">
                  <a:moveTo>
                    <a:pt x="44112" y="2672"/>
                  </a:moveTo>
                  <a:cubicBezTo>
                    <a:pt x="43037" y="2156"/>
                    <a:pt x="477" y="-12289"/>
                    <a:pt x="4" y="31734"/>
                  </a:cubicBezTo>
                  <a:cubicBezTo>
                    <a:pt x="-469" y="75756"/>
                    <a:pt x="43811" y="67158"/>
                    <a:pt x="43897" y="65868"/>
                  </a:cubicBezTo>
                  <a:cubicBezTo>
                    <a:pt x="43983" y="64578"/>
                    <a:pt x="44112" y="2672"/>
                    <a:pt x="44112" y="2672"/>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 name="Google Shape;524;p56"/>
            <p:cNvSpPr/>
            <p:nvPr/>
          </p:nvSpPr>
          <p:spPr>
            <a:xfrm>
              <a:off x="8718382" y="5135877"/>
              <a:ext cx="19595" cy="38545"/>
            </a:xfrm>
            <a:custGeom>
              <a:avLst/>
              <a:gdLst/>
              <a:ahLst/>
              <a:cxnLst/>
              <a:rect l="l" t="t" r="r" b="b"/>
              <a:pathLst>
                <a:path w="19595" h="38545" extrusionOk="0">
                  <a:moveTo>
                    <a:pt x="19566" y="35088"/>
                  </a:moveTo>
                  <a:cubicBezTo>
                    <a:pt x="19566" y="35088"/>
                    <a:pt x="18792" y="35604"/>
                    <a:pt x="17460" y="36206"/>
                  </a:cubicBezTo>
                  <a:cubicBezTo>
                    <a:pt x="15611" y="36937"/>
                    <a:pt x="13591" y="36937"/>
                    <a:pt x="11742" y="36206"/>
                  </a:cubicBezTo>
                  <a:cubicBezTo>
                    <a:pt x="7099" y="34444"/>
                    <a:pt x="3144" y="27006"/>
                    <a:pt x="3144" y="19010"/>
                  </a:cubicBezTo>
                  <a:cubicBezTo>
                    <a:pt x="3058" y="15227"/>
                    <a:pt x="3832" y="11487"/>
                    <a:pt x="5422" y="8047"/>
                  </a:cubicBezTo>
                  <a:cubicBezTo>
                    <a:pt x="6282" y="5253"/>
                    <a:pt x="8431" y="3061"/>
                    <a:pt x="11226" y="2201"/>
                  </a:cubicBezTo>
                  <a:cubicBezTo>
                    <a:pt x="13075" y="1728"/>
                    <a:pt x="14966" y="2631"/>
                    <a:pt x="15740" y="4350"/>
                  </a:cubicBezTo>
                  <a:cubicBezTo>
                    <a:pt x="16342" y="5597"/>
                    <a:pt x="16041" y="6500"/>
                    <a:pt x="16256" y="6543"/>
                  </a:cubicBezTo>
                  <a:cubicBezTo>
                    <a:pt x="16471" y="6586"/>
                    <a:pt x="17202" y="5855"/>
                    <a:pt x="16901" y="4006"/>
                  </a:cubicBezTo>
                  <a:cubicBezTo>
                    <a:pt x="16686" y="2932"/>
                    <a:pt x="16041" y="1943"/>
                    <a:pt x="15181" y="1255"/>
                  </a:cubicBezTo>
                  <a:cubicBezTo>
                    <a:pt x="13977" y="309"/>
                    <a:pt x="12430" y="-164"/>
                    <a:pt x="10882" y="51"/>
                  </a:cubicBezTo>
                  <a:cubicBezTo>
                    <a:pt x="7185" y="739"/>
                    <a:pt x="4132" y="3319"/>
                    <a:pt x="2800" y="6801"/>
                  </a:cubicBezTo>
                  <a:cubicBezTo>
                    <a:pt x="865" y="10584"/>
                    <a:pt x="-81" y="14797"/>
                    <a:pt x="5" y="19053"/>
                  </a:cubicBezTo>
                  <a:cubicBezTo>
                    <a:pt x="5" y="27909"/>
                    <a:pt x="4606" y="36249"/>
                    <a:pt x="10968" y="38184"/>
                  </a:cubicBezTo>
                  <a:cubicBezTo>
                    <a:pt x="13332" y="38915"/>
                    <a:pt x="15912" y="38528"/>
                    <a:pt x="17976" y="37109"/>
                  </a:cubicBezTo>
                  <a:cubicBezTo>
                    <a:pt x="19437" y="36163"/>
                    <a:pt x="19695" y="35175"/>
                    <a:pt x="19566" y="35088"/>
                  </a:cubicBezTo>
                  <a:lnTo>
                    <a:pt x="19566" y="3508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 name="Google Shape;525;p56"/>
            <p:cNvSpPr/>
            <p:nvPr/>
          </p:nvSpPr>
          <p:spPr>
            <a:xfrm>
              <a:off x="8729994" y="4934560"/>
              <a:ext cx="212958" cy="222990"/>
            </a:xfrm>
            <a:custGeom>
              <a:avLst/>
              <a:gdLst/>
              <a:ahLst/>
              <a:cxnLst/>
              <a:rect l="l" t="t" r="r" b="b"/>
              <a:pathLst>
                <a:path w="212958" h="222990" extrusionOk="0">
                  <a:moveTo>
                    <a:pt x="19949" y="60961"/>
                  </a:moveTo>
                  <a:cubicBezTo>
                    <a:pt x="26913" y="48364"/>
                    <a:pt x="36715" y="37531"/>
                    <a:pt x="48581" y="29406"/>
                  </a:cubicBezTo>
                  <a:cubicBezTo>
                    <a:pt x="61091" y="18873"/>
                    <a:pt x="75450" y="10748"/>
                    <a:pt x="90926" y="5460"/>
                  </a:cubicBezTo>
                  <a:cubicBezTo>
                    <a:pt x="115302" y="-3095"/>
                    <a:pt x="142085" y="-1548"/>
                    <a:pt x="165301" y="9759"/>
                  </a:cubicBezTo>
                  <a:cubicBezTo>
                    <a:pt x="173684" y="13929"/>
                    <a:pt x="180863" y="20076"/>
                    <a:pt x="186323" y="27686"/>
                  </a:cubicBezTo>
                  <a:cubicBezTo>
                    <a:pt x="202100" y="37488"/>
                    <a:pt x="217792" y="55759"/>
                    <a:pt x="211559" y="59198"/>
                  </a:cubicBezTo>
                  <a:lnTo>
                    <a:pt x="202960" y="49955"/>
                  </a:lnTo>
                  <a:cubicBezTo>
                    <a:pt x="202960" y="49955"/>
                    <a:pt x="199177" y="57822"/>
                    <a:pt x="183228" y="69903"/>
                  </a:cubicBezTo>
                  <a:cubicBezTo>
                    <a:pt x="182884" y="70161"/>
                    <a:pt x="182454" y="70419"/>
                    <a:pt x="182067" y="70634"/>
                  </a:cubicBezTo>
                  <a:cubicBezTo>
                    <a:pt x="180648" y="71665"/>
                    <a:pt x="179100" y="72525"/>
                    <a:pt x="177467" y="73213"/>
                  </a:cubicBezTo>
                  <a:lnTo>
                    <a:pt x="176564" y="73772"/>
                  </a:lnTo>
                  <a:cubicBezTo>
                    <a:pt x="157777" y="80049"/>
                    <a:pt x="145568" y="77512"/>
                    <a:pt x="126867" y="70978"/>
                  </a:cubicBezTo>
                  <a:cubicBezTo>
                    <a:pt x="113969" y="66678"/>
                    <a:pt x="102147" y="59112"/>
                    <a:pt x="89594" y="53781"/>
                  </a:cubicBezTo>
                  <a:cubicBezTo>
                    <a:pt x="78545" y="53781"/>
                    <a:pt x="67841" y="57736"/>
                    <a:pt x="59501" y="65002"/>
                  </a:cubicBezTo>
                  <a:cubicBezTo>
                    <a:pt x="58211" y="66077"/>
                    <a:pt x="56964" y="67323"/>
                    <a:pt x="55889" y="68613"/>
                  </a:cubicBezTo>
                  <a:cubicBezTo>
                    <a:pt x="51676" y="75105"/>
                    <a:pt x="50515" y="83144"/>
                    <a:pt x="52751" y="90581"/>
                  </a:cubicBezTo>
                  <a:cubicBezTo>
                    <a:pt x="54470" y="98062"/>
                    <a:pt x="57910" y="104983"/>
                    <a:pt x="60059" y="112335"/>
                  </a:cubicBezTo>
                  <a:cubicBezTo>
                    <a:pt x="63971" y="125834"/>
                    <a:pt x="63370" y="140192"/>
                    <a:pt x="62725" y="154207"/>
                  </a:cubicBezTo>
                  <a:cubicBezTo>
                    <a:pt x="61822" y="173983"/>
                    <a:pt x="60704" y="194576"/>
                    <a:pt x="50989" y="211772"/>
                  </a:cubicBezTo>
                  <a:cubicBezTo>
                    <a:pt x="46689" y="219854"/>
                    <a:pt x="36586" y="227894"/>
                    <a:pt x="28547" y="219295"/>
                  </a:cubicBezTo>
                  <a:cubicBezTo>
                    <a:pt x="25323" y="215598"/>
                    <a:pt x="23689" y="210740"/>
                    <a:pt x="23990" y="205839"/>
                  </a:cubicBezTo>
                  <a:cubicBezTo>
                    <a:pt x="24549" y="192426"/>
                    <a:pt x="12770" y="186236"/>
                    <a:pt x="6794" y="176520"/>
                  </a:cubicBezTo>
                  <a:cubicBezTo>
                    <a:pt x="2194" y="168222"/>
                    <a:pt x="-84" y="158850"/>
                    <a:pt x="173" y="149349"/>
                  </a:cubicBezTo>
                  <a:cubicBezTo>
                    <a:pt x="-1202" y="118654"/>
                    <a:pt x="5633" y="88131"/>
                    <a:pt x="19949" y="60961"/>
                  </a:cubicBezTo>
                  <a:lnTo>
                    <a:pt x="19949" y="609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 name="Google Shape;526;p56"/>
            <p:cNvSpPr/>
            <p:nvPr/>
          </p:nvSpPr>
          <p:spPr>
            <a:xfrm>
              <a:off x="8751404" y="5303334"/>
              <a:ext cx="177560" cy="280514"/>
            </a:xfrm>
            <a:custGeom>
              <a:avLst/>
              <a:gdLst/>
              <a:ahLst/>
              <a:cxnLst/>
              <a:rect l="l" t="t" r="r" b="b"/>
              <a:pathLst>
                <a:path w="177560" h="280514" extrusionOk="0">
                  <a:moveTo>
                    <a:pt x="0" y="0"/>
                  </a:moveTo>
                  <a:cubicBezTo>
                    <a:pt x="0" y="0"/>
                    <a:pt x="52921" y="49095"/>
                    <a:pt x="95568" y="48837"/>
                  </a:cubicBezTo>
                  <a:cubicBezTo>
                    <a:pt x="138215" y="48579"/>
                    <a:pt x="148446" y="26224"/>
                    <a:pt x="148446" y="26224"/>
                  </a:cubicBezTo>
                  <a:lnTo>
                    <a:pt x="172479" y="56791"/>
                  </a:lnTo>
                  <a:cubicBezTo>
                    <a:pt x="172479" y="56791"/>
                    <a:pt x="174714" y="256224"/>
                    <a:pt x="177380" y="259664"/>
                  </a:cubicBezTo>
                  <a:cubicBezTo>
                    <a:pt x="180045" y="263103"/>
                    <a:pt x="152316" y="280514"/>
                    <a:pt x="152316" y="280514"/>
                  </a:cubicBezTo>
                  <a:lnTo>
                    <a:pt x="10791" y="77383"/>
                  </a:lnTo>
                  <a:lnTo>
                    <a:pt x="0" y="0"/>
                  </a:lnTo>
                  <a:lnTo>
                    <a:pt x="0"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 name="Google Shape;527;p56"/>
            <p:cNvSpPr/>
            <p:nvPr/>
          </p:nvSpPr>
          <p:spPr>
            <a:xfrm>
              <a:off x="8963606" y="5422676"/>
              <a:ext cx="114220" cy="613304"/>
            </a:xfrm>
            <a:custGeom>
              <a:avLst/>
              <a:gdLst/>
              <a:ahLst/>
              <a:cxnLst/>
              <a:rect l="l" t="t" r="r" b="b"/>
              <a:pathLst>
                <a:path w="114220" h="613304" extrusionOk="0">
                  <a:moveTo>
                    <a:pt x="87529" y="613305"/>
                  </a:moveTo>
                  <a:cubicBezTo>
                    <a:pt x="87529" y="613305"/>
                    <a:pt x="107563" y="606727"/>
                    <a:pt x="113022" y="588155"/>
                  </a:cubicBezTo>
                  <a:cubicBezTo>
                    <a:pt x="118482" y="569583"/>
                    <a:pt x="103521" y="383950"/>
                    <a:pt x="103521" y="383950"/>
                  </a:cubicBezTo>
                  <a:lnTo>
                    <a:pt x="92258" y="372772"/>
                  </a:lnTo>
                  <a:lnTo>
                    <a:pt x="100856" y="365850"/>
                  </a:lnTo>
                  <a:lnTo>
                    <a:pt x="100856" y="306910"/>
                  </a:lnTo>
                  <a:lnTo>
                    <a:pt x="80822" y="182753"/>
                  </a:lnTo>
                  <a:cubicBezTo>
                    <a:pt x="80822" y="182753"/>
                    <a:pt x="61090" y="12209"/>
                    <a:pt x="37144" y="0"/>
                  </a:cubicBezTo>
                  <a:lnTo>
                    <a:pt x="0" y="168867"/>
                  </a:lnTo>
                  <a:lnTo>
                    <a:pt x="27299" y="564897"/>
                  </a:lnTo>
                  <a:lnTo>
                    <a:pt x="87529" y="613305"/>
                  </a:lnTo>
                  <a:lnTo>
                    <a:pt x="87529" y="613305"/>
                  </a:lnTo>
                  <a:close/>
                </a:path>
              </a:pathLst>
            </a:custGeom>
            <a:solidFill>
              <a:srgbClr val="EBEBE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 name="Google Shape;528;p56"/>
            <p:cNvSpPr/>
            <p:nvPr/>
          </p:nvSpPr>
          <p:spPr>
            <a:xfrm>
              <a:off x="8591737" y="5287814"/>
              <a:ext cx="429906" cy="936078"/>
            </a:xfrm>
            <a:custGeom>
              <a:avLst/>
              <a:gdLst/>
              <a:ahLst/>
              <a:cxnLst/>
              <a:rect l="l" t="t" r="r" b="b"/>
              <a:pathLst>
                <a:path w="429906" h="936078" extrusionOk="0">
                  <a:moveTo>
                    <a:pt x="308114" y="41701"/>
                  </a:moveTo>
                  <a:lnTo>
                    <a:pt x="308114" y="41701"/>
                  </a:lnTo>
                  <a:lnTo>
                    <a:pt x="310908" y="24505"/>
                  </a:lnTo>
                  <a:cubicBezTo>
                    <a:pt x="317357" y="29535"/>
                    <a:pt x="334467" y="56318"/>
                    <a:pt x="334467" y="56318"/>
                  </a:cubicBezTo>
                  <a:cubicBezTo>
                    <a:pt x="357983" y="76180"/>
                    <a:pt x="407035" y="126393"/>
                    <a:pt x="415935" y="146039"/>
                  </a:cubicBezTo>
                  <a:cubicBezTo>
                    <a:pt x="428832" y="173940"/>
                    <a:pt x="429907" y="302009"/>
                    <a:pt x="429907" y="302009"/>
                  </a:cubicBezTo>
                  <a:lnTo>
                    <a:pt x="423630" y="935434"/>
                  </a:lnTo>
                  <a:lnTo>
                    <a:pt x="0" y="936079"/>
                  </a:lnTo>
                  <a:lnTo>
                    <a:pt x="6835" y="649116"/>
                  </a:lnTo>
                  <a:lnTo>
                    <a:pt x="20291" y="82972"/>
                  </a:lnTo>
                  <a:lnTo>
                    <a:pt x="124286" y="30652"/>
                  </a:lnTo>
                  <a:lnTo>
                    <a:pt x="152144" y="0"/>
                  </a:lnTo>
                  <a:lnTo>
                    <a:pt x="327331" y="285501"/>
                  </a:lnTo>
                  <a:lnTo>
                    <a:pt x="326084" y="93247"/>
                  </a:lnTo>
                  <a:cubicBezTo>
                    <a:pt x="325998" y="74546"/>
                    <a:pt x="319679" y="56404"/>
                    <a:pt x="308114" y="41701"/>
                  </a:cubicBezTo>
                  <a:lnTo>
                    <a:pt x="308114" y="41701"/>
                  </a:lnTo>
                  <a:close/>
                </a:path>
              </a:pathLst>
            </a:custGeom>
            <a:solidFill>
              <a:srgbClr val="EBEBE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 name="Google Shape;529;p56"/>
            <p:cNvSpPr/>
            <p:nvPr/>
          </p:nvSpPr>
          <p:spPr>
            <a:xfrm>
              <a:off x="8442919" y="5368851"/>
              <a:ext cx="335826" cy="727100"/>
            </a:xfrm>
            <a:custGeom>
              <a:avLst/>
              <a:gdLst/>
              <a:ahLst/>
              <a:cxnLst/>
              <a:rect l="l" t="t" r="r" b="b"/>
              <a:pathLst>
                <a:path w="335826" h="727100" extrusionOk="0">
                  <a:moveTo>
                    <a:pt x="10216" y="480120"/>
                  </a:moveTo>
                  <a:cubicBezTo>
                    <a:pt x="-790" y="458581"/>
                    <a:pt x="-2983" y="433647"/>
                    <a:pt x="4025" y="410518"/>
                  </a:cubicBezTo>
                  <a:cubicBezTo>
                    <a:pt x="27842" y="330899"/>
                    <a:pt x="101958" y="84477"/>
                    <a:pt x="115457" y="53695"/>
                  </a:cubicBezTo>
                  <a:cubicBezTo>
                    <a:pt x="130288" y="20034"/>
                    <a:pt x="172548" y="0"/>
                    <a:pt x="172548" y="0"/>
                  </a:cubicBezTo>
                  <a:lnTo>
                    <a:pt x="237593" y="170845"/>
                  </a:lnTo>
                  <a:lnTo>
                    <a:pt x="221042" y="250464"/>
                  </a:lnTo>
                  <a:lnTo>
                    <a:pt x="161457" y="420621"/>
                  </a:lnTo>
                  <a:lnTo>
                    <a:pt x="161457" y="420621"/>
                  </a:lnTo>
                  <a:lnTo>
                    <a:pt x="335827" y="624611"/>
                  </a:lnTo>
                  <a:lnTo>
                    <a:pt x="211154" y="727101"/>
                  </a:lnTo>
                  <a:cubicBezTo>
                    <a:pt x="211154" y="727101"/>
                    <a:pt x="23241" y="504839"/>
                    <a:pt x="10559" y="480722"/>
                  </a:cubicBezTo>
                  <a:lnTo>
                    <a:pt x="10216" y="480120"/>
                  </a:lnTo>
                  <a:lnTo>
                    <a:pt x="10216" y="480120"/>
                  </a:lnTo>
                  <a:close/>
                </a:path>
              </a:pathLst>
            </a:custGeom>
            <a:solidFill>
              <a:srgbClr val="EBEBE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 name="Google Shape;530;p56"/>
            <p:cNvSpPr/>
            <p:nvPr/>
          </p:nvSpPr>
          <p:spPr>
            <a:xfrm>
              <a:off x="8680857" y="6003351"/>
              <a:ext cx="236530" cy="83914"/>
            </a:xfrm>
            <a:custGeom>
              <a:avLst/>
              <a:gdLst/>
              <a:ahLst/>
              <a:cxnLst/>
              <a:rect l="l" t="t" r="r" b="b"/>
              <a:pathLst>
                <a:path w="236530" h="83914" extrusionOk="0">
                  <a:moveTo>
                    <a:pt x="229871" y="9028"/>
                  </a:moveTo>
                  <a:cubicBezTo>
                    <a:pt x="228539" y="8555"/>
                    <a:pt x="184301" y="16551"/>
                    <a:pt x="175918" y="14359"/>
                  </a:cubicBezTo>
                  <a:cubicBezTo>
                    <a:pt x="160441" y="10060"/>
                    <a:pt x="144621" y="7094"/>
                    <a:pt x="128628" y="5502"/>
                  </a:cubicBezTo>
                  <a:cubicBezTo>
                    <a:pt x="108293" y="3740"/>
                    <a:pt x="85981" y="0"/>
                    <a:pt x="85981" y="0"/>
                  </a:cubicBezTo>
                  <a:lnTo>
                    <a:pt x="0" y="70762"/>
                  </a:lnTo>
                  <a:lnTo>
                    <a:pt x="35381" y="83316"/>
                  </a:lnTo>
                  <a:cubicBezTo>
                    <a:pt x="53738" y="85078"/>
                    <a:pt x="72267" y="82929"/>
                    <a:pt x="89765" y="77125"/>
                  </a:cubicBezTo>
                  <a:cubicBezTo>
                    <a:pt x="121621" y="67409"/>
                    <a:pt x="173338" y="40884"/>
                    <a:pt x="173338" y="40884"/>
                  </a:cubicBezTo>
                  <a:cubicBezTo>
                    <a:pt x="185161" y="41357"/>
                    <a:pt x="196983" y="40755"/>
                    <a:pt x="208720" y="39121"/>
                  </a:cubicBezTo>
                  <a:cubicBezTo>
                    <a:pt x="223724" y="36456"/>
                    <a:pt x="248486" y="16122"/>
                    <a:pt x="229871" y="9028"/>
                  </a:cubicBezTo>
                  <a:lnTo>
                    <a:pt x="229871" y="9028"/>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 name="Google Shape;531;p56"/>
            <p:cNvSpPr/>
            <p:nvPr/>
          </p:nvSpPr>
          <p:spPr>
            <a:xfrm>
              <a:off x="8919132" y="5552937"/>
              <a:ext cx="10854" cy="670826"/>
            </a:xfrm>
            <a:custGeom>
              <a:avLst/>
              <a:gdLst/>
              <a:ahLst/>
              <a:cxnLst/>
              <a:rect l="l" t="t" r="r" b="b"/>
              <a:pathLst>
                <a:path w="10854" h="670826" extrusionOk="0">
                  <a:moveTo>
                    <a:pt x="6986" y="670827"/>
                  </a:moveTo>
                  <a:cubicBezTo>
                    <a:pt x="6943" y="670268"/>
                    <a:pt x="6943" y="669666"/>
                    <a:pt x="6986" y="669107"/>
                  </a:cubicBezTo>
                  <a:lnTo>
                    <a:pt x="6986" y="644473"/>
                  </a:lnTo>
                  <a:cubicBezTo>
                    <a:pt x="6986" y="627277"/>
                    <a:pt x="7244" y="602815"/>
                    <a:pt x="7416" y="572549"/>
                  </a:cubicBezTo>
                  <a:cubicBezTo>
                    <a:pt x="7846" y="511847"/>
                    <a:pt x="8877" y="427972"/>
                    <a:pt x="8705" y="335327"/>
                  </a:cubicBezTo>
                  <a:cubicBezTo>
                    <a:pt x="8705" y="289026"/>
                    <a:pt x="8189" y="245047"/>
                    <a:pt x="7416" y="204765"/>
                  </a:cubicBezTo>
                  <a:cubicBezTo>
                    <a:pt x="6986" y="184688"/>
                    <a:pt x="6556" y="165600"/>
                    <a:pt x="6126" y="147759"/>
                  </a:cubicBezTo>
                  <a:cubicBezTo>
                    <a:pt x="5696" y="129918"/>
                    <a:pt x="4578" y="113366"/>
                    <a:pt x="3890" y="98191"/>
                  </a:cubicBezTo>
                  <a:cubicBezTo>
                    <a:pt x="2601" y="68097"/>
                    <a:pt x="1526" y="43420"/>
                    <a:pt x="795" y="26353"/>
                  </a:cubicBezTo>
                  <a:cubicBezTo>
                    <a:pt x="494" y="17970"/>
                    <a:pt x="236" y="11392"/>
                    <a:pt x="64" y="6792"/>
                  </a:cubicBezTo>
                  <a:lnTo>
                    <a:pt x="64" y="1719"/>
                  </a:lnTo>
                  <a:cubicBezTo>
                    <a:pt x="-21" y="1161"/>
                    <a:pt x="-21" y="559"/>
                    <a:pt x="64" y="0"/>
                  </a:cubicBezTo>
                  <a:lnTo>
                    <a:pt x="64" y="1719"/>
                  </a:lnTo>
                  <a:cubicBezTo>
                    <a:pt x="64" y="2880"/>
                    <a:pt x="64" y="4643"/>
                    <a:pt x="408" y="6792"/>
                  </a:cubicBezTo>
                  <a:cubicBezTo>
                    <a:pt x="709" y="11350"/>
                    <a:pt x="1096" y="17927"/>
                    <a:pt x="1569" y="26310"/>
                  </a:cubicBezTo>
                  <a:cubicBezTo>
                    <a:pt x="2472" y="43507"/>
                    <a:pt x="3804" y="67882"/>
                    <a:pt x="5395" y="98104"/>
                  </a:cubicBezTo>
                  <a:cubicBezTo>
                    <a:pt x="6169" y="113280"/>
                    <a:pt x="6986" y="129875"/>
                    <a:pt x="7932" y="147716"/>
                  </a:cubicBezTo>
                  <a:cubicBezTo>
                    <a:pt x="8877" y="165557"/>
                    <a:pt x="8877" y="184645"/>
                    <a:pt x="9393" y="204722"/>
                  </a:cubicBezTo>
                  <a:cubicBezTo>
                    <a:pt x="10253" y="244832"/>
                    <a:pt x="10769" y="288983"/>
                    <a:pt x="10855" y="335327"/>
                  </a:cubicBezTo>
                  <a:cubicBezTo>
                    <a:pt x="10855" y="427972"/>
                    <a:pt x="9737" y="511847"/>
                    <a:pt x="8920" y="572549"/>
                  </a:cubicBezTo>
                  <a:cubicBezTo>
                    <a:pt x="8448" y="602643"/>
                    <a:pt x="8061" y="627363"/>
                    <a:pt x="7760" y="644473"/>
                  </a:cubicBezTo>
                  <a:cubicBezTo>
                    <a:pt x="7760" y="652856"/>
                    <a:pt x="7459" y="659434"/>
                    <a:pt x="7373" y="663991"/>
                  </a:cubicBezTo>
                  <a:lnTo>
                    <a:pt x="7373" y="669107"/>
                  </a:lnTo>
                  <a:cubicBezTo>
                    <a:pt x="7287" y="669709"/>
                    <a:pt x="7158" y="670268"/>
                    <a:pt x="6986" y="670827"/>
                  </a:cubicBezTo>
                  <a:lnTo>
                    <a:pt x="6986" y="67082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 name="Google Shape;532;p56"/>
            <p:cNvSpPr/>
            <p:nvPr/>
          </p:nvSpPr>
          <p:spPr>
            <a:xfrm>
              <a:off x="8716023" y="5318380"/>
              <a:ext cx="206276" cy="293153"/>
            </a:xfrm>
            <a:custGeom>
              <a:avLst/>
              <a:gdLst/>
              <a:ahLst/>
              <a:cxnLst/>
              <a:rect l="l" t="t" r="r" b="b"/>
              <a:pathLst>
                <a:path w="206276" h="293153" extrusionOk="0">
                  <a:moveTo>
                    <a:pt x="0" y="0"/>
                  </a:moveTo>
                  <a:cubicBezTo>
                    <a:pt x="559" y="559"/>
                    <a:pt x="1032" y="1204"/>
                    <a:pt x="1462" y="1892"/>
                  </a:cubicBezTo>
                  <a:lnTo>
                    <a:pt x="5374" y="7652"/>
                  </a:lnTo>
                  <a:cubicBezTo>
                    <a:pt x="8813" y="12854"/>
                    <a:pt x="13671" y="20206"/>
                    <a:pt x="19776" y="29362"/>
                  </a:cubicBezTo>
                  <a:lnTo>
                    <a:pt x="69344" y="105284"/>
                  </a:lnTo>
                  <a:lnTo>
                    <a:pt x="68743" y="104811"/>
                  </a:lnTo>
                  <a:lnTo>
                    <a:pt x="105886" y="114097"/>
                  </a:lnTo>
                  <a:lnTo>
                    <a:pt x="107219" y="114441"/>
                  </a:lnTo>
                  <a:lnTo>
                    <a:pt x="106617" y="115688"/>
                  </a:lnTo>
                  <a:cubicBezTo>
                    <a:pt x="102318" y="123813"/>
                    <a:pt x="98019" y="132325"/>
                    <a:pt x="93720" y="140966"/>
                  </a:cubicBezTo>
                  <a:cubicBezTo>
                    <a:pt x="93075" y="142299"/>
                    <a:pt x="92387" y="143632"/>
                    <a:pt x="91742" y="144836"/>
                  </a:cubicBezTo>
                  <a:lnTo>
                    <a:pt x="91742" y="143675"/>
                  </a:lnTo>
                  <a:lnTo>
                    <a:pt x="173210" y="249346"/>
                  </a:lnTo>
                  <a:cubicBezTo>
                    <a:pt x="183398" y="262759"/>
                    <a:pt x="191696" y="273679"/>
                    <a:pt x="197585" y="281374"/>
                  </a:cubicBezTo>
                  <a:lnTo>
                    <a:pt x="204120" y="289972"/>
                  </a:lnTo>
                  <a:lnTo>
                    <a:pt x="205754" y="292294"/>
                  </a:lnTo>
                  <a:cubicBezTo>
                    <a:pt x="206141" y="292809"/>
                    <a:pt x="206313" y="293110"/>
                    <a:pt x="206270" y="293153"/>
                  </a:cubicBezTo>
                  <a:cubicBezTo>
                    <a:pt x="206011" y="292938"/>
                    <a:pt x="205797" y="292680"/>
                    <a:pt x="205582" y="292422"/>
                  </a:cubicBezTo>
                  <a:lnTo>
                    <a:pt x="203733" y="290273"/>
                  </a:lnTo>
                  <a:lnTo>
                    <a:pt x="196897" y="281675"/>
                  </a:lnTo>
                  <a:lnTo>
                    <a:pt x="171963" y="250034"/>
                  </a:lnTo>
                  <a:lnTo>
                    <a:pt x="89980" y="144750"/>
                  </a:lnTo>
                  <a:lnTo>
                    <a:pt x="89550" y="144191"/>
                  </a:lnTo>
                  <a:lnTo>
                    <a:pt x="89894" y="143589"/>
                  </a:lnTo>
                  <a:cubicBezTo>
                    <a:pt x="90496" y="142342"/>
                    <a:pt x="91184" y="141009"/>
                    <a:pt x="91872" y="139677"/>
                  </a:cubicBezTo>
                  <a:lnTo>
                    <a:pt x="104769" y="114398"/>
                  </a:lnTo>
                  <a:lnTo>
                    <a:pt x="105456" y="115989"/>
                  </a:lnTo>
                  <a:lnTo>
                    <a:pt x="68355" y="106617"/>
                  </a:lnTo>
                  <a:lnTo>
                    <a:pt x="67925" y="106617"/>
                  </a:lnTo>
                  <a:lnTo>
                    <a:pt x="67710" y="106273"/>
                  </a:lnTo>
                  <a:lnTo>
                    <a:pt x="18787" y="29921"/>
                  </a:lnTo>
                  <a:lnTo>
                    <a:pt x="4901" y="7867"/>
                  </a:lnTo>
                  <a:lnTo>
                    <a:pt x="1290" y="1977"/>
                  </a:lnTo>
                  <a:cubicBezTo>
                    <a:pt x="817" y="1333"/>
                    <a:pt x="387" y="688"/>
                    <a:pt x="0"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 name="Google Shape;533;p56"/>
            <p:cNvSpPr/>
            <p:nvPr/>
          </p:nvSpPr>
          <p:spPr>
            <a:xfrm>
              <a:off x="8922077" y="5343818"/>
              <a:ext cx="38046" cy="267845"/>
            </a:xfrm>
            <a:custGeom>
              <a:avLst/>
              <a:gdLst/>
              <a:ahLst/>
              <a:cxnLst/>
              <a:rect l="l" t="t" r="r" b="b"/>
              <a:pathLst>
                <a:path w="38046" h="267845" extrusionOk="0">
                  <a:moveTo>
                    <a:pt x="0" y="267845"/>
                  </a:moveTo>
                  <a:cubicBezTo>
                    <a:pt x="215" y="266856"/>
                    <a:pt x="516" y="265868"/>
                    <a:pt x="946" y="264965"/>
                  </a:cubicBezTo>
                  <a:cubicBezTo>
                    <a:pt x="1591" y="263116"/>
                    <a:pt x="2794" y="260666"/>
                    <a:pt x="3998" y="256925"/>
                  </a:cubicBezTo>
                  <a:cubicBezTo>
                    <a:pt x="6535" y="249918"/>
                    <a:pt x="9802" y="239729"/>
                    <a:pt x="13327" y="226832"/>
                  </a:cubicBezTo>
                  <a:cubicBezTo>
                    <a:pt x="20335" y="201038"/>
                    <a:pt x="28331" y="164582"/>
                    <a:pt x="35338" y="123654"/>
                  </a:cubicBezTo>
                  <a:lnTo>
                    <a:pt x="35338" y="124385"/>
                  </a:lnTo>
                  <a:lnTo>
                    <a:pt x="32071" y="119097"/>
                  </a:lnTo>
                  <a:lnTo>
                    <a:pt x="14531" y="90465"/>
                  </a:lnTo>
                  <a:lnTo>
                    <a:pt x="13155" y="88230"/>
                  </a:lnTo>
                  <a:lnTo>
                    <a:pt x="15692" y="88832"/>
                  </a:lnTo>
                  <a:lnTo>
                    <a:pt x="36542" y="93862"/>
                  </a:lnTo>
                  <a:lnTo>
                    <a:pt x="35295" y="95195"/>
                  </a:lnTo>
                  <a:cubicBezTo>
                    <a:pt x="26053" y="67594"/>
                    <a:pt x="18099" y="43950"/>
                    <a:pt x="12424" y="26968"/>
                  </a:cubicBezTo>
                  <a:lnTo>
                    <a:pt x="6062" y="7279"/>
                  </a:lnTo>
                  <a:lnTo>
                    <a:pt x="4557" y="1905"/>
                  </a:lnTo>
                  <a:cubicBezTo>
                    <a:pt x="4041" y="1819"/>
                    <a:pt x="3697" y="1303"/>
                    <a:pt x="3783" y="787"/>
                  </a:cubicBezTo>
                  <a:cubicBezTo>
                    <a:pt x="3869" y="271"/>
                    <a:pt x="4385" y="-73"/>
                    <a:pt x="4901" y="13"/>
                  </a:cubicBezTo>
                  <a:cubicBezTo>
                    <a:pt x="5417" y="99"/>
                    <a:pt x="5761" y="615"/>
                    <a:pt x="5675" y="1131"/>
                  </a:cubicBezTo>
                  <a:cubicBezTo>
                    <a:pt x="5589" y="1518"/>
                    <a:pt x="5288" y="1819"/>
                    <a:pt x="4901" y="1905"/>
                  </a:cubicBezTo>
                  <a:cubicBezTo>
                    <a:pt x="5417" y="3281"/>
                    <a:pt x="6019" y="4957"/>
                    <a:pt x="6835" y="7064"/>
                  </a:cubicBezTo>
                  <a:cubicBezTo>
                    <a:pt x="8512" y="11836"/>
                    <a:pt x="10877" y="18370"/>
                    <a:pt x="13757" y="26538"/>
                  </a:cubicBezTo>
                  <a:cubicBezTo>
                    <a:pt x="19647" y="43477"/>
                    <a:pt x="27858" y="67036"/>
                    <a:pt x="37402" y="94550"/>
                  </a:cubicBezTo>
                  <a:lnTo>
                    <a:pt x="38047" y="96312"/>
                  </a:lnTo>
                  <a:lnTo>
                    <a:pt x="36198" y="95882"/>
                  </a:lnTo>
                  <a:lnTo>
                    <a:pt x="15347" y="90981"/>
                  </a:lnTo>
                  <a:lnTo>
                    <a:pt x="16508" y="89348"/>
                  </a:lnTo>
                  <a:cubicBezTo>
                    <a:pt x="22183" y="98505"/>
                    <a:pt x="28073" y="108092"/>
                    <a:pt x="34135" y="117937"/>
                  </a:cubicBezTo>
                  <a:lnTo>
                    <a:pt x="37402" y="123224"/>
                  </a:lnTo>
                  <a:lnTo>
                    <a:pt x="37402" y="123998"/>
                  </a:lnTo>
                  <a:cubicBezTo>
                    <a:pt x="31598" y="158778"/>
                    <a:pt x="24032" y="193213"/>
                    <a:pt x="14703" y="227176"/>
                  </a:cubicBezTo>
                  <a:cubicBezTo>
                    <a:pt x="10963" y="240073"/>
                    <a:pt x="7437" y="250348"/>
                    <a:pt x="4643" y="257269"/>
                  </a:cubicBezTo>
                  <a:cubicBezTo>
                    <a:pt x="3353" y="260794"/>
                    <a:pt x="2020" y="263374"/>
                    <a:pt x="1247" y="265180"/>
                  </a:cubicBezTo>
                  <a:cubicBezTo>
                    <a:pt x="860" y="266083"/>
                    <a:pt x="473" y="266985"/>
                    <a:pt x="0" y="267845"/>
                  </a:cubicBezTo>
                  <a:lnTo>
                    <a:pt x="0" y="26784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 name="Google Shape;534;p56"/>
            <p:cNvSpPr/>
            <p:nvPr/>
          </p:nvSpPr>
          <p:spPr>
            <a:xfrm>
              <a:off x="8958526" y="5957007"/>
              <a:ext cx="108729" cy="62630"/>
            </a:xfrm>
            <a:custGeom>
              <a:avLst/>
              <a:gdLst/>
              <a:ahLst/>
              <a:cxnLst/>
              <a:rect l="l" t="t" r="r" b="b"/>
              <a:pathLst>
                <a:path w="108729" h="62630" extrusionOk="0">
                  <a:moveTo>
                    <a:pt x="85086" y="0"/>
                  </a:moveTo>
                  <a:cubicBezTo>
                    <a:pt x="85086" y="0"/>
                    <a:pt x="53058" y="2150"/>
                    <a:pt x="42912" y="6792"/>
                  </a:cubicBezTo>
                  <a:cubicBezTo>
                    <a:pt x="32766" y="11436"/>
                    <a:pt x="25716" y="27127"/>
                    <a:pt x="17633" y="33619"/>
                  </a:cubicBezTo>
                  <a:cubicBezTo>
                    <a:pt x="9551" y="40110"/>
                    <a:pt x="-2443" y="43335"/>
                    <a:pt x="437" y="51417"/>
                  </a:cubicBezTo>
                  <a:cubicBezTo>
                    <a:pt x="4522" y="60574"/>
                    <a:pt x="15097" y="64959"/>
                    <a:pt x="24469" y="61391"/>
                  </a:cubicBezTo>
                  <a:cubicBezTo>
                    <a:pt x="32036" y="58467"/>
                    <a:pt x="39473" y="55157"/>
                    <a:pt x="46695" y="51417"/>
                  </a:cubicBezTo>
                  <a:lnTo>
                    <a:pt x="97553" y="51417"/>
                  </a:lnTo>
                  <a:cubicBezTo>
                    <a:pt x="97553" y="51417"/>
                    <a:pt x="107742" y="11178"/>
                    <a:pt x="108688" y="11780"/>
                  </a:cubicBezTo>
                  <a:cubicBezTo>
                    <a:pt x="109633" y="12381"/>
                    <a:pt x="94286" y="-43"/>
                    <a:pt x="85086" y="0"/>
                  </a:cubicBezTo>
                  <a:lnTo>
                    <a:pt x="85086"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 name="Google Shape;535;p56"/>
            <p:cNvSpPr/>
            <p:nvPr/>
          </p:nvSpPr>
          <p:spPr>
            <a:xfrm>
              <a:off x="9018247" y="5525552"/>
              <a:ext cx="2235" cy="433646"/>
            </a:xfrm>
            <a:custGeom>
              <a:avLst/>
              <a:gdLst/>
              <a:ahLst/>
              <a:cxnLst/>
              <a:rect l="l" t="t" r="r" b="b"/>
              <a:pathLst>
                <a:path w="2235" h="433646" extrusionOk="0">
                  <a:moveTo>
                    <a:pt x="1118" y="0"/>
                  </a:moveTo>
                  <a:cubicBezTo>
                    <a:pt x="1720" y="0"/>
                    <a:pt x="2236" y="97073"/>
                    <a:pt x="2236" y="216802"/>
                  </a:cubicBezTo>
                  <a:cubicBezTo>
                    <a:pt x="2236" y="336531"/>
                    <a:pt x="1720" y="433647"/>
                    <a:pt x="1118" y="433647"/>
                  </a:cubicBezTo>
                  <a:cubicBezTo>
                    <a:pt x="516" y="433647"/>
                    <a:pt x="0" y="336574"/>
                    <a:pt x="0" y="216802"/>
                  </a:cubicBezTo>
                  <a:cubicBezTo>
                    <a:pt x="0" y="97030"/>
                    <a:pt x="473" y="0"/>
                    <a:pt x="1118" y="0"/>
                  </a:cubicBezTo>
                  <a:lnTo>
                    <a:pt x="1118"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 name="Google Shape;536;p56"/>
            <p:cNvSpPr/>
            <p:nvPr/>
          </p:nvSpPr>
          <p:spPr>
            <a:xfrm>
              <a:off x="8549133" y="5619573"/>
              <a:ext cx="231333" cy="477755"/>
            </a:xfrm>
            <a:custGeom>
              <a:avLst/>
              <a:gdLst/>
              <a:ahLst/>
              <a:cxnLst/>
              <a:rect l="l" t="t" r="r" b="b"/>
              <a:pathLst>
                <a:path w="231333" h="477755" extrusionOk="0">
                  <a:moveTo>
                    <a:pt x="0" y="350976"/>
                  </a:moveTo>
                  <a:cubicBezTo>
                    <a:pt x="0" y="350976"/>
                    <a:pt x="731" y="351663"/>
                    <a:pt x="1977" y="353125"/>
                  </a:cubicBezTo>
                  <a:lnTo>
                    <a:pt x="7652" y="359660"/>
                  </a:lnTo>
                  <a:cubicBezTo>
                    <a:pt x="12596" y="365550"/>
                    <a:pt x="19819" y="374019"/>
                    <a:pt x="29148" y="384810"/>
                  </a:cubicBezTo>
                  <a:cubicBezTo>
                    <a:pt x="47548" y="406692"/>
                    <a:pt x="73901" y="437946"/>
                    <a:pt x="105843" y="475950"/>
                  </a:cubicBezTo>
                  <a:lnTo>
                    <a:pt x="104596" y="475950"/>
                  </a:lnTo>
                  <a:lnTo>
                    <a:pt x="229054" y="373288"/>
                  </a:lnTo>
                  <a:lnTo>
                    <a:pt x="229054" y="374878"/>
                  </a:lnTo>
                  <a:lnTo>
                    <a:pt x="188901" y="327933"/>
                  </a:lnTo>
                  <a:lnTo>
                    <a:pt x="54813" y="170759"/>
                  </a:lnTo>
                  <a:lnTo>
                    <a:pt x="54469" y="170329"/>
                  </a:lnTo>
                  <a:lnTo>
                    <a:pt x="54469" y="169813"/>
                  </a:lnTo>
                  <a:cubicBezTo>
                    <a:pt x="72568" y="118740"/>
                    <a:pt x="87572" y="76265"/>
                    <a:pt x="98104" y="46473"/>
                  </a:cubicBezTo>
                  <a:lnTo>
                    <a:pt x="110443" y="12080"/>
                  </a:lnTo>
                  <a:lnTo>
                    <a:pt x="113753" y="3095"/>
                  </a:lnTo>
                  <a:cubicBezTo>
                    <a:pt x="114527" y="1032"/>
                    <a:pt x="114957" y="0"/>
                    <a:pt x="114957" y="0"/>
                  </a:cubicBezTo>
                  <a:cubicBezTo>
                    <a:pt x="114957" y="0"/>
                    <a:pt x="114699" y="1118"/>
                    <a:pt x="114011" y="3181"/>
                  </a:cubicBezTo>
                  <a:cubicBezTo>
                    <a:pt x="113323" y="5245"/>
                    <a:pt x="112292" y="8383"/>
                    <a:pt x="111002" y="12295"/>
                  </a:cubicBezTo>
                  <a:cubicBezTo>
                    <a:pt x="108208" y="20335"/>
                    <a:pt x="104209" y="32028"/>
                    <a:pt x="99137" y="46688"/>
                  </a:cubicBezTo>
                  <a:lnTo>
                    <a:pt x="56146" y="170286"/>
                  </a:lnTo>
                  <a:lnTo>
                    <a:pt x="56146" y="169340"/>
                  </a:lnTo>
                  <a:lnTo>
                    <a:pt x="190492" y="326299"/>
                  </a:lnTo>
                  <a:lnTo>
                    <a:pt x="230602" y="373245"/>
                  </a:lnTo>
                  <a:lnTo>
                    <a:pt x="231333" y="374105"/>
                  </a:lnTo>
                  <a:lnTo>
                    <a:pt x="230473" y="374835"/>
                  </a:lnTo>
                  <a:lnTo>
                    <a:pt x="105800" y="477196"/>
                  </a:lnTo>
                  <a:lnTo>
                    <a:pt x="105112" y="477755"/>
                  </a:lnTo>
                  <a:lnTo>
                    <a:pt x="104553" y="477067"/>
                  </a:lnTo>
                  <a:lnTo>
                    <a:pt x="28417" y="385411"/>
                  </a:lnTo>
                  <a:lnTo>
                    <a:pt x="7480" y="359961"/>
                  </a:lnTo>
                  <a:lnTo>
                    <a:pt x="2020" y="353255"/>
                  </a:lnTo>
                  <a:cubicBezTo>
                    <a:pt x="473" y="351792"/>
                    <a:pt x="0" y="350976"/>
                    <a:pt x="0" y="350976"/>
                  </a:cubicBezTo>
                  <a:lnTo>
                    <a:pt x="0" y="35097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 name="Google Shape;537;p56"/>
            <p:cNvSpPr/>
            <p:nvPr/>
          </p:nvSpPr>
          <p:spPr>
            <a:xfrm>
              <a:off x="8585976" y="5392260"/>
              <a:ext cx="114978" cy="113731"/>
            </a:xfrm>
            <a:custGeom>
              <a:avLst/>
              <a:gdLst/>
              <a:ahLst/>
              <a:cxnLst/>
              <a:rect l="l" t="t" r="r" b="b"/>
              <a:pathLst>
                <a:path w="114978" h="113731" extrusionOk="0">
                  <a:moveTo>
                    <a:pt x="0" y="65"/>
                  </a:moveTo>
                  <a:cubicBezTo>
                    <a:pt x="602" y="-22"/>
                    <a:pt x="1204" y="-22"/>
                    <a:pt x="1806" y="65"/>
                  </a:cubicBezTo>
                  <a:lnTo>
                    <a:pt x="7051" y="65"/>
                  </a:lnTo>
                  <a:cubicBezTo>
                    <a:pt x="13499" y="322"/>
                    <a:pt x="19862" y="1182"/>
                    <a:pt x="26139" y="2601"/>
                  </a:cubicBezTo>
                  <a:cubicBezTo>
                    <a:pt x="68743" y="12059"/>
                    <a:pt x="102189" y="45119"/>
                    <a:pt x="112120" y="87637"/>
                  </a:cubicBezTo>
                  <a:cubicBezTo>
                    <a:pt x="113668" y="93870"/>
                    <a:pt x="114613" y="100276"/>
                    <a:pt x="114915" y="106681"/>
                  </a:cubicBezTo>
                  <a:lnTo>
                    <a:pt x="114915" y="111926"/>
                  </a:lnTo>
                  <a:cubicBezTo>
                    <a:pt x="115000" y="112528"/>
                    <a:pt x="115000" y="113130"/>
                    <a:pt x="114915" y="113732"/>
                  </a:cubicBezTo>
                  <a:cubicBezTo>
                    <a:pt x="114484" y="111410"/>
                    <a:pt x="114227" y="109089"/>
                    <a:pt x="114140" y="106767"/>
                  </a:cubicBezTo>
                  <a:cubicBezTo>
                    <a:pt x="113452" y="100448"/>
                    <a:pt x="112292" y="94171"/>
                    <a:pt x="110701" y="88023"/>
                  </a:cubicBezTo>
                  <a:cubicBezTo>
                    <a:pt x="100082" y="46494"/>
                    <a:pt x="67410" y="14208"/>
                    <a:pt x="25752" y="4148"/>
                  </a:cubicBezTo>
                  <a:cubicBezTo>
                    <a:pt x="19604" y="2601"/>
                    <a:pt x="13328" y="1526"/>
                    <a:pt x="7008" y="924"/>
                  </a:cubicBezTo>
                  <a:cubicBezTo>
                    <a:pt x="4643" y="795"/>
                    <a:pt x="2322" y="494"/>
                    <a:pt x="0" y="65"/>
                  </a:cubicBezTo>
                  <a:lnTo>
                    <a:pt x="0" y="6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 name="Google Shape;538;p56"/>
            <p:cNvSpPr/>
            <p:nvPr/>
          </p:nvSpPr>
          <p:spPr>
            <a:xfrm>
              <a:off x="8537225" y="5787563"/>
              <a:ext cx="66678" cy="14806"/>
            </a:xfrm>
            <a:custGeom>
              <a:avLst/>
              <a:gdLst/>
              <a:ahLst/>
              <a:cxnLst/>
              <a:rect l="l" t="t" r="r" b="b"/>
              <a:pathLst>
                <a:path w="66678" h="14806" extrusionOk="0">
                  <a:moveTo>
                    <a:pt x="0" y="14764"/>
                  </a:moveTo>
                  <a:cubicBezTo>
                    <a:pt x="2536" y="12356"/>
                    <a:pt x="5417" y="10422"/>
                    <a:pt x="8598" y="8960"/>
                  </a:cubicBezTo>
                  <a:cubicBezTo>
                    <a:pt x="23344" y="1092"/>
                    <a:pt x="40282" y="-1702"/>
                    <a:pt x="56791" y="1006"/>
                  </a:cubicBezTo>
                  <a:cubicBezTo>
                    <a:pt x="60230" y="1351"/>
                    <a:pt x="63583" y="2296"/>
                    <a:pt x="66679" y="3801"/>
                  </a:cubicBezTo>
                  <a:cubicBezTo>
                    <a:pt x="43851" y="-756"/>
                    <a:pt x="20163" y="3156"/>
                    <a:pt x="0" y="14807"/>
                  </a:cubicBezTo>
                  <a:lnTo>
                    <a:pt x="0" y="1480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 name="Google Shape;539;p56"/>
            <p:cNvSpPr/>
            <p:nvPr/>
          </p:nvSpPr>
          <p:spPr>
            <a:xfrm>
              <a:off x="8990905" y="6008380"/>
              <a:ext cx="69430" cy="160656"/>
            </a:xfrm>
            <a:custGeom>
              <a:avLst/>
              <a:gdLst/>
              <a:ahLst/>
              <a:cxnLst/>
              <a:rect l="l" t="t" r="r" b="b"/>
              <a:pathLst>
                <a:path w="69430" h="160656" extrusionOk="0">
                  <a:moveTo>
                    <a:pt x="26568" y="0"/>
                  </a:moveTo>
                  <a:lnTo>
                    <a:pt x="69430" y="0"/>
                  </a:lnTo>
                  <a:lnTo>
                    <a:pt x="15906" y="160656"/>
                  </a:lnTo>
                  <a:lnTo>
                    <a:pt x="0" y="48580"/>
                  </a:lnTo>
                  <a:lnTo>
                    <a:pt x="26568" y="0"/>
                  </a:lnTo>
                  <a:close/>
                </a:path>
              </a:pathLst>
            </a:custGeom>
            <a:solidFill>
              <a:srgbClr val="EBEBE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 name="Google Shape;540;p56"/>
            <p:cNvSpPr/>
            <p:nvPr/>
          </p:nvSpPr>
          <p:spPr>
            <a:xfrm>
              <a:off x="9005307" y="6007435"/>
              <a:ext cx="56532" cy="161644"/>
            </a:xfrm>
            <a:custGeom>
              <a:avLst/>
              <a:gdLst/>
              <a:ahLst/>
              <a:cxnLst/>
              <a:rect l="l" t="t" r="r" b="b"/>
              <a:pathLst>
                <a:path w="56532" h="161644" extrusionOk="0">
                  <a:moveTo>
                    <a:pt x="0" y="946"/>
                  </a:moveTo>
                  <a:cubicBezTo>
                    <a:pt x="1290" y="731"/>
                    <a:pt x="2622" y="602"/>
                    <a:pt x="3955" y="645"/>
                  </a:cubicBezTo>
                  <a:lnTo>
                    <a:pt x="15176" y="387"/>
                  </a:lnTo>
                  <a:lnTo>
                    <a:pt x="55200" y="0"/>
                  </a:lnTo>
                  <a:lnTo>
                    <a:pt x="56533" y="0"/>
                  </a:lnTo>
                  <a:lnTo>
                    <a:pt x="56103" y="1290"/>
                  </a:lnTo>
                  <a:cubicBezTo>
                    <a:pt x="50901" y="17067"/>
                    <a:pt x="44753" y="35682"/>
                    <a:pt x="38219" y="55501"/>
                  </a:cubicBezTo>
                  <a:cubicBezTo>
                    <a:pt x="28417" y="84907"/>
                    <a:pt x="19432" y="111389"/>
                    <a:pt x="12811" y="130692"/>
                  </a:cubicBezTo>
                  <a:lnTo>
                    <a:pt x="4858" y="153434"/>
                  </a:lnTo>
                  <a:lnTo>
                    <a:pt x="2579" y="159538"/>
                  </a:lnTo>
                  <a:cubicBezTo>
                    <a:pt x="2365" y="160269"/>
                    <a:pt x="2063" y="161000"/>
                    <a:pt x="1677" y="161645"/>
                  </a:cubicBezTo>
                  <a:cubicBezTo>
                    <a:pt x="1720" y="160871"/>
                    <a:pt x="1892" y="160140"/>
                    <a:pt x="2150" y="159409"/>
                  </a:cubicBezTo>
                  <a:lnTo>
                    <a:pt x="4041" y="153133"/>
                  </a:lnTo>
                  <a:cubicBezTo>
                    <a:pt x="5847" y="147415"/>
                    <a:pt x="8340" y="139634"/>
                    <a:pt x="11307" y="130219"/>
                  </a:cubicBezTo>
                  <a:cubicBezTo>
                    <a:pt x="17541" y="110873"/>
                    <a:pt x="26267" y="84176"/>
                    <a:pt x="36069" y="54770"/>
                  </a:cubicBezTo>
                  <a:lnTo>
                    <a:pt x="54254" y="688"/>
                  </a:lnTo>
                  <a:lnTo>
                    <a:pt x="55200" y="1935"/>
                  </a:lnTo>
                  <a:lnTo>
                    <a:pt x="15176" y="1548"/>
                  </a:lnTo>
                  <a:lnTo>
                    <a:pt x="3955" y="1290"/>
                  </a:lnTo>
                  <a:cubicBezTo>
                    <a:pt x="2622" y="1290"/>
                    <a:pt x="1290" y="1204"/>
                    <a:pt x="0" y="946"/>
                  </a:cubicBezTo>
                  <a:lnTo>
                    <a:pt x="0" y="94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 name="Google Shape;541;p56"/>
            <p:cNvSpPr/>
            <p:nvPr/>
          </p:nvSpPr>
          <p:spPr>
            <a:xfrm>
              <a:off x="9019365" y="5955920"/>
              <a:ext cx="59204" cy="80060"/>
            </a:xfrm>
            <a:custGeom>
              <a:avLst/>
              <a:gdLst/>
              <a:ahLst/>
              <a:cxnLst/>
              <a:rect l="l" t="t" r="r" b="b"/>
              <a:pathLst>
                <a:path w="59204" h="80060" extrusionOk="0">
                  <a:moveTo>
                    <a:pt x="0" y="3279"/>
                  </a:moveTo>
                  <a:cubicBezTo>
                    <a:pt x="1591" y="2548"/>
                    <a:pt x="3267" y="2032"/>
                    <a:pt x="4987" y="1732"/>
                  </a:cubicBezTo>
                  <a:cubicBezTo>
                    <a:pt x="9673" y="614"/>
                    <a:pt x="14445" y="55"/>
                    <a:pt x="19260" y="12"/>
                  </a:cubicBezTo>
                  <a:cubicBezTo>
                    <a:pt x="26482" y="-160"/>
                    <a:pt x="33662" y="1517"/>
                    <a:pt x="40025" y="4956"/>
                  </a:cubicBezTo>
                  <a:cubicBezTo>
                    <a:pt x="47590" y="9728"/>
                    <a:pt x="53266" y="16950"/>
                    <a:pt x="56146" y="25420"/>
                  </a:cubicBezTo>
                  <a:cubicBezTo>
                    <a:pt x="62809" y="43218"/>
                    <a:pt x="57779" y="61962"/>
                    <a:pt x="48794" y="70560"/>
                  </a:cubicBezTo>
                  <a:cubicBezTo>
                    <a:pt x="45312" y="73913"/>
                    <a:pt x="41271" y="76621"/>
                    <a:pt x="36800" y="78470"/>
                  </a:cubicBezTo>
                  <a:cubicBezTo>
                    <a:pt x="35209" y="79244"/>
                    <a:pt x="33533" y="79802"/>
                    <a:pt x="31770" y="80061"/>
                  </a:cubicBezTo>
                  <a:cubicBezTo>
                    <a:pt x="33275" y="79158"/>
                    <a:pt x="34822" y="78384"/>
                    <a:pt x="36413" y="77696"/>
                  </a:cubicBezTo>
                  <a:cubicBezTo>
                    <a:pt x="40583" y="75546"/>
                    <a:pt x="44366" y="72795"/>
                    <a:pt x="47677" y="69442"/>
                  </a:cubicBezTo>
                  <a:cubicBezTo>
                    <a:pt x="55802" y="61145"/>
                    <a:pt x="60574" y="43175"/>
                    <a:pt x="54039" y="26236"/>
                  </a:cubicBezTo>
                  <a:cubicBezTo>
                    <a:pt x="51374" y="18197"/>
                    <a:pt x="46086" y="11319"/>
                    <a:pt x="38950" y="6761"/>
                  </a:cubicBezTo>
                  <a:cubicBezTo>
                    <a:pt x="32931" y="3365"/>
                    <a:pt x="26138" y="1603"/>
                    <a:pt x="19217" y="1603"/>
                  </a:cubicBezTo>
                  <a:cubicBezTo>
                    <a:pt x="12768" y="1732"/>
                    <a:pt x="6363" y="2291"/>
                    <a:pt x="0" y="3279"/>
                  </a:cubicBezTo>
                  <a:lnTo>
                    <a:pt x="0" y="327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 name="Google Shape;542;p56"/>
            <p:cNvSpPr/>
            <p:nvPr/>
          </p:nvSpPr>
          <p:spPr>
            <a:xfrm>
              <a:off x="8695774" y="6046556"/>
              <a:ext cx="160398" cy="42109"/>
            </a:xfrm>
            <a:custGeom>
              <a:avLst/>
              <a:gdLst/>
              <a:ahLst/>
              <a:cxnLst/>
              <a:rect l="l" t="t" r="r" b="b"/>
              <a:pathLst>
                <a:path w="160398" h="42109" extrusionOk="0">
                  <a:moveTo>
                    <a:pt x="0" y="35339"/>
                  </a:moveTo>
                  <a:cubicBezTo>
                    <a:pt x="7652" y="38176"/>
                    <a:pt x="15692" y="39852"/>
                    <a:pt x="23817" y="40325"/>
                  </a:cubicBezTo>
                  <a:cubicBezTo>
                    <a:pt x="32630" y="40670"/>
                    <a:pt x="41486" y="39852"/>
                    <a:pt x="50084" y="37875"/>
                  </a:cubicBezTo>
                  <a:cubicBezTo>
                    <a:pt x="60660" y="35381"/>
                    <a:pt x="71021" y="32157"/>
                    <a:pt x="81166" y="28245"/>
                  </a:cubicBezTo>
                  <a:cubicBezTo>
                    <a:pt x="102920" y="20163"/>
                    <a:pt x="122653" y="12940"/>
                    <a:pt x="137054" y="7868"/>
                  </a:cubicBezTo>
                  <a:lnTo>
                    <a:pt x="154036" y="1892"/>
                  </a:lnTo>
                  <a:cubicBezTo>
                    <a:pt x="156099" y="1075"/>
                    <a:pt x="158249" y="473"/>
                    <a:pt x="160398" y="0"/>
                  </a:cubicBezTo>
                  <a:cubicBezTo>
                    <a:pt x="158464" y="1118"/>
                    <a:pt x="156443" y="2021"/>
                    <a:pt x="154337" y="2708"/>
                  </a:cubicBezTo>
                  <a:lnTo>
                    <a:pt x="137570" y="9329"/>
                  </a:lnTo>
                  <a:cubicBezTo>
                    <a:pt x="123384" y="14832"/>
                    <a:pt x="103737" y="22226"/>
                    <a:pt x="81984" y="30352"/>
                  </a:cubicBezTo>
                  <a:cubicBezTo>
                    <a:pt x="71752" y="34306"/>
                    <a:pt x="61262" y="37488"/>
                    <a:pt x="50557" y="39895"/>
                  </a:cubicBezTo>
                  <a:cubicBezTo>
                    <a:pt x="41787" y="41830"/>
                    <a:pt x="32759" y="42475"/>
                    <a:pt x="23774" y="41916"/>
                  </a:cubicBezTo>
                  <a:cubicBezTo>
                    <a:pt x="17712" y="41529"/>
                    <a:pt x="11779" y="40239"/>
                    <a:pt x="6062" y="38176"/>
                  </a:cubicBezTo>
                  <a:cubicBezTo>
                    <a:pt x="4514" y="37617"/>
                    <a:pt x="2967" y="36972"/>
                    <a:pt x="1505" y="36241"/>
                  </a:cubicBezTo>
                  <a:cubicBezTo>
                    <a:pt x="301" y="35726"/>
                    <a:pt x="0" y="35424"/>
                    <a:pt x="0" y="35339"/>
                  </a:cubicBezTo>
                  <a:lnTo>
                    <a:pt x="0" y="3533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 name="Google Shape;543;p56"/>
            <p:cNvSpPr/>
            <p:nvPr/>
          </p:nvSpPr>
          <p:spPr>
            <a:xfrm>
              <a:off x="8693178" y="6103390"/>
              <a:ext cx="11784" cy="118783"/>
            </a:xfrm>
            <a:custGeom>
              <a:avLst/>
              <a:gdLst/>
              <a:ahLst/>
              <a:cxnLst/>
              <a:rect l="l" t="t" r="r" b="b"/>
              <a:pathLst>
                <a:path w="11784" h="118783" extrusionOk="0">
                  <a:moveTo>
                    <a:pt x="11667" y="118783"/>
                  </a:moveTo>
                  <a:cubicBezTo>
                    <a:pt x="11065" y="118783"/>
                    <a:pt x="7970" y="92301"/>
                    <a:pt x="4789" y="59499"/>
                  </a:cubicBezTo>
                  <a:cubicBezTo>
                    <a:pt x="1607" y="26697"/>
                    <a:pt x="-499" y="43"/>
                    <a:pt x="103" y="0"/>
                  </a:cubicBezTo>
                  <a:cubicBezTo>
                    <a:pt x="705" y="-43"/>
                    <a:pt x="3800" y="26482"/>
                    <a:pt x="7024" y="59284"/>
                  </a:cubicBezTo>
                  <a:cubicBezTo>
                    <a:pt x="10248" y="92086"/>
                    <a:pt x="12312" y="118697"/>
                    <a:pt x="11667" y="11878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 name="Google Shape;544;p56"/>
            <p:cNvSpPr/>
            <p:nvPr/>
          </p:nvSpPr>
          <p:spPr>
            <a:xfrm>
              <a:off x="8819545" y="6065859"/>
              <a:ext cx="51875" cy="150940"/>
            </a:xfrm>
            <a:custGeom>
              <a:avLst/>
              <a:gdLst/>
              <a:ahLst/>
              <a:cxnLst/>
              <a:rect l="l" t="t" r="r" b="b"/>
              <a:pathLst>
                <a:path w="51875" h="150940" extrusionOk="0">
                  <a:moveTo>
                    <a:pt x="0" y="150941"/>
                  </a:moveTo>
                  <a:cubicBezTo>
                    <a:pt x="0" y="150941"/>
                    <a:pt x="2279" y="150038"/>
                    <a:pt x="6233" y="148318"/>
                  </a:cubicBezTo>
                  <a:cubicBezTo>
                    <a:pt x="11779" y="145911"/>
                    <a:pt x="16895" y="142600"/>
                    <a:pt x="21323" y="138516"/>
                  </a:cubicBezTo>
                  <a:cubicBezTo>
                    <a:pt x="27815" y="132325"/>
                    <a:pt x="33060" y="124931"/>
                    <a:pt x="36757" y="116720"/>
                  </a:cubicBezTo>
                  <a:cubicBezTo>
                    <a:pt x="41314" y="106660"/>
                    <a:pt x="44495" y="96085"/>
                    <a:pt x="46301" y="85208"/>
                  </a:cubicBezTo>
                  <a:cubicBezTo>
                    <a:pt x="49525" y="65303"/>
                    <a:pt x="50643" y="45140"/>
                    <a:pt x="49568" y="25021"/>
                  </a:cubicBezTo>
                  <a:cubicBezTo>
                    <a:pt x="49224" y="17282"/>
                    <a:pt x="48794" y="11049"/>
                    <a:pt x="48494" y="6750"/>
                  </a:cubicBezTo>
                  <a:cubicBezTo>
                    <a:pt x="48192" y="4514"/>
                    <a:pt x="48106" y="2236"/>
                    <a:pt x="48192" y="0"/>
                  </a:cubicBezTo>
                  <a:cubicBezTo>
                    <a:pt x="48794" y="2150"/>
                    <a:pt x="49181" y="4385"/>
                    <a:pt x="49353" y="6621"/>
                  </a:cubicBezTo>
                  <a:cubicBezTo>
                    <a:pt x="49955" y="10920"/>
                    <a:pt x="50600" y="17196"/>
                    <a:pt x="51159" y="24935"/>
                  </a:cubicBezTo>
                  <a:cubicBezTo>
                    <a:pt x="52664" y="45140"/>
                    <a:pt x="51803" y="65475"/>
                    <a:pt x="48537" y="85509"/>
                  </a:cubicBezTo>
                  <a:cubicBezTo>
                    <a:pt x="46688" y="96557"/>
                    <a:pt x="43334" y="107305"/>
                    <a:pt x="38606" y="117494"/>
                  </a:cubicBezTo>
                  <a:cubicBezTo>
                    <a:pt x="34736" y="125920"/>
                    <a:pt x="29233" y="133486"/>
                    <a:pt x="22398" y="139720"/>
                  </a:cubicBezTo>
                  <a:cubicBezTo>
                    <a:pt x="17755" y="143847"/>
                    <a:pt x="12381" y="147028"/>
                    <a:pt x="6535" y="149178"/>
                  </a:cubicBezTo>
                  <a:cubicBezTo>
                    <a:pt x="4987" y="149780"/>
                    <a:pt x="3396" y="150253"/>
                    <a:pt x="1763" y="150639"/>
                  </a:cubicBezTo>
                  <a:cubicBezTo>
                    <a:pt x="1204" y="150812"/>
                    <a:pt x="602" y="150941"/>
                    <a:pt x="0" y="15094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5" name="Google Shape;545;p56"/>
            <p:cNvSpPr/>
            <p:nvPr/>
          </p:nvSpPr>
          <p:spPr>
            <a:xfrm>
              <a:off x="8696032" y="6091987"/>
              <a:ext cx="82928" cy="50704"/>
            </a:xfrm>
            <a:custGeom>
              <a:avLst/>
              <a:gdLst/>
              <a:ahLst/>
              <a:cxnLst/>
              <a:rect l="l" t="t" r="r" b="b"/>
              <a:pathLst>
                <a:path w="82928" h="50704" extrusionOk="0">
                  <a:moveTo>
                    <a:pt x="0" y="10"/>
                  </a:moveTo>
                  <a:cubicBezTo>
                    <a:pt x="301" y="-248"/>
                    <a:pt x="3740" y="4310"/>
                    <a:pt x="10060" y="10457"/>
                  </a:cubicBezTo>
                  <a:cubicBezTo>
                    <a:pt x="26525" y="27009"/>
                    <a:pt x="46731" y="39347"/>
                    <a:pt x="69000" y="46397"/>
                  </a:cubicBezTo>
                  <a:cubicBezTo>
                    <a:pt x="77598" y="49105"/>
                    <a:pt x="82972" y="50180"/>
                    <a:pt x="82929" y="50696"/>
                  </a:cubicBezTo>
                  <a:cubicBezTo>
                    <a:pt x="81596" y="50739"/>
                    <a:pt x="80306" y="50611"/>
                    <a:pt x="79017" y="50309"/>
                  </a:cubicBezTo>
                  <a:cubicBezTo>
                    <a:pt x="75491" y="49793"/>
                    <a:pt x="72009" y="49020"/>
                    <a:pt x="68570" y="48031"/>
                  </a:cubicBezTo>
                  <a:cubicBezTo>
                    <a:pt x="57177" y="44892"/>
                    <a:pt x="46301" y="40164"/>
                    <a:pt x="36198" y="34016"/>
                  </a:cubicBezTo>
                  <a:cubicBezTo>
                    <a:pt x="26095" y="27868"/>
                    <a:pt x="16938" y="20345"/>
                    <a:pt x="8899" y="11661"/>
                  </a:cubicBezTo>
                  <a:cubicBezTo>
                    <a:pt x="6492" y="9038"/>
                    <a:pt x="4213" y="6330"/>
                    <a:pt x="2107" y="3449"/>
                  </a:cubicBezTo>
                  <a:cubicBezTo>
                    <a:pt x="1246" y="2418"/>
                    <a:pt x="516" y="1257"/>
                    <a:pt x="0" y="10"/>
                  </a:cubicBezTo>
                  <a:lnTo>
                    <a:pt x="0" y="1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 name="Google Shape;546;p56"/>
            <p:cNvSpPr/>
            <p:nvPr/>
          </p:nvSpPr>
          <p:spPr>
            <a:xfrm>
              <a:off x="8846973" y="5614070"/>
              <a:ext cx="5174" cy="69559"/>
            </a:xfrm>
            <a:custGeom>
              <a:avLst/>
              <a:gdLst/>
              <a:ahLst/>
              <a:cxnLst/>
              <a:rect l="l" t="t" r="r" b="b"/>
              <a:pathLst>
                <a:path w="5174" h="69559" extrusionOk="0">
                  <a:moveTo>
                    <a:pt x="0" y="0"/>
                  </a:moveTo>
                  <a:cubicBezTo>
                    <a:pt x="3224" y="2665"/>
                    <a:pt x="5073" y="6664"/>
                    <a:pt x="4987" y="10834"/>
                  </a:cubicBezTo>
                  <a:cubicBezTo>
                    <a:pt x="4557" y="17497"/>
                    <a:pt x="4987" y="62895"/>
                    <a:pt x="4987" y="62895"/>
                  </a:cubicBezTo>
                  <a:cubicBezTo>
                    <a:pt x="4987" y="62895"/>
                    <a:pt x="6663" y="69559"/>
                    <a:pt x="0" y="69559"/>
                  </a:cubicBezTo>
                  <a:lnTo>
                    <a:pt x="0" y="0"/>
                  </a:lnTo>
                  <a:lnTo>
                    <a:pt x="0"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7" name="Google Shape;547;p56"/>
            <p:cNvSpPr/>
            <p:nvPr/>
          </p:nvSpPr>
          <p:spPr>
            <a:xfrm>
              <a:off x="8834376" y="5606719"/>
              <a:ext cx="13928" cy="22785"/>
            </a:xfrm>
            <a:custGeom>
              <a:avLst/>
              <a:gdLst/>
              <a:ahLst/>
              <a:cxnLst/>
              <a:rect l="l" t="t" r="r" b="b"/>
              <a:pathLst>
                <a:path w="13928" h="22785" extrusionOk="0">
                  <a:moveTo>
                    <a:pt x="0" y="0"/>
                  </a:moveTo>
                  <a:lnTo>
                    <a:pt x="13929" y="0"/>
                  </a:lnTo>
                  <a:lnTo>
                    <a:pt x="13929" y="22785"/>
                  </a:lnTo>
                  <a:lnTo>
                    <a:pt x="0" y="2278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8" name="Google Shape;548;p56"/>
            <p:cNvSpPr/>
            <p:nvPr/>
          </p:nvSpPr>
          <p:spPr>
            <a:xfrm>
              <a:off x="8837171" y="5596444"/>
              <a:ext cx="8598" cy="12897"/>
            </a:xfrm>
            <a:custGeom>
              <a:avLst/>
              <a:gdLst/>
              <a:ahLst/>
              <a:cxnLst/>
              <a:rect l="l" t="t" r="r" b="b"/>
              <a:pathLst>
                <a:path w="8598" h="12897" extrusionOk="0">
                  <a:moveTo>
                    <a:pt x="0" y="12897"/>
                  </a:moveTo>
                  <a:lnTo>
                    <a:pt x="8598" y="12897"/>
                  </a:lnTo>
                  <a:lnTo>
                    <a:pt x="8598" y="4299"/>
                  </a:lnTo>
                  <a:cubicBezTo>
                    <a:pt x="8598" y="1935"/>
                    <a:pt x="6664" y="0"/>
                    <a:pt x="4299" y="0"/>
                  </a:cubicBezTo>
                  <a:lnTo>
                    <a:pt x="4299" y="0"/>
                  </a:lnTo>
                  <a:cubicBezTo>
                    <a:pt x="1934" y="0"/>
                    <a:pt x="0" y="1935"/>
                    <a:pt x="0" y="4299"/>
                  </a:cubicBezTo>
                  <a:lnTo>
                    <a:pt x="0" y="1289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9" name="Google Shape;549;p56"/>
            <p:cNvSpPr/>
            <p:nvPr/>
          </p:nvSpPr>
          <p:spPr>
            <a:xfrm>
              <a:off x="8729307" y="5627010"/>
              <a:ext cx="139590" cy="2235"/>
            </a:xfrm>
            <a:custGeom>
              <a:avLst/>
              <a:gdLst/>
              <a:ahLst/>
              <a:cxnLst/>
              <a:rect l="l" t="t" r="r" b="b"/>
              <a:pathLst>
                <a:path w="139590" h="2235" extrusionOk="0">
                  <a:moveTo>
                    <a:pt x="0" y="1118"/>
                  </a:moveTo>
                  <a:cubicBezTo>
                    <a:pt x="0" y="473"/>
                    <a:pt x="31254" y="0"/>
                    <a:pt x="69774" y="0"/>
                  </a:cubicBezTo>
                  <a:cubicBezTo>
                    <a:pt x="108293" y="0"/>
                    <a:pt x="139591" y="473"/>
                    <a:pt x="139591" y="1118"/>
                  </a:cubicBezTo>
                  <a:cubicBezTo>
                    <a:pt x="139591" y="1763"/>
                    <a:pt x="108336" y="2236"/>
                    <a:pt x="69774" y="2236"/>
                  </a:cubicBezTo>
                  <a:cubicBezTo>
                    <a:pt x="31211" y="2236"/>
                    <a:pt x="0" y="1720"/>
                    <a:pt x="0" y="111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0" name="Google Shape;550;p56"/>
            <p:cNvSpPr/>
            <p:nvPr/>
          </p:nvSpPr>
          <p:spPr>
            <a:xfrm>
              <a:off x="8737905" y="5352171"/>
              <a:ext cx="172263" cy="244058"/>
            </a:xfrm>
            <a:custGeom>
              <a:avLst/>
              <a:gdLst/>
              <a:ahLst/>
              <a:cxnLst/>
              <a:rect l="l" t="t" r="r" b="b"/>
              <a:pathLst>
                <a:path w="172263" h="244058" extrusionOk="0">
                  <a:moveTo>
                    <a:pt x="172263" y="244058"/>
                  </a:moveTo>
                  <a:lnTo>
                    <a:pt x="165815" y="237953"/>
                  </a:lnTo>
                  <a:lnTo>
                    <a:pt x="48365" y="125662"/>
                  </a:lnTo>
                  <a:lnTo>
                    <a:pt x="61219" y="88862"/>
                  </a:lnTo>
                  <a:lnTo>
                    <a:pt x="40841" y="88862"/>
                  </a:lnTo>
                  <a:lnTo>
                    <a:pt x="0" y="0"/>
                  </a:lnTo>
                  <a:lnTo>
                    <a:pt x="46602" y="72052"/>
                  </a:lnTo>
                  <a:lnTo>
                    <a:pt x="83746" y="81338"/>
                  </a:lnTo>
                  <a:lnTo>
                    <a:pt x="68785" y="110529"/>
                  </a:ln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1" name="Google Shape;551;p56"/>
            <p:cNvSpPr/>
            <p:nvPr/>
          </p:nvSpPr>
          <p:spPr>
            <a:xfrm>
              <a:off x="8747664" y="5709939"/>
              <a:ext cx="116031" cy="57193"/>
            </a:xfrm>
            <a:custGeom>
              <a:avLst/>
              <a:gdLst/>
              <a:ahLst/>
              <a:cxnLst/>
              <a:rect l="l" t="t" r="r" b="b"/>
              <a:pathLst>
                <a:path w="116031" h="57193" extrusionOk="0">
                  <a:moveTo>
                    <a:pt x="64572" y="37660"/>
                  </a:moveTo>
                  <a:cubicBezTo>
                    <a:pt x="76222" y="37230"/>
                    <a:pt x="87529" y="33748"/>
                    <a:pt x="97416" y="27600"/>
                  </a:cubicBezTo>
                  <a:cubicBezTo>
                    <a:pt x="106230" y="20464"/>
                    <a:pt x="112721" y="10876"/>
                    <a:pt x="116032" y="0"/>
                  </a:cubicBezTo>
                  <a:cubicBezTo>
                    <a:pt x="115215" y="9974"/>
                    <a:pt x="113409" y="19862"/>
                    <a:pt x="110572" y="29449"/>
                  </a:cubicBezTo>
                  <a:cubicBezTo>
                    <a:pt x="107648" y="38390"/>
                    <a:pt x="101888" y="46129"/>
                    <a:pt x="94106" y="51460"/>
                  </a:cubicBezTo>
                  <a:cubicBezTo>
                    <a:pt x="84992" y="57134"/>
                    <a:pt x="73600" y="57736"/>
                    <a:pt x="62895" y="56877"/>
                  </a:cubicBezTo>
                  <a:cubicBezTo>
                    <a:pt x="48493" y="55716"/>
                    <a:pt x="34436" y="52191"/>
                    <a:pt x="21194" y="46430"/>
                  </a:cubicBezTo>
                  <a:cubicBezTo>
                    <a:pt x="11779" y="42346"/>
                    <a:pt x="1934" y="35897"/>
                    <a:pt x="0" y="25837"/>
                  </a:cubicBezTo>
                  <a:cubicBezTo>
                    <a:pt x="20162" y="35252"/>
                    <a:pt x="42389" y="39294"/>
                    <a:pt x="64572" y="37660"/>
                  </a:cubicBezTo>
                  <a:lnTo>
                    <a:pt x="64572" y="3766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52" name="Google Shape;552;p56"/>
          <p:cNvGrpSpPr/>
          <p:nvPr/>
        </p:nvGrpSpPr>
        <p:grpSpPr>
          <a:xfrm>
            <a:off x="5849846" y="1344272"/>
            <a:ext cx="1137804" cy="2547988"/>
            <a:chOff x="7562196" y="4967809"/>
            <a:chExt cx="560577" cy="1255352"/>
          </a:xfrm>
        </p:grpSpPr>
        <p:sp>
          <p:nvSpPr>
            <p:cNvPr id="553" name="Google Shape;553;p56"/>
            <p:cNvSpPr/>
            <p:nvPr/>
          </p:nvSpPr>
          <p:spPr>
            <a:xfrm>
              <a:off x="7634291" y="5075827"/>
              <a:ext cx="154766" cy="254203"/>
            </a:xfrm>
            <a:custGeom>
              <a:avLst/>
              <a:gdLst/>
              <a:ahLst/>
              <a:cxnLst/>
              <a:rect l="l" t="t" r="r" b="b"/>
              <a:pathLst>
                <a:path w="154766" h="254203" extrusionOk="0">
                  <a:moveTo>
                    <a:pt x="30868" y="0"/>
                  </a:moveTo>
                  <a:cubicBezTo>
                    <a:pt x="30868" y="0"/>
                    <a:pt x="3267" y="103178"/>
                    <a:pt x="774" y="176262"/>
                  </a:cubicBezTo>
                  <a:lnTo>
                    <a:pt x="0" y="200595"/>
                  </a:lnTo>
                  <a:cubicBezTo>
                    <a:pt x="0" y="200595"/>
                    <a:pt x="60832" y="251109"/>
                    <a:pt x="111776" y="254204"/>
                  </a:cubicBezTo>
                  <a:lnTo>
                    <a:pt x="154766" y="149006"/>
                  </a:lnTo>
                  <a:lnTo>
                    <a:pt x="30868"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4" name="Google Shape;554;p56"/>
            <p:cNvSpPr/>
            <p:nvPr/>
          </p:nvSpPr>
          <p:spPr>
            <a:xfrm>
              <a:off x="7653095" y="4967809"/>
              <a:ext cx="287554" cy="322455"/>
            </a:xfrm>
            <a:custGeom>
              <a:avLst/>
              <a:gdLst/>
              <a:ahLst/>
              <a:cxnLst/>
              <a:rect l="l" t="t" r="r" b="b"/>
              <a:pathLst>
                <a:path w="287554" h="322455" extrusionOk="0">
                  <a:moveTo>
                    <a:pt x="282389" y="171344"/>
                  </a:moveTo>
                  <a:cubicBezTo>
                    <a:pt x="270739" y="121044"/>
                    <a:pt x="266268" y="62491"/>
                    <a:pt x="224438" y="29689"/>
                  </a:cubicBezTo>
                  <a:cubicBezTo>
                    <a:pt x="193399" y="5357"/>
                    <a:pt x="158060" y="-1436"/>
                    <a:pt x="118638" y="241"/>
                  </a:cubicBezTo>
                  <a:cubicBezTo>
                    <a:pt x="99249" y="1058"/>
                    <a:pt x="77324" y="9999"/>
                    <a:pt x="60429" y="19544"/>
                  </a:cubicBezTo>
                  <a:cubicBezTo>
                    <a:pt x="37257" y="32656"/>
                    <a:pt x="27455" y="59267"/>
                    <a:pt x="16277" y="83428"/>
                  </a:cubicBezTo>
                  <a:cubicBezTo>
                    <a:pt x="-6121" y="131835"/>
                    <a:pt x="-3283" y="197396"/>
                    <a:pt x="11978" y="215624"/>
                  </a:cubicBezTo>
                  <a:lnTo>
                    <a:pt x="214034" y="322456"/>
                  </a:lnTo>
                  <a:cubicBezTo>
                    <a:pt x="254446" y="301433"/>
                    <a:pt x="279767" y="293093"/>
                    <a:pt x="286216" y="239226"/>
                  </a:cubicBezTo>
                  <a:cubicBezTo>
                    <a:pt x="288881" y="216527"/>
                    <a:pt x="287548" y="193570"/>
                    <a:pt x="282389" y="17134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5" name="Google Shape;555;p56"/>
            <p:cNvSpPr/>
            <p:nvPr/>
          </p:nvSpPr>
          <p:spPr>
            <a:xfrm>
              <a:off x="7664800" y="4999370"/>
              <a:ext cx="228939" cy="415828"/>
            </a:xfrm>
            <a:custGeom>
              <a:avLst/>
              <a:gdLst/>
              <a:ahLst/>
              <a:cxnLst/>
              <a:rect l="l" t="t" r="r" b="b"/>
              <a:pathLst>
                <a:path w="228939" h="415828" extrusionOk="0">
                  <a:moveTo>
                    <a:pt x="208348" y="38066"/>
                  </a:moveTo>
                  <a:lnTo>
                    <a:pt x="80881" y="492"/>
                  </a:lnTo>
                  <a:cubicBezTo>
                    <a:pt x="39868" y="-5484"/>
                    <a:pt x="10462" y="44171"/>
                    <a:pt x="6249" y="85398"/>
                  </a:cubicBezTo>
                  <a:cubicBezTo>
                    <a:pt x="1520" y="131184"/>
                    <a:pt x="-2349" y="187286"/>
                    <a:pt x="1692" y="221765"/>
                  </a:cubicBezTo>
                  <a:cubicBezTo>
                    <a:pt x="9946" y="291109"/>
                    <a:pt x="62395" y="301942"/>
                    <a:pt x="62395" y="301942"/>
                  </a:cubicBezTo>
                  <a:cubicBezTo>
                    <a:pt x="62395" y="301942"/>
                    <a:pt x="62395" y="302974"/>
                    <a:pt x="62094" y="323438"/>
                  </a:cubicBezTo>
                  <a:lnTo>
                    <a:pt x="60762" y="356627"/>
                  </a:lnTo>
                  <a:cubicBezTo>
                    <a:pt x="59987" y="370083"/>
                    <a:pt x="63943" y="383367"/>
                    <a:pt x="71982" y="394157"/>
                  </a:cubicBezTo>
                  <a:cubicBezTo>
                    <a:pt x="90726" y="418490"/>
                    <a:pt x="124989" y="421757"/>
                    <a:pt x="165315" y="406840"/>
                  </a:cubicBezTo>
                  <a:cubicBezTo>
                    <a:pt x="188702" y="398242"/>
                    <a:pt x="204995" y="380744"/>
                    <a:pt x="206758" y="357057"/>
                  </a:cubicBezTo>
                  <a:lnTo>
                    <a:pt x="228898" y="63430"/>
                  </a:lnTo>
                  <a:cubicBezTo>
                    <a:pt x="229628" y="50920"/>
                    <a:pt x="220730" y="39957"/>
                    <a:pt x="208348" y="38066"/>
                  </a:cubicBezTo>
                  <a:lnTo>
                    <a:pt x="208348" y="38066"/>
                  </a:lnTo>
                  <a:close/>
                </a:path>
              </a:pathLst>
            </a:custGeom>
            <a:solidFill>
              <a:srgbClr val="9F6B5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6" name="Google Shape;556;p56"/>
            <p:cNvSpPr/>
            <p:nvPr/>
          </p:nvSpPr>
          <p:spPr>
            <a:xfrm>
              <a:off x="7694727" y="5140046"/>
              <a:ext cx="17658" cy="16956"/>
            </a:xfrm>
            <a:custGeom>
              <a:avLst/>
              <a:gdLst/>
              <a:ahLst/>
              <a:cxnLst/>
              <a:rect l="l" t="t" r="r" b="b"/>
              <a:pathLst>
                <a:path w="17658" h="16956" extrusionOk="0">
                  <a:moveTo>
                    <a:pt x="9" y="7661"/>
                  </a:moveTo>
                  <a:cubicBezTo>
                    <a:pt x="-206" y="12433"/>
                    <a:pt x="3406" y="16517"/>
                    <a:pt x="8177" y="16904"/>
                  </a:cubicBezTo>
                  <a:cubicBezTo>
                    <a:pt x="12906" y="17420"/>
                    <a:pt x="17119" y="14024"/>
                    <a:pt x="17635" y="9295"/>
                  </a:cubicBezTo>
                  <a:cubicBezTo>
                    <a:pt x="17979" y="4566"/>
                    <a:pt x="14454" y="439"/>
                    <a:pt x="9725" y="52"/>
                  </a:cubicBezTo>
                  <a:lnTo>
                    <a:pt x="9467" y="52"/>
                  </a:lnTo>
                  <a:cubicBezTo>
                    <a:pt x="4738" y="-464"/>
                    <a:pt x="525" y="2932"/>
                    <a:pt x="9" y="766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7" name="Google Shape;557;p56"/>
            <p:cNvSpPr/>
            <p:nvPr/>
          </p:nvSpPr>
          <p:spPr>
            <a:xfrm>
              <a:off x="7681693" y="5117892"/>
              <a:ext cx="35070" cy="9985"/>
            </a:xfrm>
            <a:custGeom>
              <a:avLst/>
              <a:gdLst/>
              <a:ahLst/>
              <a:cxnLst/>
              <a:rect l="l" t="t" r="r" b="b"/>
              <a:pathLst>
                <a:path w="35070" h="9985" extrusionOk="0">
                  <a:moveTo>
                    <a:pt x="189" y="8621"/>
                  </a:moveTo>
                  <a:cubicBezTo>
                    <a:pt x="1221" y="9824"/>
                    <a:pt x="8099" y="5138"/>
                    <a:pt x="17600" y="5525"/>
                  </a:cubicBezTo>
                  <a:cubicBezTo>
                    <a:pt x="27101" y="5912"/>
                    <a:pt x="33894" y="10942"/>
                    <a:pt x="34796" y="9824"/>
                  </a:cubicBezTo>
                  <a:cubicBezTo>
                    <a:pt x="35699" y="8706"/>
                    <a:pt x="34323" y="7202"/>
                    <a:pt x="31357" y="4880"/>
                  </a:cubicBezTo>
                  <a:cubicBezTo>
                    <a:pt x="27359" y="1871"/>
                    <a:pt x="22501" y="151"/>
                    <a:pt x="17514" y="22"/>
                  </a:cubicBezTo>
                  <a:cubicBezTo>
                    <a:pt x="12570" y="-192"/>
                    <a:pt x="7712" y="1140"/>
                    <a:pt x="3585" y="3891"/>
                  </a:cubicBezTo>
                  <a:cubicBezTo>
                    <a:pt x="705" y="5869"/>
                    <a:pt x="-499" y="7933"/>
                    <a:pt x="189" y="862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8" name="Google Shape;558;p56"/>
            <p:cNvSpPr/>
            <p:nvPr/>
          </p:nvSpPr>
          <p:spPr>
            <a:xfrm>
              <a:off x="7783370" y="5139297"/>
              <a:ext cx="17609" cy="16794"/>
            </a:xfrm>
            <a:custGeom>
              <a:avLst/>
              <a:gdLst/>
              <a:ahLst/>
              <a:cxnLst/>
              <a:rect l="l" t="t" r="r" b="b"/>
              <a:pathLst>
                <a:path w="17609" h="16794" extrusionOk="0">
                  <a:moveTo>
                    <a:pt x="13" y="7507"/>
                  </a:moveTo>
                  <a:cubicBezTo>
                    <a:pt x="-245" y="12279"/>
                    <a:pt x="3409" y="16406"/>
                    <a:pt x="8181" y="16750"/>
                  </a:cubicBezTo>
                  <a:cubicBezTo>
                    <a:pt x="12867" y="17223"/>
                    <a:pt x="17080" y="13827"/>
                    <a:pt x="17596" y="9141"/>
                  </a:cubicBezTo>
                  <a:cubicBezTo>
                    <a:pt x="17854" y="4455"/>
                    <a:pt x="14286" y="371"/>
                    <a:pt x="9600" y="70"/>
                  </a:cubicBezTo>
                  <a:cubicBezTo>
                    <a:pt x="4914" y="-532"/>
                    <a:pt x="615" y="2821"/>
                    <a:pt x="13" y="750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9" name="Google Shape;559;p56"/>
            <p:cNvSpPr/>
            <p:nvPr/>
          </p:nvSpPr>
          <p:spPr>
            <a:xfrm>
              <a:off x="7775250" y="5118796"/>
              <a:ext cx="35056" cy="9985"/>
            </a:xfrm>
            <a:custGeom>
              <a:avLst/>
              <a:gdLst/>
              <a:ahLst/>
              <a:cxnLst/>
              <a:rect l="l" t="t" r="r" b="b"/>
              <a:pathLst>
                <a:path w="35056" h="9985" extrusionOk="0">
                  <a:moveTo>
                    <a:pt x="137" y="8620"/>
                  </a:moveTo>
                  <a:cubicBezTo>
                    <a:pt x="1212" y="9824"/>
                    <a:pt x="8090" y="5138"/>
                    <a:pt x="17591" y="5525"/>
                  </a:cubicBezTo>
                  <a:cubicBezTo>
                    <a:pt x="27092" y="5912"/>
                    <a:pt x="33884" y="10942"/>
                    <a:pt x="34787" y="9824"/>
                  </a:cubicBezTo>
                  <a:cubicBezTo>
                    <a:pt x="35690" y="8706"/>
                    <a:pt x="34271" y="7201"/>
                    <a:pt x="31348" y="4880"/>
                  </a:cubicBezTo>
                  <a:cubicBezTo>
                    <a:pt x="27350" y="1871"/>
                    <a:pt x="22492" y="194"/>
                    <a:pt x="17505" y="22"/>
                  </a:cubicBezTo>
                  <a:cubicBezTo>
                    <a:pt x="12561" y="-193"/>
                    <a:pt x="7660" y="1183"/>
                    <a:pt x="3533" y="3934"/>
                  </a:cubicBezTo>
                  <a:cubicBezTo>
                    <a:pt x="524" y="6041"/>
                    <a:pt x="-379" y="8104"/>
                    <a:pt x="137" y="862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0" name="Google Shape;560;p56"/>
            <p:cNvSpPr/>
            <p:nvPr/>
          </p:nvSpPr>
          <p:spPr>
            <a:xfrm>
              <a:off x="7714542" y="5110041"/>
              <a:ext cx="31363" cy="79281"/>
            </a:xfrm>
            <a:custGeom>
              <a:avLst/>
              <a:gdLst/>
              <a:ahLst/>
              <a:cxnLst/>
              <a:rect l="l" t="t" r="r" b="b"/>
              <a:pathLst>
                <a:path w="31363" h="79281" extrusionOk="0">
                  <a:moveTo>
                    <a:pt x="23830" y="79066"/>
                  </a:moveTo>
                  <a:cubicBezTo>
                    <a:pt x="18886" y="77304"/>
                    <a:pt x="13728" y="76186"/>
                    <a:pt x="8482" y="75670"/>
                  </a:cubicBezTo>
                  <a:cubicBezTo>
                    <a:pt x="6075" y="75326"/>
                    <a:pt x="3797" y="74767"/>
                    <a:pt x="3453" y="73091"/>
                  </a:cubicBezTo>
                  <a:cubicBezTo>
                    <a:pt x="3324" y="70554"/>
                    <a:pt x="4012" y="68061"/>
                    <a:pt x="5344" y="65954"/>
                  </a:cubicBezTo>
                  <a:lnTo>
                    <a:pt x="13254" y="47726"/>
                  </a:lnTo>
                  <a:cubicBezTo>
                    <a:pt x="24260" y="21932"/>
                    <a:pt x="32342" y="436"/>
                    <a:pt x="31268" y="7"/>
                  </a:cubicBezTo>
                  <a:cubicBezTo>
                    <a:pt x="30193" y="-423"/>
                    <a:pt x="20477" y="20255"/>
                    <a:pt x="9471" y="46179"/>
                  </a:cubicBezTo>
                  <a:lnTo>
                    <a:pt x="1862" y="64493"/>
                  </a:lnTo>
                  <a:cubicBezTo>
                    <a:pt x="228" y="67373"/>
                    <a:pt x="-373" y="70726"/>
                    <a:pt x="228" y="73994"/>
                  </a:cubicBezTo>
                  <a:cubicBezTo>
                    <a:pt x="830" y="75756"/>
                    <a:pt x="2249" y="77132"/>
                    <a:pt x="4055" y="77691"/>
                  </a:cubicBezTo>
                  <a:cubicBezTo>
                    <a:pt x="5430" y="78121"/>
                    <a:pt x="6892" y="78378"/>
                    <a:pt x="8354" y="78422"/>
                  </a:cubicBezTo>
                  <a:cubicBezTo>
                    <a:pt x="13469" y="79281"/>
                    <a:pt x="18671" y="79496"/>
                    <a:pt x="23830" y="79066"/>
                  </a:cubicBezTo>
                  <a:lnTo>
                    <a:pt x="23830" y="7906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1" name="Google Shape;561;p56"/>
            <p:cNvSpPr/>
            <p:nvPr/>
          </p:nvSpPr>
          <p:spPr>
            <a:xfrm>
              <a:off x="7727195" y="5280333"/>
              <a:ext cx="93418" cy="39342"/>
            </a:xfrm>
            <a:custGeom>
              <a:avLst/>
              <a:gdLst/>
              <a:ahLst/>
              <a:cxnLst/>
              <a:rect l="l" t="t" r="r" b="b"/>
              <a:pathLst>
                <a:path w="93418" h="39342" extrusionOk="0">
                  <a:moveTo>
                    <a:pt x="172" y="20979"/>
                  </a:moveTo>
                  <a:cubicBezTo>
                    <a:pt x="32587" y="22742"/>
                    <a:pt x="64873" y="15477"/>
                    <a:pt x="93419" y="0"/>
                  </a:cubicBezTo>
                  <a:cubicBezTo>
                    <a:pt x="93419" y="0"/>
                    <a:pt x="68699" y="47290"/>
                    <a:pt x="0" y="38176"/>
                  </a:cubicBezTo>
                  <a:lnTo>
                    <a:pt x="172" y="20979"/>
                  </a:lnTo>
                  <a:close/>
                </a:path>
              </a:pathLst>
            </a:custGeom>
            <a:solidFill>
              <a:srgbClr val="774F4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2" name="Google Shape;562;p56"/>
            <p:cNvSpPr/>
            <p:nvPr/>
          </p:nvSpPr>
          <p:spPr>
            <a:xfrm>
              <a:off x="7736681" y="5200631"/>
              <a:ext cx="34150" cy="29081"/>
            </a:xfrm>
            <a:custGeom>
              <a:avLst/>
              <a:gdLst/>
              <a:ahLst/>
              <a:cxnLst/>
              <a:rect l="l" t="t" r="r" b="b"/>
              <a:pathLst>
                <a:path w="34150" h="29081" extrusionOk="0">
                  <a:moveTo>
                    <a:pt x="32387" y="7564"/>
                  </a:moveTo>
                  <a:cubicBezTo>
                    <a:pt x="29764" y="3179"/>
                    <a:pt x="25078" y="385"/>
                    <a:pt x="19962" y="126"/>
                  </a:cubicBezTo>
                  <a:cubicBezTo>
                    <a:pt x="12783" y="-690"/>
                    <a:pt x="5689" y="2491"/>
                    <a:pt x="1519" y="8381"/>
                  </a:cubicBezTo>
                  <a:cubicBezTo>
                    <a:pt x="14" y="11089"/>
                    <a:pt x="-372" y="14271"/>
                    <a:pt x="358" y="17280"/>
                  </a:cubicBezTo>
                  <a:cubicBezTo>
                    <a:pt x="960" y="18828"/>
                    <a:pt x="358" y="18054"/>
                    <a:pt x="1605" y="19129"/>
                  </a:cubicBezTo>
                  <a:cubicBezTo>
                    <a:pt x="5388" y="23342"/>
                    <a:pt x="10160" y="26523"/>
                    <a:pt x="15448" y="28501"/>
                  </a:cubicBezTo>
                  <a:cubicBezTo>
                    <a:pt x="21338" y="30177"/>
                    <a:pt x="27657" y="28157"/>
                    <a:pt x="31440" y="23342"/>
                  </a:cubicBezTo>
                  <a:cubicBezTo>
                    <a:pt x="34665" y="18656"/>
                    <a:pt x="35052" y="12594"/>
                    <a:pt x="32387" y="7564"/>
                  </a:cubicBezTo>
                  <a:lnTo>
                    <a:pt x="32387" y="7564"/>
                  </a:lnTo>
                  <a:close/>
                </a:path>
              </a:pathLst>
            </a:custGeom>
            <a:solidFill>
              <a:srgbClr val="774F4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3" name="Google Shape;563;p56"/>
            <p:cNvSpPr/>
            <p:nvPr/>
          </p:nvSpPr>
          <p:spPr>
            <a:xfrm>
              <a:off x="7736352" y="5197190"/>
              <a:ext cx="32707" cy="26405"/>
            </a:xfrm>
            <a:custGeom>
              <a:avLst/>
              <a:gdLst/>
              <a:ahLst/>
              <a:cxnLst/>
              <a:rect l="l" t="t" r="r" b="b"/>
              <a:pathLst>
                <a:path w="32707" h="26405" extrusionOk="0">
                  <a:moveTo>
                    <a:pt x="31426" y="0"/>
                  </a:moveTo>
                  <a:cubicBezTo>
                    <a:pt x="29878" y="0"/>
                    <a:pt x="29405" y="10189"/>
                    <a:pt x="20248" y="17196"/>
                  </a:cubicBezTo>
                  <a:cubicBezTo>
                    <a:pt x="11091" y="24204"/>
                    <a:pt x="172" y="22484"/>
                    <a:pt x="0" y="23903"/>
                  </a:cubicBezTo>
                  <a:cubicBezTo>
                    <a:pt x="0" y="24548"/>
                    <a:pt x="2364" y="26009"/>
                    <a:pt x="7007" y="26353"/>
                  </a:cubicBezTo>
                  <a:cubicBezTo>
                    <a:pt x="13026" y="26740"/>
                    <a:pt x="19002" y="24978"/>
                    <a:pt x="23860" y="21323"/>
                  </a:cubicBezTo>
                  <a:cubicBezTo>
                    <a:pt x="28460" y="17798"/>
                    <a:pt x="31555" y="12682"/>
                    <a:pt x="32458" y="6964"/>
                  </a:cubicBezTo>
                  <a:cubicBezTo>
                    <a:pt x="33189" y="2407"/>
                    <a:pt x="32157" y="0"/>
                    <a:pt x="31426" y="0"/>
                  </a:cubicBezTo>
                  <a:lnTo>
                    <a:pt x="3142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4" name="Google Shape;564;p56"/>
            <p:cNvSpPr/>
            <p:nvPr/>
          </p:nvSpPr>
          <p:spPr>
            <a:xfrm>
              <a:off x="7771785" y="5087363"/>
              <a:ext cx="42980" cy="14947"/>
            </a:xfrm>
            <a:custGeom>
              <a:avLst/>
              <a:gdLst/>
              <a:ahLst/>
              <a:cxnLst/>
              <a:rect l="l" t="t" r="r" b="b"/>
              <a:pathLst>
                <a:path w="42980" h="14947" extrusionOk="0">
                  <a:moveTo>
                    <a:pt x="34" y="5273"/>
                  </a:moveTo>
                  <a:cubicBezTo>
                    <a:pt x="678" y="7938"/>
                    <a:pt x="10265" y="7681"/>
                    <a:pt x="21271" y="10088"/>
                  </a:cubicBezTo>
                  <a:cubicBezTo>
                    <a:pt x="32277" y="12495"/>
                    <a:pt x="40918" y="16408"/>
                    <a:pt x="42767" y="14387"/>
                  </a:cubicBezTo>
                  <a:cubicBezTo>
                    <a:pt x="43541" y="13355"/>
                    <a:pt x="42208" y="10776"/>
                    <a:pt x="38811" y="7938"/>
                  </a:cubicBezTo>
                  <a:cubicBezTo>
                    <a:pt x="29611" y="802"/>
                    <a:pt x="17660" y="-1691"/>
                    <a:pt x="6354" y="1146"/>
                  </a:cubicBezTo>
                  <a:cubicBezTo>
                    <a:pt x="1968" y="2221"/>
                    <a:pt x="-310" y="4026"/>
                    <a:pt x="34" y="5273"/>
                  </a:cubicBezTo>
                  <a:lnTo>
                    <a:pt x="34" y="527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5" name="Google Shape;565;p56"/>
            <p:cNvSpPr/>
            <p:nvPr/>
          </p:nvSpPr>
          <p:spPr>
            <a:xfrm>
              <a:off x="7682239" y="5088009"/>
              <a:ext cx="36013" cy="13262"/>
            </a:xfrm>
            <a:custGeom>
              <a:avLst/>
              <a:gdLst/>
              <a:ahLst/>
              <a:cxnLst/>
              <a:rect l="l" t="t" r="r" b="b"/>
              <a:pathLst>
                <a:path w="36013" h="13262" extrusionOk="0">
                  <a:moveTo>
                    <a:pt x="417" y="12710"/>
                  </a:moveTo>
                  <a:cubicBezTo>
                    <a:pt x="2566" y="14558"/>
                    <a:pt x="9488" y="11291"/>
                    <a:pt x="18215" y="9915"/>
                  </a:cubicBezTo>
                  <a:cubicBezTo>
                    <a:pt x="26942" y="8539"/>
                    <a:pt x="34508" y="9055"/>
                    <a:pt x="35884" y="6562"/>
                  </a:cubicBezTo>
                  <a:cubicBezTo>
                    <a:pt x="36486" y="5358"/>
                    <a:pt x="34981" y="3381"/>
                    <a:pt x="31585" y="1833"/>
                  </a:cubicBezTo>
                  <a:cubicBezTo>
                    <a:pt x="21869" y="-1821"/>
                    <a:pt x="10950" y="70"/>
                    <a:pt x="3040" y="6777"/>
                  </a:cubicBezTo>
                  <a:cubicBezTo>
                    <a:pt x="159" y="9442"/>
                    <a:pt x="-572" y="11807"/>
                    <a:pt x="417" y="1271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6" name="Google Shape;566;p56"/>
            <p:cNvSpPr/>
            <p:nvPr/>
          </p:nvSpPr>
          <p:spPr>
            <a:xfrm>
              <a:off x="7747314" y="4992468"/>
              <a:ext cx="301" cy="1504"/>
            </a:xfrm>
            <a:custGeom>
              <a:avLst/>
              <a:gdLst/>
              <a:ahLst/>
              <a:cxnLst/>
              <a:rect l="l" t="t" r="r" b="b"/>
              <a:pathLst>
                <a:path w="301" h="1504" extrusionOk="0">
                  <a:moveTo>
                    <a:pt x="301" y="0"/>
                  </a:moveTo>
                  <a:cubicBezTo>
                    <a:pt x="301" y="516"/>
                    <a:pt x="86" y="1032"/>
                    <a:pt x="0" y="1505"/>
                  </a:cubicBezTo>
                  <a:lnTo>
                    <a:pt x="215" y="1505"/>
                  </a:lnTo>
                  <a:cubicBezTo>
                    <a:pt x="258" y="1075"/>
                    <a:pt x="258" y="774"/>
                    <a:pt x="301" y="0"/>
                  </a:cubicBezTo>
                  <a:lnTo>
                    <a:pt x="301"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7" name="Google Shape;567;p56"/>
            <p:cNvSpPr/>
            <p:nvPr/>
          </p:nvSpPr>
          <p:spPr>
            <a:xfrm>
              <a:off x="7655216" y="4984420"/>
              <a:ext cx="309501" cy="344750"/>
            </a:xfrm>
            <a:custGeom>
              <a:avLst/>
              <a:gdLst/>
              <a:ahLst/>
              <a:cxnLst/>
              <a:rect l="l" t="t" r="r" b="b"/>
              <a:pathLst>
                <a:path w="309501" h="344750" extrusionOk="0">
                  <a:moveTo>
                    <a:pt x="181433" y="344751"/>
                  </a:moveTo>
                  <a:cubicBezTo>
                    <a:pt x="183367" y="326695"/>
                    <a:pt x="176102" y="308553"/>
                    <a:pt x="178208" y="290496"/>
                  </a:cubicBezTo>
                  <a:cubicBezTo>
                    <a:pt x="180444" y="271366"/>
                    <a:pt x="192825" y="254986"/>
                    <a:pt x="197941" y="236371"/>
                  </a:cubicBezTo>
                  <a:cubicBezTo>
                    <a:pt x="206066" y="206622"/>
                    <a:pt x="194889" y="174981"/>
                    <a:pt x="190804" y="144242"/>
                  </a:cubicBezTo>
                  <a:cubicBezTo>
                    <a:pt x="173221" y="141405"/>
                    <a:pt x="157315" y="132205"/>
                    <a:pt x="146008" y="118448"/>
                  </a:cubicBezTo>
                  <a:cubicBezTo>
                    <a:pt x="132165" y="102326"/>
                    <a:pt x="123825" y="82379"/>
                    <a:pt x="115657" y="62775"/>
                  </a:cubicBezTo>
                  <a:cubicBezTo>
                    <a:pt x="116216" y="82121"/>
                    <a:pt x="122750" y="100822"/>
                    <a:pt x="134401" y="116298"/>
                  </a:cubicBezTo>
                  <a:cubicBezTo>
                    <a:pt x="126533" y="117502"/>
                    <a:pt x="118537" y="114923"/>
                    <a:pt x="112905" y="109291"/>
                  </a:cubicBezTo>
                  <a:cubicBezTo>
                    <a:pt x="107360" y="103745"/>
                    <a:pt x="103104" y="97081"/>
                    <a:pt x="100309" y="89730"/>
                  </a:cubicBezTo>
                  <a:cubicBezTo>
                    <a:pt x="92872" y="72276"/>
                    <a:pt x="88744" y="53575"/>
                    <a:pt x="88143" y="34616"/>
                  </a:cubicBezTo>
                  <a:cubicBezTo>
                    <a:pt x="85563" y="61786"/>
                    <a:pt x="88659" y="89171"/>
                    <a:pt x="97128" y="115095"/>
                  </a:cubicBezTo>
                  <a:cubicBezTo>
                    <a:pt x="92141" y="114192"/>
                    <a:pt x="87068" y="114364"/>
                    <a:pt x="82167" y="115653"/>
                  </a:cubicBezTo>
                  <a:cubicBezTo>
                    <a:pt x="77180" y="116943"/>
                    <a:pt x="71935" y="115826"/>
                    <a:pt x="67894" y="112644"/>
                  </a:cubicBezTo>
                  <a:cubicBezTo>
                    <a:pt x="65745" y="110022"/>
                    <a:pt x="64369" y="106840"/>
                    <a:pt x="63982" y="103444"/>
                  </a:cubicBezTo>
                  <a:cubicBezTo>
                    <a:pt x="59253" y="80358"/>
                    <a:pt x="58479" y="56670"/>
                    <a:pt x="61704" y="33326"/>
                  </a:cubicBezTo>
                  <a:cubicBezTo>
                    <a:pt x="55169" y="45665"/>
                    <a:pt x="49881" y="58648"/>
                    <a:pt x="45926" y="72018"/>
                  </a:cubicBezTo>
                  <a:cubicBezTo>
                    <a:pt x="41928" y="85517"/>
                    <a:pt x="41842" y="99876"/>
                    <a:pt x="45625" y="113461"/>
                  </a:cubicBezTo>
                  <a:cubicBezTo>
                    <a:pt x="43261" y="115826"/>
                    <a:pt x="39434" y="115826"/>
                    <a:pt x="37070" y="113461"/>
                  </a:cubicBezTo>
                  <a:lnTo>
                    <a:pt x="37070" y="113461"/>
                  </a:lnTo>
                  <a:cubicBezTo>
                    <a:pt x="34878" y="111096"/>
                    <a:pt x="33545" y="108087"/>
                    <a:pt x="33287" y="104863"/>
                  </a:cubicBezTo>
                  <a:cubicBezTo>
                    <a:pt x="32126" y="93169"/>
                    <a:pt x="32900" y="81390"/>
                    <a:pt x="35565" y="69954"/>
                  </a:cubicBezTo>
                  <a:cubicBezTo>
                    <a:pt x="28687" y="82164"/>
                    <a:pt x="26408" y="96351"/>
                    <a:pt x="22668" y="109807"/>
                  </a:cubicBezTo>
                  <a:cubicBezTo>
                    <a:pt x="18928" y="123263"/>
                    <a:pt x="12780" y="137149"/>
                    <a:pt x="1172" y="144844"/>
                  </a:cubicBezTo>
                  <a:cubicBezTo>
                    <a:pt x="-848" y="127218"/>
                    <a:pt x="-246" y="109420"/>
                    <a:pt x="2892" y="91966"/>
                  </a:cubicBezTo>
                  <a:cubicBezTo>
                    <a:pt x="5214" y="77521"/>
                    <a:pt x="12049" y="63205"/>
                    <a:pt x="18369" y="50007"/>
                  </a:cubicBezTo>
                  <a:cubicBezTo>
                    <a:pt x="25076" y="35347"/>
                    <a:pt x="34576" y="22149"/>
                    <a:pt x="46313" y="11100"/>
                  </a:cubicBezTo>
                  <a:cubicBezTo>
                    <a:pt x="66605" y="-6655"/>
                    <a:pt x="75117" y="997"/>
                    <a:pt x="88057" y="7747"/>
                  </a:cubicBezTo>
                  <a:lnTo>
                    <a:pt x="89605" y="8392"/>
                  </a:lnTo>
                  <a:lnTo>
                    <a:pt x="89605" y="7446"/>
                  </a:lnTo>
                  <a:lnTo>
                    <a:pt x="90163" y="4695"/>
                  </a:lnTo>
                  <a:cubicBezTo>
                    <a:pt x="124126" y="-2915"/>
                    <a:pt x="159507" y="-1238"/>
                    <a:pt x="192610" y="9466"/>
                  </a:cubicBezTo>
                  <a:cubicBezTo>
                    <a:pt x="217029" y="17463"/>
                    <a:pt x="247122" y="42569"/>
                    <a:pt x="259547" y="65054"/>
                  </a:cubicBezTo>
                  <a:cubicBezTo>
                    <a:pt x="259761" y="65483"/>
                    <a:pt x="260020" y="65913"/>
                    <a:pt x="260277" y="66343"/>
                  </a:cubicBezTo>
                  <a:cubicBezTo>
                    <a:pt x="289081" y="118362"/>
                    <a:pt x="308083" y="178635"/>
                    <a:pt x="309502" y="308983"/>
                  </a:cubicBezTo>
                  <a:lnTo>
                    <a:pt x="309502" y="308983"/>
                  </a:lnTo>
                  <a:lnTo>
                    <a:pt x="181476" y="344751"/>
                  </a:lnTo>
                  <a:lnTo>
                    <a:pt x="181476" y="34475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8" name="Google Shape;568;p56"/>
            <p:cNvSpPr/>
            <p:nvPr/>
          </p:nvSpPr>
          <p:spPr>
            <a:xfrm>
              <a:off x="7890742" y="5402255"/>
              <a:ext cx="82230" cy="90539"/>
            </a:xfrm>
            <a:custGeom>
              <a:avLst/>
              <a:gdLst/>
              <a:ahLst/>
              <a:cxnLst/>
              <a:rect l="l" t="t" r="r" b="b"/>
              <a:pathLst>
                <a:path w="82230" h="90539" extrusionOk="0">
                  <a:moveTo>
                    <a:pt x="161" y="90538"/>
                  </a:moveTo>
                  <a:cubicBezTo>
                    <a:pt x="-54" y="88819"/>
                    <a:pt x="-54" y="87099"/>
                    <a:pt x="161" y="85379"/>
                  </a:cubicBezTo>
                  <a:cubicBezTo>
                    <a:pt x="634" y="80650"/>
                    <a:pt x="1494" y="76007"/>
                    <a:pt x="2698" y="71407"/>
                  </a:cubicBezTo>
                  <a:cubicBezTo>
                    <a:pt x="10823" y="40540"/>
                    <a:pt x="33479" y="15563"/>
                    <a:pt x="63444" y="4514"/>
                  </a:cubicBezTo>
                  <a:cubicBezTo>
                    <a:pt x="67872" y="2837"/>
                    <a:pt x="72428" y="1548"/>
                    <a:pt x="77072" y="645"/>
                  </a:cubicBezTo>
                  <a:cubicBezTo>
                    <a:pt x="78748" y="215"/>
                    <a:pt x="80511" y="0"/>
                    <a:pt x="82230" y="0"/>
                  </a:cubicBezTo>
                  <a:cubicBezTo>
                    <a:pt x="82230" y="430"/>
                    <a:pt x="75008" y="1548"/>
                    <a:pt x="64045" y="5976"/>
                  </a:cubicBezTo>
                  <a:cubicBezTo>
                    <a:pt x="35070" y="17583"/>
                    <a:pt x="13016" y="41873"/>
                    <a:pt x="4245" y="71837"/>
                  </a:cubicBezTo>
                  <a:cubicBezTo>
                    <a:pt x="1107" y="83187"/>
                    <a:pt x="591" y="90624"/>
                    <a:pt x="161" y="90538"/>
                  </a:cubicBezTo>
                  <a:lnTo>
                    <a:pt x="161" y="9053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9" name="Google Shape;569;p56"/>
            <p:cNvSpPr/>
            <p:nvPr/>
          </p:nvSpPr>
          <p:spPr>
            <a:xfrm>
              <a:off x="7588080" y="5870208"/>
              <a:ext cx="54078" cy="186235"/>
            </a:xfrm>
            <a:custGeom>
              <a:avLst/>
              <a:gdLst/>
              <a:ahLst/>
              <a:cxnLst/>
              <a:rect l="l" t="t" r="r" b="b"/>
              <a:pathLst>
                <a:path w="54078" h="186235" extrusionOk="0">
                  <a:moveTo>
                    <a:pt x="770" y="0"/>
                  </a:moveTo>
                  <a:cubicBezTo>
                    <a:pt x="770" y="0"/>
                    <a:pt x="-7183" y="133873"/>
                    <a:pt x="28026" y="186236"/>
                  </a:cubicBezTo>
                  <a:lnTo>
                    <a:pt x="54079" y="98019"/>
                  </a:lnTo>
                  <a:lnTo>
                    <a:pt x="54079" y="903"/>
                  </a:lnTo>
                  <a:lnTo>
                    <a:pt x="770"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0" name="Google Shape;570;p56"/>
            <p:cNvSpPr/>
            <p:nvPr/>
          </p:nvSpPr>
          <p:spPr>
            <a:xfrm>
              <a:off x="7681925" y="5333642"/>
              <a:ext cx="178540" cy="209493"/>
            </a:xfrm>
            <a:custGeom>
              <a:avLst/>
              <a:gdLst/>
              <a:ahLst/>
              <a:cxnLst/>
              <a:rect l="l" t="t" r="r" b="b"/>
              <a:pathLst>
                <a:path w="178540" h="209493" extrusionOk="0">
                  <a:moveTo>
                    <a:pt x="178540" y="0"/>
                  </a:moveTo>
                  <a:cubicBezTo>
                    <a:pt x="178540" y="0"/>
                    <a:pt x="104424" y="55888"/>
                    <a:pt x="68312" y="49697"/>
                  </a:cubicBezTo>
                  <a:cubicBezTo>
                    <a:pt x="39380" y="44624"/>
                    <a:pt x="44366" y="645"/>
                    <a:pt x="44366" y="645"/>
                  </a:cubicBezTo>
                  <a:lnTo>
                    <a:pt x="30308" y="31039"/>
                  </a:lnTo>
                  <a:lnTo>
                    <a:pt x="0" y="152359"/>
                  </a:lnTo>
                  <a:lnTo>
                    <a:pt x="12897" y="209493"/>
                  </a:lnTo>
                  <a:lnTo>
                    <a:pt x="81682" y="166976"/>
                  </a:lnTo>
                  <a:lnTo>
                    <a:pt x="178540" y="0"/>
                  </a:lnTo>
                  <a:lnTo>
                    <a:pt x="178540"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1" name="Google Shape;571;p56"/>
            <p:cNvSpPr/>
            <p:nvPr/>
          </p:nvSpPr>
          <p:spPr>
            <a:xfrm>
              <a:off x="7606004" y="5318681"/>
              <a:ext cx="451703" cy="904480"/>
            </a:xfrm>
            <a:custGeom>
              <a:avLst/>
              <a:gdLst/>
              <a:ahLst/>
              <a:cxnLst/>
              <a:rect l="l" t="t" r="r" b="b"/>
              <a:pathLst>
                <a:path w="451703" h="904480" extrusionOk="0">
                  <a:moveTo>
                    <a:pt x="1376" y="257342"/>
                  </a:moveTo>
                  <a:cubicBezTo>
                    <a:pt x="9157" y="177250"/>
                    <a:pt x="105456" y="38563"/>
                    <a:pt x="105456" y="38563"/>
                  </a:cubicBezTo>
                  <a:lnTo>
                    <a:pt x="120675" y="13972"/>
                  </a:lnTo>
                  <a:lnTo>
                    <a:pt x="105499" y="81983"/>
                  </a:lnTo>
                  <a:cubicBezTo>
                    <a:pt x="105499" y="81983"/>
                    <a:pt x="90410" y="181249"/>
                    <a:pt x="88303" y="183312"/>
                  </a:cubicBezTo>
                  <a:lnTo>
                    <a:pt x="173210" y="101071"/>
                  </a:lnTo>
                  <a:lnTo>
                    <a:pt x="268649" y="0"/>
                  </a:lnTo>
                  <a:lnTo>
                    <a:pt x="287522" y="27084"/>
                  </a:lnTo>
                  <a:lnTo>
                    <a:pt x="371310" y="73514"/>
                  </a:lnTo>
                  <a:lnTo>
                    <a:pt x="362712" y="336531"/>
                  </a:lnTo>
                  <a:lnTo>
                    <a:pt x="332619" y="413613"/>
                  </a:lnTo>
                  <a:cubicBezTo>
                    <a:pt x="332619" y="413613"/>
                    <a:pt x="421093" y="655822"/>
                    <a:pt x="432572" y="741675"/>
                  </a:cubicBezTo>
                  <a:lnTo>
                    <a:pt x="451703" y="904481"/>
                  </a:lnTo>
                  <a:lnTo>
                    <a:pt x="0" y="903750"/>
                  </a:lnTo>
                  <a:cubicBezTo>
                    <a:pt x="0" y="903750"/>
                    <a:pt x="15864" y="649116"/>
                    <a:pt x="17626" y="594733"/>
                  </a:cubicBezTo>
                  <a:cubicBezTo>
                    <a:pt x="19389" y="540350"/>
                    <a:pt x="23602" y="420062"/>
                    <a:pt x="23602" y="420062"/>
                  </a:cubicBezTo>
                  <a:cubicBezTo>
                    <a:pt x="23602" y="420062"/>
                    <a:pt x="-6492" y="337391"/>
                    <a:pt x="1376" y="257342"/>
                  </a:cubicBezTo>
                  <a:lnTo>
                    <a:pt x="1376" y="25734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2" name="Google Shape;572;p56"/>
            <p:cNvSpPr/>
            <p:nvPr/>
          </p:nvSpPr>
          <p:spPr>
            <a:xfrm>
              <a:off x="7938021" y="5664842"/>
              <a:ext cx="119810" cy="558319"/>
            </a:xfrm>
            <a:custGeom>
              <a:avLst/>
              <a:gdLst/>
              <a:ahLst/>
              <a:cxnLst/>
              <a:rect l="l" t="t" r="r" b="b"/>
              <a:pathLst>
                <a:path w="119810" h="558319" extrusionOk="0">
                  <a:moveTo>
                    <a:pt x="119772" y="558320"/>
                  </a:moveTo>
                  <a:cubicBezTo>
                    <a:pt x="119643" y="557847"/>
                    <a:pt x="119557" y="557374"/>
                    <a:pt x="119514" y="556858"/>
                  </a:cubicBezTo>
                  <a:cubicBezTo>
                    <a:pt x="119514" y="555740"/>
                    <a:pt x="119128" y="554321"/>
                    <a:pt x="118869" y="552559"/>
                  </a:cubicBezTo>
                  <a:lnTo>
                    <a:pt x="116677" y="535793"/>
                  </a:lnTo>
                  <a:cubicBezTo>
                    <a:pt x="114871" y="521090"/>
                    <a:pt x="112378" y="500067"/>
                    <a:pt x="109067" y="474101"/>
                  </a:cubicBezTo>
                  <a:cubicBezTo>
                    <a:pt x="107477" y="461204"/>
                    <a:pt x="105757" y="446802"/>
                    <a:pt x="103909" y="431497"/>
                  </a:cubicBezTo>
                  <a:cubicBezTo>
                    <a:pt x="103006" y="423845"/>
                    <a:pt x="102060" y="415935"/>
                    <a:pt x="101071" y="407766"/>
                  </a:cubicBezTo>
                  <a:cubicBezTo>
                    <a:pt x="100125" y="399598"/>
                    <a:pt x="99180" y="391215"/>
                    <a:pt x="97589" y="382746"/>
                  </a:cubicBezTo>
                  <a:cubicBezTo>
                    <a:pt x="89894" y="345946"/>
                    <a:pt x="80350" y="309576"/>
                    <a:pt x="68957" y="273764"/>
                  </a:cubicBezTo>
                  <a:cubicBezTo>
                    <a:pt x="62595" y="252957"/>
                    <a:pt x="56318" y="232709"/>
                    <a:pt x="49741" y="213577"/>
                  </a:cubicBezTo>
                  <a:cubicBezTo>
                    <a:pt x="43163" y="194447"/>
                    <a:pt x="36843" y="175831"/>
                    <a:pt x="30825" y="158377"/>
                  </a:cubicBezTo>
                  <a:cubicBezTo>
                    <a:pt x="18916" y="123426"/>
                    <a:pt x="8427" y="92645"/>
                    <a:pt x="0" y="67839"/>
                  </a:cubicBezTo>
                  <a:lnTo>
                    <a:pt x="0" y="67323"/>
                  </a:lnTo>
                  <a:lnTo>
                    <a:pt x="19862" y="17755"/>
                  </a:lnTo>
                  <a:lnTo>
                    <a:pt x="25279" y="4514"/>
                  </a:lnTo>
                  <a:lnTo>
                    <a:pt x="26698" y="1118"/>
                  </a:lnTo>
                  <a:cubicBezTo>
                    <a:pt x="26869" y="731"/>
                    <a:pt x="27041" y="344"/>
                    <a:pt x="27256" y="0"/>
                  </a:cubicBezTo>
                  <a:cubicBezTo>
                    <a:pt x="27170" y="430"/>
                    <a:pt x="27084" y="817"/>
                    <a:pt x="26912" y="1203"/>
                  </a:cubicBezTo>
                  <a:cubicBezTo>
                    <a:pt x="26568" y="2107"/>
                    <a:pt x="26182" y="3224"/>
                    <a:pt x="25665" y="4686"/>
                  </a:cubicBezTo>
                  <a:lnTo>
                    <a:pt x="20593" y="18056"/>
                  </a:lnTo>
                  <a:lnTo>
                    <a:pt x="1376" y="67839"/>
                  </a:lnTo>
                  <a:lnTo>
                    <a:pt x="1376" y="67323"/>
                  </a:lnTo>
                  <a:cubicBezTo>
                    <a:pt x="9974" y="92043"/>
                    <a:pt x="20636" y="122824"/>
                    <a:pt x="32759" y="157603"/>
                  </a:cubicBezTo>
                  <a:cubicBezTo>
                    <a:pt x="38778" y="175058"/>
                    <a:pt x="45140" y="193544"/>
                    <a:pt x="51804" y="212804"/>
                  </a:cubicBezTo>
                  <a:cubicBezTo>
                    <a:pt x="58467" y="232064"/>
                    <a:pt x="64701" y="252355"/>
                    <a:pt x="71107" y="272991"/>
                  </a:cubicBezTo>
                  <a:cubicBezTo>
                    <a:pt x="82499" y="308888"/>
                    <a:pt x="92043" y="345344"/>
                    <a:pt x="99653" y="382230"/>
                  </a:cubicBezTo>
                  <a:cubicBezTo>
                    <a:pt x="101200" y="390828"/>
                    <a:pt x="102103" y="399426"/>
                    <a:pt x="103049" y="407422"/>
                  </a:cubicBezTo>
                  <a:cubicBezTo>
                    <a:pt x="103995" y="415419"/>
                    <a:pt x="104897" y="423501"/>
                    <a:pt x="105757" y="431153"/>
                  </a:cubicBezTo>
                  <a:lnTo>
                    <a:pt x="110658" y="473800"/>
                  </a:lnTo>
                  <a:cubicBezTo>
                    <a:pt x="113539" y="499594"/>
                    <a:pt x="115903" y="520832"/>
                    <a:pt x="117537" y="535535"/>
                  </a:cubicBezTo>
                  <a:cubicBezTo>
                    <a:pt x="118310" y="542757"/>
                    <a:pt x="118912" y="548432"/>
                    <a:pt x="119299" y="552344"/>
                  </a:cubicBezTo>
                  <a:lnTo>
                    <a:pt x="119729" y="556643"/>
                  </a:lnTo>
                  <a:cubicBezTo>
                    <a:pt x="119815" y="557202"/>
                    <a:pt x="119858" y="557761"/>
                    <a:pt x="119729" y="558320"/>
                  </a:cubicBezTo>
                  <a:lnTo>
                    <a:pt x="119772" y="5583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3" name="Google Shape;573;p56"/>
            <p:cNvSpPr/>
            <p:nvPr/>
          </p:nvSpPr>
          <p:spPr>
            <a:xfrm>
              <a:off x="7852555" y="5856710"/>
              <a:ext cx="135764" cy="96012"/>
            </a:xfrm>
            <a:custGeom>
              <a:avLst/>
              <a:gdLst/>
              <a:ahLst/>
              <a:cxnLst/>
              <a:rect l="l" t="t" r="r" b="b"/>
              <a:pathLst>
                <a:path w="135764" h="96012" extrusionOk="0">
                  <a:moveTo>
                    <a:pt x="135765" y="19603"/>
                  </a:moveTo>
                  <a:cubicBezTo>
                    <a:pt x="135765" y="19603"/>
                    <a:pt x="74718" y="98448"/>
                    <a:pt x="60273" y="95955"/>
                  </a:cubicBezTo>
                  <a:cubicBezTo>
                    <a:pt x="45828" y="93462"/>
                    <a:pt x="31512" y="65861"/>
                    <a:pt x="31512" y="65861"/>
                  </a:cubicBezTo>
                  <a:lnTo>
                    <a:pt x="15563" y="58467"/>
                  </a:lnTo>
                  <a:lnTo>
                    <a:pt x="0" y="30093"/>
                  </a:lnTo>
                  <a:lnTo>
                    <a:pt x="33619" y="0"/>
                  </a:lnTo>
                  <a:lnTo>
                    <a:pt x="135765" y="19603"/>
                  </a:lnTo>
                  <a:lnTo>
                    <a:pt x="135765" y="19603"/>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4" name="Google Shape;574;p56"/>
            <p:cNvSpPr/>
            <p:nvPr/>
          </p:nvSpPr>
          <p:spPr>
            <a:xfrm>
              <a:off x="7630852" y="5377493"/>
              <a:ext cx="66678" cy="130949"/>
            </a:xfrm>
            <a:custGeom>
              <a:avLst/>
              <a:gdLst/>
              <a:ahLst/>
              <a:cxnLst/>
              <a:rect l="l" t="t" r="r" b="b"/>
              <a:pathLst>
                <a:path w="66678" h="130949" extrusionOk="0">
                  <a:moveTo>
                    <a:pt x="66679" y="0"/>
                  </a:moveTo>
                  <a:cubicBezTo>
                    <a:pt x="66679" y="0"/>
                    <a:pt x="30953" y="15176"/>
                    <a:pt x="19389" y="33447"/>
                  </a:cubicBezTo>
                  <a:cubicBezTo>
                    <a:pt x="7824" y="51718"/>
                    <a:pt x="0" y="130949"/>
                    <a:pt x="0" y="130949"/>
                  </a:cubicBezTo>
                  <a:lnTo>
                    <a:pt x="56704" y="35424"/>
                  </a:lnTo>
                  <a:lnTo>
                    <a:pt x="66679" y="0"/>
                  </a:lnTo>
                  <a:lnTo>
                    <a:pt x="66679"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5" name="Google Shape;575;p56"/>
            <p:cNvSpPr/>
            <p:nvPr/>
          </p:nvSpPr>
          <p:spPr>
            <a:xfrm>
              <a:off x="7709052" y="5831216"/>
              <a:ext cx="175961" cy="106908"/>
            </a:xfrm>
            <a:custGeom>
              <a:avLst/>
              <a:gdLst/>
              <a:ahLst/>
              <a:cxnLst/>
              <a:rect l="l" t="t" r="r" b="b"/>
              <a:pathLst>
                <a:path w="175961" h="106908" extrusionOk="0">
                  <a:moveTo>
                    <a:pt x="40927" y="49611"/>
                  </a:moveTo>
                  <a:lnTo>
                    <a:pt x="96815" y="28804"/>
                  </a:lnTo>
                  <a:lnTo>
                    <a:pt x="139548" y="0"/>
                  </a:lnTo>
                  <a:lnTo>
                    <a:pt x="175961" y="58296"/>
                  </a:lnTo>
                  <a:lnTo>
                    <a:pt x="159453" y="68183"/>
                  </a:lnTo>
                  <a:cubicBezTo>
                    <a:pt x="159453" y="68183"/>
                    <a:pt x="159022" y="82284"/>
                    <a:pt x="158937" y="84004"/>
                  </a:cubicBezTo>
                  <a:cubicBezTo>
                    <a:pt x="158851" y="85724"/>
                    <a:pt x="153348" y="99653"/>
                    <a:pt x="108122" y="98749"/>
                  </a:cubicBezTo>
                  <a:cubicBezTo>
                    <a:pt x="62895" y="97847"/>
                    <a:pt x="52234" y="74890"/>
                    <a:pt x="52234" y="74890"/>
                  </a:cubicBezTo>
                  <a:cubicBezTo>
                    <a:pt x="52234" y="74890"/>
                    <a:pt x="28718" y="101845"/>
                    <a:pt x="18959" y="106058"/>
                  </a:cubicBezTo>
                  <a:cubicBezTo>
                    <a:pt x="9200" y="110271"/>
                    <a:pt x="0" y="97460"/>
                    <a:pt x="0" y="97460"/>
                  </a:cubicBezTo>
                  <a:lnTo>
                    <a:pt x="40927" y="49611"/>
                  </a:lnTo>
                  <a:lnTo>
                    <a:pt x="40927" y="49611"/>
                  </a:lnTo>
                  <a:close/>
                </a:path>
              </a:pathLst>
            </a:custGeom>
            <a:solidFill>
              <a:srgbClr val="9F6B5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576;p56"/>
            <p:cNvSpPr/>
            <p:nvPr/>
          </p:nvSpPr>
          <p:spPr>
            <a:xfrm>
              <a:off x="7599018" y="5763678"/>
              <a:ext cx="34069" cy="140977"/>
            </a:xfrm>
            <a:custGeom>
              <a:avLst/>
              <a:gdLst/>
              <a:ahLst/>
              <a:cxnLst/>
              <a:rect l="l" t="t" r="r" b="b"/>
              <a:pathLst>
                <a:path w="34069" h="140977" extrusionOk="0">
                  <a:moveTo>
                    <a:pt x="29556" y="0"/>
                  </a:moveTo>
                  <a:cubicBezTo>
                    <a:pt x="29556" y="0"/>
                    <a:pt x="8060" y="22441"/>
                    <a:pt x="2988" y="39981"/>
                  </a:cubicBezTo>
                  <a:cubicBezTo>
                    <a:pt x="-2085" y="57522"/>
                    <a:pt x="838" y="106918"/>
                    <a:pt x="838" y="106918"/>
                  </a:cubicBezTo>
                  <a:lnTo>
                    <a:pt x="6986" y="107132"/>
                  </a:lnTo>
                  <a:cubicBezTo>
                    <a:pt x="6986" y="107132"/>
                    <a:pt x="6986" y="139461"/>
                    <a:pt x="15927" y="140536"/>
                  </a:cubicBezTo>
                  <a:cubicBezTo>
                    <a:pt x="24870" y="141611"/>
                    <a:pt x="33597" y="141869"/>
                    <a:pt x="34070" y="127252"/>
                  </a:cubicBezTo>
                  <a:cubicBezTo>
                    <a:pt x="33769" y="113753"/>
                    <a:pt x="32393" y="100340"/>
                    <a:pt x="29985" y="87056"/>
                  </a:cubicBezTo>
                  <a:lnTo>
                    <a:pt x="29556" y="0"/>
                  </a:lnTo>
                  <a:lnTo>
                    <a:pt x="29556" y="0"/>
                  </a:lnTo>
                  <a:close/>
                </a:path>
              </a:pathLst>
            </a:custGeom>
            <a:solidFill>
              <a:srgbClr val="9F6B5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577;p56"/>
            <p:cNvSpPr/>
            <p:nvPr/>
          </p:nvSpPr>
          <p:spPr>
            <a:xfrm>
              <a:off x="7662953" y="5501993"/>
              <a:ext cx="31482" cy="721168"/>
            </a:xfrm>
            <a:custGeom>
              <a:avLst/>
              <a:gdLst/>
              <a:ahLst/>
              <a:cxnLst/>
              <a:rect l="l" t="t" r="r" b="b"/>
              <a:pathLst>
                <a:path w="31482" h="721168" extrusionOk="0">
                  <a:moveTo>
                    <a:pt x="8870" y="721169"/>
                  </a:moveTo>
                  <a:cubicBezTo>
                    <a:pt x="8827" y="720567"/>
                    <a:pt x="8827" y="719922"/>
                    <a:pt x="8870" y="719320"/>
                  </a:cubicBezTo>
                  <a:lnTo>
                    <a:pt x="8870" y="713817"/>
                  </a:lnTo>
                  <a:cubicBezTo>
                    <a:pt x="8870" y="708874"/>
                    <a:pt x="8568" y="701780"/>
                    <a:pt x="8354" y="692666"/>
                  </a:cubicBezTo>
                  <a:cubicBezTo>
                    <a:pt x="7966" y="674223"/>
                    <a:pt x="7408" y="647697"/>
                    <a:pt x="6763" y="614938"/>
                  </a:cubicBezTo>
                  <a:cubicBezTo>
                    <a:pt x="5645" y="549249"/>
                    <a:pt x="4097" y="458624"/>
                    <a:pt x="2464" y="358542"/>
                  </a:cubicBezTo>
                  <a:cubicBezTo>
                    <a:pt x="-803" y="258417"/>
                    <a:pt x="-1362" y="167578"/>
                    <a:pt x="4140" y="102060"/>
                  </a:cubicBezTo>
                  <a:cubicBezTo>
                    <a:pt x="6204" y="76137"/>
                    <a:pt x="11578" y="50600"/>
                    <a:pt x="20090" y="26052"/>
                  </a:cubicBezTo>
                  <a:cubicBezTo>
                    <a:pt x="21638" y="21753"/>
                    <a:pt x="23185" y="17927"/>
                    <a:pt x="24389" y="14703"/>
                  </a:cubicBezTo>
                  <a:cubicBezTo>
                    <a:pt x="25592" y="11479"/>
                    <a:pt x="26968" y="8684"/>
                    <a:pt x="28086" y="6535"/>
                  </a:cubicBezTo>
                  <a:cubicBezTo>
                    <a:pt x="29204" y="4385"/>
                    <a:pt x="29978" y="2838"/>
                    <a:pt x="30580" y="1634"/>
                  </a:cubicBezTo>
                  <a:cubicBezTo>
                    <a:pt x="30838" y="1075"/>
                    <a:pt x="31138" y="516"/>
                    <a:pt x="31483" y="0"/>
                  </a:cubicBezTo>
                  <a:cubicBezTo>
                    <a:pt x="31268" y="602"/>
                    <a:pt x="31052" y="1204"/>
                    <a:pt x="30752" y="1763"/>
                  </a:cubicBezTo>
                  <a:cubicBezTo>
                    <a:pt x="30236" y="2966"/>
                    <a:pt x="29462" y="4600"/>
                    <a:pt x="28516" y="6750"/>
                  </a:cubicBezTo>
                  <a:cubicBezTo>
                    <a:pt x="27570" y="8899"/>
                    <a:pt x="26280" y="11651"/>
                    <a:pt x="24991" y="14961"/>
                  </a:cubicBezTo>
                  <a:cubicBezTo>
                    <a:pt x="23701" y="18271"/>
                    <a:pt x="22154" y="22011"/>
                    <a:pt x="20692" y="26353"/>
                  </a:cubicBezTo>
                  <a:cubicBezTo>
                    <a:pt x="12438" y="50901"/>
                    <a:pt x="7279" y="76351"/>
                    <a:pt x="5344" y="102189"/>
                  </a:cubicBezTo>
                  <a:cubicBezTo>
                    <a:pt x="271" y="167578"/>
                    <a:pt x="1045" y="258417"/>
                    <a:pt x="4312" y="358500"/>
                  </a:cubicBezTo>
                  <a:cubicBezTo>
                    <a:pt x="5731" y="458581"/>
                    <a:pt x="7064" y="549206"/>
                    <a:pt x="8009" y="614938"/>
                  </a:cubicBezTo>
                  <a:cubicBezTo>
                    <a:pt x="8354" y="647654"/>
                    <a:pt x="8654" y="674180"/>
                    <a:pt x="8870" y="692666"/>
                  </a:cubicBezTo>
                  <a:lnTo>
                    <a:pt x="8870" y="719277"/>
                  </a:lnTo>
                  <a:cubicBezTo>
                    <a:pt x="8955" y="719922"/>
                    <a:pt x="8913" y="720524"/>
                    <a:pt x="8870" y="721169"/>
                  </a:cubicBezTo>
                  <a:lnTo>
                    <a:pt x="8870" y="72116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578;p56"/>
            <p:cNvSpPr/>
            <p:nvPr/>
          </p:nvSpPr>
          <p:spPr>
            <a:xfrm>
              <a:off x="7754177" y="5926096"/>
              <a:ext cx="75420" cy="201110"/>
            </a:xfrm>
            <a:custGeom>
              <a:avLst/>
              <a:gdLst/>
              <a:ahLst/>
              <a:cxnLst/>
              <a:rect l="l" t="t" r="r" b="b"/>
              <a:pathLst>
                <a:path w="75420" h="201110" extrusionOk="0">
                  <a:moveTo>
                    <a:pt x="75421" y="201110"/>
                  </a:moveTo>
                  <a:cubicBezTo>
                    <a:pt x="74647" y="200939"/>
                    <a:pt x="73916" y="200681"/>
                    <a:pt x="73228" y="200337"/>
                  </a:cubicBezTo>
                  <a:cubicBezTo>
                    <a:pt x="71122" y="199563"/>
                    <a:pt x="69058" y="198660"/>
                    <a:pt x="67081" y="197629"/>
                  </a:cubicBezTo>
                  <a:cubicBezTo>
                    <a:pt x="59686" y="193931"/>
                    <a:pt x="52851" y="189288"/>
                    <a:pt x="46703" y="183785"/>
                  </a:cubicBezTo>
                  <a:cubicBezTo>
                    <a:pt x="37546" y="175660"/>
                    <a:pt x="29679" y="166159"/>
                    <a:pt x="23359" y="155627"/>
                  </a:cubicBezTo>
                  <a:cubicBezTo>
                    <a:pt x="15621" y="142772"/>
                    <a:pt x="9817" y="128843"/>
                    <a:pt x="6163" y="114270"/>
                  </a:cubicBezTo>
                  <a:cubicBezTo>
                    <a:pt x="316" y="87744"/>
                    <a:pt x="-1360" y="60445"/>
                    <a:pt x="1090" y="33404"/>
                  </a:cubicBezTo>
                  <a:cubicBezTo>
                    <a:pt x="1821" y="23043"/>
                    <a:pt x="2724" y="14703"/>
                    <a:pt x="3412" y="8942"/>
                  </a:cubicBezTo>
                  <a:cubicBezTo>
                    <a:pt x="3755" y="6234"/>
                    <a:pt x="4014" y="4041"/>
                    <a:pt x="4228" y="2279"/>
                  </a:cubicBezTo>
                  <a:cubicBezTo>
                    <a:pt x="4314" y="1505"/>
                    <a:pt x="4443" y="731"/>
                    <a:pt x="4702" y="0"/>
                  </a:cubicBezTo>
                  <a:cubicBezTo>
                    <a:pt x="4830" y="774"/>
                    <a:pt x="4830" y="1548"/>
                    <a:pt x="4702" y="2322"/>
                  </a:cubicBezTo>
                  <a:cubicBezTo>
                    <a:pt x="4702" y="4127"/>
                    <a:pt x="4443" y="6320"/>
                    <a:pt x="4271" y="8985"/>
                  </a:cubicBezTo>
                  <a:cubicBezTo>
                    <a:pt x="3841" y="14789"/>
                    <a:pt x="3196" y="23172"/>
                    <a:pt x="2681" y="33490"/>
                  </a:cubicBezTo>
                  <a:cubicBezTo>
                    <a:pt x="703" y="60359"/>
                    <a:pt x="2595" y="87400"/>
                    <a:pt x="8356" y="113754"/>
                  </a:cubicBezTo>
                  <a:cubicBezTo>
                    <a:pt x="11924" y="128112"/>
                    <a:pt x="17556" y="141869"/>
                    <a:pt x="25036" y="154595"/>
                  </a:cubicBezTo>
                  <a:cubicBezTo>
                    <a:pt x="31183" y="164998"/>
                    <a:pt x="38793" y="174413"/>
                    <a:pt x="47649" y="182625"/>
                  </a:cubicBezTo>
                  <a:cubicBezTo>
                    <a:pt x="56032" y="190019"/>
                    <a:pt x="65361" y="196253"/>
                    <a:pt x="75421" y="201110"/>
                  </a:cubicBezTo>
                  <a:lnTo>
                    <a:pt x="75421" y="20111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579;p56"/>
            <p:cNvSpPr/>
            <p:nvPr/>
          </p:nvSpPr>
          <p:spPr>
            <a:xfrm>
              <a:off x="7683043" y="5345765"/>
              <a:ext cx="210439" cy="163493"/>
            </a:xfrm>
            <a:custGeom>
              <a:avLst/>
              <a:gdLst/>
              <a:ahLst/>
              <a:cxnLst/>
              <a:rect l="l" t="t" r="r" b="b"/>
              <a:pathLst>
                <a:path w="210439" h="163493" extrusionOk="0">
                  <a:moveTo>
                    <a:pt x="14488" y="31727"/>
                  </a:moveTo>
                  <a:cubicBezTo>
                    <a:pt x="14574" y="32716"/>
                    <a:pt x="14574" y="33662"/>
                    <a:pt x="14488" y="34650"/>
                  </a:cubicBezTo>
                  <a:cubicBezTo>
                    <a:pt x="14488" y="36714"/>
                    <a:pt x="14144" y="39508"/>
                    <a:pt x="13886" y="43034"/>
                  </a:cubicBezTo>
                  <a:cubicBezTo>
                    <a:pt x="13241" y="50557"/>
                    <a:pt x="12381" y="61219"/>
                    <a:pt x="11264" y="74546"/>
                  </a:cubicBezTo>
                  <a:lnTo>
                    <a:pt x="11264" y="74890"/>
                  </a:lnTo>
                  <a:lnTo>
                    <a:pt x="10962" y="74890"/>
                  </a:lnTo>
                  <a:lnTo>
                    <a:pt x="1332" y="80435"/>
                  </a:lnTo>
                  <a:lnTo>
                    <a:pt x="1720" y="79748"/>
                  </a:lnTo>
                  <a:cubicBezTo>
                    <a:pt x="3310" y="101845"/>
                    <a:pt x="5374" y="129918"/>
                    <a:pt x="7738" y="161774"/>
                  </a:cubicBezTo>
                  <a:lnTo>
                    <a:pt x="6363" y="160871"/>
                  </a:lnTo>
                  <a:lnTo>
                    <a:pt x="82628" y="133314"/>
                  </a:lnTo>
                  <a:lnTo>
                    <a:pt x="106961" y="124716"/>
                  </a:lnTo>
                  <a:lnTo>
                    <a:pt x="106273" y="125920"/>
                  </a:lnTo>
                  <a:cubicBezTo>
                    <a:pt x="105069" y="117321"/>
                    <a:pt x="103865" y="109368"/>
                    <a:pt x="102705" y="101329"/>
                  </a:cubicBezTo>
                  <a:lnTo>
                    <a:pt x="102447" y="99566"/>
                  </a:lnTo>
                  <a:lnTo>
                    <a:pt x="104123" y="100168"/>
                  </a:lnTo>
                  <a:lnTo>
                    <a:pt x="133185" y="110486"/>
                  </a:lnTo>
                  <a:lnTo>
                    <a:pt x="131981" y="110873"/>
                  </a:lnTo>
                  <a:lnTo>
                    <a:pt x="188299" y="30824"/>
                  </a:lnTo>
                  <a:lnTo>
                    <a:pt x="204549" y="8039"/>
                  </a:lnTo>
                  <a:lnTo>
                    <a:pt x="208848" y="1977"/>
                  </a:lnTo>
                  <a:cubicBezTo>
                    <a:pt x="209321" y="1247"/>
                    <a:pt x="209837" y="602"/>
                    <a:pt x="210439" y="0"/>
                  </a:cubicBezTo>
                  <a:cubicBezTo>
                    <a:pt x="210052" y="774"/>
                    <a:pt x="209623" y="1505"/>
                    <a:pt x="209107" y="2193"/>
                  </a:cubicBezTo>
                  <a:cubicBezTo>
                    <a:pt x="208117" y="3740"/>
                    <a:pt x="206742" y="5761"/>
                    <a:pt x="205022" y="8383"/>
                  </a:cubicBezTo>
                  <a:lnTo>
                    <a:pt x="189202" y="31512"/>
                  </a:lnTo>
                  <a:lnTo>
                    <a:pt x="133572" y="112034"/>
                  </a:lnTo>
                  <a:lnTo>
                    <a:pt x="133099" y="112678"/>
                  </a:lnTo>
                  <a:lnTo>
                    <a:pt x="132368" y="112420"/>
                  </a:lnTo>
                  <a:lnTo>
                    <a:pt x="103306" y="102232"/>
                  </a:lnTo>
                  <a:lnTo>
                    <a:pt x="104725" y="101028"/>
                  </a:lnTo>
                  <a:cubicBezTo>
                    <a:pt x="105886" y="109024"/>
                    <a:pt x="107089" y="117235"/>
                    <a:pt x="108336" y="125576"/>
                  </a:cubicBezTo>
                  <a:lnTo>
                    <a:pt x="108336" y="126478"/>
                  </a:lnTo>
                  <a:lnTo>
                    <a:pt x="107477" y="126779"/>
                  </a:lnTo>
                  <a:lnTo>
                    <a:pt x="83101" y="135592"/>
                  </a:lnTo>
                  <a:lnTo>
                    <a:pt x="6749" y="163021"/>
                  </a:lnTo>
                  <a:lnTo>
                    <a:pt x="5460" y="163493"/>
                  </a:lnTo>
                  <a:lnTo>
                    <a:pt x="5460" y="162118"/>
                  </a:lnTo>
                  <a:cubicBezTo>
                    <a:pt x="3353" y="130219"/>
                    <a:pt x="1462" y="101931"/>
                    <a:pt x="0" y="80006"/>
                  </a:cubicBezTo>
                  <a:lnTo>
                    <a:pt x="0" y="79533"/>
                  </a:lnTo>
                  <a:lnTo>
                    <a:pt x="387" y="79318"/>
                  </a:lnTo>
                  <a:lnTo>
                    <a:pt x="10103" y="73901"/>
                  </a:lnTo>
                  <a:lnTo>
                    <a:pt x="9759" y="74460"/>
                  </a:lnTo>
                  <a:cubicBezTo>
                    <a:pt x="11134" y="61090"/>
                    <a:pt x="12209" y="50471"/>
                    <a:pt x="12983" y="42991"/>
                  </a:cubicBezTo>
                  <a:cubicBezTo>
                    <a:pt x="13413" y="39465"/>
                    <a:pt x="13714" y="36671"/>
                    <a:pt x="13929" y="34607"/>
                  </a:cubicBezTo>
                  <a:cubicBezTo>
                    <a:pt x="14058" y="33619"/>
                    <a:pt x="14230" y="32673"/>
                    <a:pt x="14488" y="31727"/>
                  </a:cubicBezTo>
                  <a:lnTo>
                    <a:pt x="14488" y="3172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580;p56"/>
            <p:cNvSpPr/>
            <p:nvPr/>
          </p:nvSpPr>
          <p:spPr>
            <a:xfrm>
              <a:off x="7603746" y="5396451"/>
              <a:ext cx="83166" cy="454282"/>
            </a:xfrm>
            <a:custGeom>
              <a:avLst/>
              <a:gdLst/>
              <a:ahLst/>
              <a:cxnLst/>
              <a:rect l="l" t="t" r="r" b="b"/>
              <a:pathLst>
                <a:path w="83166" h="454282" extrusionOk="0">
                  <a:moveTo>
                    <a:pt x="25257" y="454283"/>
                  </a:moveTo>
                  <a:cubicBezTo>
                    <a:pt x="25171" y="453638"/>
                    <a:pt x="25171" y="452950"/>
                    <a:pt x="25257" y="452305"/>
                  </a:cubicBezTo>
                  <a:lnTo>
                    <a:pt x="25257" y="446415"/>
                  </a:lnTo>
                  <a:cubicBezTo>
                    <a:pt x="25257" y="441084"/>
                    <a:pt x="25043" y="433518"/>
                    <a:pt x="24913" y="424060"/>
                  </a:cubicBezTo>
                  <a:cubicBezTo>
                    <a:pt x="24913" y="404628"/>
                    <a:pt x="24441" y="377114"/>
                    <a:pt x="24139" y="344054"/>
                  </a:cubicBezTo>
                  <a:lnTo>
                    <a:pt x="24139" y="344312"/>
                  </a:lnTo>
                  <a:cubicBezTo>
                    <a:pt x="19067" y="326686"/>
                    <a:pt x="14553" y="307126"/>
                    <a:pt x="10210" y="286146"/>
                  </a:cubicBezTo>
                  <a:cubicBezTo>
                    <a:pt x="8061" y="275699"/>
                    <a:pt x="5911" y="264651"/>
                    <a:pt x="4020" y="253774"/>
                  </a:cubicBezTo>
                  <a:cubicBezTo>
                    <a:pt x="1827" y="242424"/>
                    <a:pt x="538" y="230946"/>
                    <a:pt x="108" y="219382"/>
                  </a:cubicBezTo>
                  <a:cubicBezTo>
                    <a:pt x="-838" y="188471"/>
                    <a:pt x="4450" y="157647"/>
                    <a:pt x="15670" y="128800"/>
                  </a:cubicBezTo>
                  <a:lnTo>
                    <a:pt x="15670" y="128800"/>
                  </a:lnTo>
                  <a:cubicBezTo>
                    <a:pt x="22334" y="110314"/>
                    <a:pt x="30330" y="92344"/>
                    <a:pt x="39530" y="74976"/>
                  </a:cubicBezTo>
                  <a:cubicBezTo>
                    <a:pt x="47613" y="59284"/>
                    <a:pt x="55265" y="45785"/>
                    <a:pt x="61713" y="34694"/>
                  </a:cubicBezTo>
                  <a:cubicBezTo>
                    <a:pt x="68162" y="23602"/>
                    <a:pt x="73536" y="14918"/>
                    <a:pt x="77276" y="8899"/>
                  </a:cubicBezTo>
                  <a:lnTo>
                    <a:pt x="81575" y="2236"/>
                  </a:lnTo>
                  <a:cubicBezTo>
                    <a:pt x="82048" y="1462"/>
                    <a:pt x="82564" y="688"/>
                    <a:pt x="83166" y="0"/>
                  </a:cubicBezTo>
                  <a:cubicBezTo>
                    <a:pt x="82779" y="817"/>
                    <a:pt x="82306" y="1634"/>
                    <a:pt x="81833" y="2407"/>
                  </a:cubicBezTo>
                  <a:lnTo>
                    <a:pt x="77448" y="9501"/>
                  </a:lnTo>
                  <a:cubicBezTo>
                    <a:pt x="73880" y="15477"/>
                    <a:pt x="68850" y="24247"/>
                    <a:pt x="62444" y="35295"/>
                  </a:cubicBezTo>
                  <a:cubicBezTo>
                    <a:pt x="56039" y="46344"/>
                    <a:pt x="48644" y="60058"/>
                    <a:pt x="40691" y="75793"/>
                  </a:cubicBezTo>
                  <a:cubicBezTo>
                    <a:pt x="31663" y="93118"/>
                    <a:pt x="23839" y="111088"/>
                    <a:pt x="17261" y="129488"/>
                  </a:cubicBezTo>
                  <a:lnTo>
                    <a:pt x="17261" y="129488"/>
                  </a:lnTo>
                  <a:cubicBezTo>
                    <a:pt x="6299" y="158077"/>
                    <a:pt x="1139" y="188557"/>
                    <a:pt x="2042" y="219166"/>
                  </a:cubicBezTo>
                  <a:cubicBezTo>
                    <a:pt x="2429" y="230645"/>
                    <a:pt x="3762" y="242038"/>
                    <a:pt x="5911" y="253301"/>
                  </a:cubicBezTo>
                  <a:cubicBezTo>
                    <a:pt x="7889" y="264393"/>
                    <a:pt x="9910" y="275183"/>
                    <a:pt x="12016" y="285630"/>
                  </a:cubicBezTo>
                  <a:cubicBezTo>
                    <a:pt x="16315" y="306567"/>
                    <a:pt x="20614" y="326127"/>
                    <a:pt x="25644" y="343668"/>
                  </a:cubicBezTo>
                  <a:lnTo>
                    <a:pt x="25644" y="452219"/>
                  </a:lnTo>
                  <a:cubicBezTo>
                    <a:pt x="25558" y="452907"/>
                    <a:pt x="25429" y="453595"/>
                    <a:pt x="25257" y="454283"/>
                  </a:cubicBezTo>
                  <a:lnTo>
                    <a:pt x="25257" y="45428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581;p56"/>
            <p:cNvSpPr/>
            <p:nvPr/>
          </p:nvSpPr>
          <p:spPr>
            <a:xfrm>
              <a:off x="7889785" y="5526713"/>
              <a:ext cx="75491" cy="149091"/>
            </a:xfrm>
            <a:custGeom>
              <a:avLst/>
              <a:gdLst/>
              <a:ahLst/>
              <a:cxnLst/>
              <a:rect l="l" t="t" r="r" b="b"/>
              <a:pathLst>
                <a:path w="75491" h="149091" extrusionOk="0">
                  <a:moveTo>
                    <a:pt x="75492" y="149092"/>
                  </a:moveTo>
                  <a:cubicBezTo>
                    <a:pt x="28761" y="115688"/>
                    <a:pt x="774" y="57436"/>
                    <a:pt x="0" y="0"/>
                  </a:cubicBezTo>
                  <a:lnTo>
                    <a:pt x="75492" y="149092"/>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582;p56"/>
            <p:cNvSpPr/>
            <p:nvPr/>
          </p:nvSpPr>
          <p:spPr>
            <a:xfrm>
              <a:off x="7840561" y="5377192"/>
              <a:ext cx="281661" cy="553246"/>
            </a:xfrm>
            <a:custGeom>
              <a:avLst/>
              <a:gdLst/>
              <a:ahLst/>
              <a:cxnLst/>
              <a:rect l="l" t="t" r="r" b="b"/>
              <a:pathLst>
                <a:path w="281661" h="553246" extrusionOk="0">
                  <a:moveTo>
                    <a:pt x="103737" y="0"/>
                  </a:moveTo>
                  <a:cubicBezTo>
                    <a:pt x="103737" y="0"/>
                    <a:pt x="143631" y="7781"/>
                    <a:pt x="159366" y="41959"/>
                  </a:cubicBezTo>
                  <a:cubicBezTo>
                    <a:pt x="175101" y="76136"/>
                    <a:pt x="279353" y="334768"/>
                    <a:pt x="281374" y="352953"/>
                  </a:cubicBezTo>
                  <a:cubicBezTo>
                    <a:pt x="283394" y="371138"/>
                    <a:pt x="274839" y="394181"/>
                    <a:pt x="253344" y="416794"/>
                  </a:cubicBezTo>
                  <a:cubicBezTo>
                    <a:pt x="231848" y="439407"/>
                    <a:pt x="70161" y="553247"/>
                    <a:pt x="70161" y="553247"/>
                  </a:cubicBezTo>
                  <a:lnTo>
                    <a:pt x="0" y="440870"/>
                  </a:lnTo>
                  <a:lnTo>
                    <a:pt x="142858" y="338293"/>
                  </a:lnTo>
                  <a:lnTo>
                    <a:pt x="49740" y="146125"/>
                  </a:lnTo>
                  <a:cubicBezTo>
                    <a:pt x="49740" y="146125"/>
                    <a:pt x="56618" y="14015"/>
                    <a:pt x="103737" y="0"/>
                  </a:cubicBezTo>
                  <a:lnTo>
                    <a:pt x="103737"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583;p56"/>
            <p:cNvSpPr/>
            <p:nvPr/>
          </p:nvSpPr>
          <p:spPr>
            <a:xfrm>
              <a:off x="7987245" y="5714355"/>
              <a:ext cx="55715" cy="26537"/>
            </a:xfrm>
            <a:custGeom>
              <a:avLst/>
              <a:gdLst/>
              <a:ahLst/>
              <a:cxnLst/>
              <a:rect l="l" t="t" r="r" b="b"/>
              <a:pathLst>
                <a:path w="55715" h="26537" extrusionOk="0">
                  <a:moveTo>
                    <a:pt x="55716" y="26537"/>
                  </a:moveTo>
                  <a:cubicBezTo>
                    <a:pt x="47247" y="20647"/>
                    <a:pt x="38347" y="15274"/>
                    <a:pt x="29190" y="10502"/>
                  </a:cubicBezTo>
                  <a:cubicBezTo>
                    <a:pt x="19690" y="6418"/>
                    <a:pt x="9931" y="2892"/>
                    <a:pt x="0" y="12"/>
                  </a:cubicBezTo>
                  <a:cubicBezTo>
                    <a:pt x="3095" y="-74"/>
                    <a:pt x="6147" y="313"/>
                    <a:pt x="9114" y="1172"/>
                  </a:cubicBezTo>
                  <a:cubicBezTo>
                    <a:pt x="16379" y="2806"/>
                    <a:pt x="23430" y="5257"/>
                    <a:pt x="30137" y="8481"/>
                  </a:cubicBezTo>
                  <a:cubicBezTo>
                    <a:pt x="36843" y="11662"/>
                    <a:pt x="43205" y="15575"/>
                    <a:pt x="49052" y="20175"/>
                  </a:cubicBezTo>
                  <a:cubicBezTo>
                    <a:pt x="51632" y="21894"/>
                    <a:pt x="53867" y="24044"/>
                    <a:pt x="55716" y="2653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584;p56"/>
            <p:cNvSpPr/>
            <p:nvPr/>
          </p:nvSpPr>
          <p:spPr>
            <a:xfrm>
              <a:off x="7987503" y="5699650"/>
              <a:ext cx="50213" cy="13814"/>
            </a:xfrm>
            <a:custGeom>
              <a:avLst/>
              <a:gdLst/>
              <a:ahLst/>
              <a:cxnLst/>
              <a:rect l="l" t="t" r="r" b="b"/>
              <a:pathLst>
                <a:path w="50213" h="13814" extrusionOk="0">
                  <a:moveTo>
                    <a:pt x="50170" y="487"/>
                  </a:moveTo>
                  <a:cubicBezTo>
                    <a:pt x="41486" y="1304"/>
                    <a:pt x="32888" y="2680"/>
                    <a:pt x="24376" y="4528"/>
                  </a:cubicBezTo>
                  <a:cubicBezTo>
                    <a:pt x="16078" y="7108"/>
                    <a:pt x="7910" y="10203"/>
                    <a:pt x="0" y="13814"/>
                  </a:cubicBezTo>
                  <a:cubicBezTo>
                    <a:pt x="14445" y="3153"/>
                    <a:pt x="32372" y="-1619"/>
                    <a:pt x="50213" y="487"/>
                  </a:cubicBezTo>
                  <a:lnTo>
                    <a:pt x="50170" y="48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5" name="Google Shape;585;p56"/>
            <p:cNvSpPr/>
            <p:nvPr/>
          </p:nvSpPr>
          <p:spPr>
            <a:xfrm>
              <a:off x="7874523" y="5318724"/>
              <a:ext cx="248250" cy="475222"/>
            </a:xfrm>
            <a:custGeom>
              <a:avLst/>
              <a:gdLst/>
              <a:ahLst/>
              <a:cxnLst/>
              <a:rect l="l" t="t" r="r" b="b"/>
              <a:pathLst>
                <a:path w="248250" h="475222" extrusionOk="0">
                  <a:moveTo>
                    <a:pt x="219382" y="475219"/>
                  </a:moveTo>
                  <a:cubicBezTo>
                    <a:pt x="219683" y="474832"/>
                    <a:pt x="219983" y="474445"/>
                    <a:pt x="220327" y="474101"/>
                  </a:cubicBezTo>
                  <a:lnTo>
                    <a:pt x="223165" y="470877"/>
                  </a:lnTo>
                  <a:cubicBezTo>
                    <a:pt x="224884" y="469157"/>
                    <a:pt x="226475" y="467395"/>
                    <a:pt x="227980" y="465503"/>
                  </a:cubicBezTo>
                  <a:cubicBezTo>
                    <a:pt x="230000" y="463053"/>
                    <a:pt x="231892" y="460473"/>
                    <a:pt x="233612" y="457765"/>
                  </a:cubicBezTo>
                  <a:cubicBezTo>
                    <a:pt x="238555" y="450585"/>
                    <a:pt x="242253" y="442632"/>
                    <a:pt x="244617" y="434249"/>
                  </a:cubicBezTo>
                  <a:cubicBezTo>
                    <a:pt x="246079" y="429047"/>
                    <a:pt x="246896" y="423630"/>
                    <a:pt x="246982" y="418213"/>
                  </a:cubicBezTo>
                  <a:cubicBezTo>
                    <a:pt x="247239" y="412152"/>
                    <a:pt x="246165" y="406133"/>
                    <a:pt x="243843" y="400544"/>
                  </a:cubicBezTo>
                  <a:cubicBezTo>
                    <a:pt x="225142" y="352309"/>
                    <a:pt x="199391" y="285931"/>
                    <a:pt x="170759" y="212632"/>
                  </a:cubicBezTo>
                  <a:cubicBezTo>
                    <a:pt x="159667" y="185806"/>
                    <a:pt x="148963" y="159925"/>
                    <a:pt x="138860" y="135593"/>
                  </a:cubicBezTo>
                  <a:cubicBezTo>
                    <a:pt x="133873" y="123426"/>
                    <a:pt x="128972" y="111647"/>
                    <a:pt x="124329" y="100340"/>
                  </a:cubicBezTo>
                  <a:cubicBezTo>
                    <a:pt x="119128" y="89980"/>
                    <a:pt x="111561" y="80995"/>
                    <a:pt x="102232" y="74116"/>
                  </a:cubicBezTo>
                  <a:lnTo>
                    <a:pt x="102232" y="74116"/>
                  </a:lnTo>
                  <a:lnTo>
                    <a:pt x="21754" y="29062"/>
                  </a:lnTo>
                  <a:lnTo>
                    <a:pt x="21754" y="29062"/>
                  </a:lnTo>
                  <a:lnTo>
                    <a:pt x="5589" y="7566"/>
                  </a:lnTo>
                  <a:lnTo>
                    <a:pt x="1290" y="1978"/>
                  </a:lnTo>
                  <a:cubicBezTo>
                    <a:pt x="817" y="1376"/>
                    <a:pt x="387" y="688"/>
                    <a:pt x="0" y="0"/>
                  </a:cubicBezTo>
                  <a:cubicBezTo>
                    <a:pt x="0" y="0"/>
                    <a:pt x="559" y="602"/>
                    <a:pt x="1548" y="1806"/>
                  </a:cubicBezTo>
                  <a:lnTo>
                    <a:pt x="5847" y="7223"/>
                  </a:lnTo>
                  <a:lnTo>
                    <a:pt x="22442" y="28460"/>
                  </a:lnTo>
                  <a:lnTo>
                    <a:pt x="22442" y="28460"/>
                  </a:lnTo>
                  <a:lnTo>
                    <a:pt x="103307" y="72611"/>
                  </a:lnTo>
                  <a:lnTo>
                    <a:pt x="103307" y="72611"/>
                  </a:lnTo>
                  <a:cubicBezTo>
                    <a:pt x="112937" y="79662"/>
                    <a:pt x="120761" y="88862"/>
                    <a:pt x="126135" y="99524"/>
                  </a:cubicBezTo>
                  <a:cubicBezTo>
                    <a:pt x="130821" y="110830"/>
                    <a:pt x="135722" y="122609"/>
                    <a:pt x="140794" y="134733"/>
                  </a:cubicBezTo>
                  <a:lnTo>
                    <a:pt x="172780" y="211858"/>
                  </a:lnTo>
                  <a:cubicBezTo>
                    <a:pt x="201369" y="285243"/>
                    <a:pt x="226690" y="351879"/>
                    <a:pt x="245090" y="400071"/>
                  </a:cubicBezTo>
                  <a:cubicBezTo>
                    <a:pt x="247498" y="405832"/>
                    <a:pt x="248529" y="412109"/>
                    <a:pt x="248186" y="418342"/>
                  </a:cubicBezTo>
                  <a:cubicBezTo>
                    <a:pt x="248056" y="423888"/>
                    <a:pt x="247196" y="429391"/>
                    <a:pt x="245606" y="434679"/>
                  </a:cubicBezTo>
                  <a:cubicBezTo>
                    <a:pt x="243112" y="443148"/>
                    <a:pt x="239243" y="451187"/>
                    <a:pt x="234128" y="458367"/>
                  </a:cubicBezTo>
                  <a:cubicBezTo>
                    <a:pt x="232322" y="461032"/>
                    <a:pt x="230387" y="463568"/>
                    <a:pt x="228281" y="465976"/>
                  </a:cubicBezTo>
                  <a:cubicBezTo>
                    <a:pt x="226819" y="467825"/>
                    <a:pt x="225228" y="469587"/>
                    <a:pt x="223551" y="471221"/>
                  </a:cubicBezTo>
                  <a:lnTo>
                    <a:pt x="220499" y="474273"/>
                  </a:lnTo>
                  <a:cubicBezTo>
                    <a:pt x="219811" y="474918"/>
                    <a:pt x="219382" y="475262"/>
                    <a:pt x="219382" y="475219"/>
                  </a:cubicBezTo>
                  <a:lnTo>
                    <a:pt x="219382" y="47521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6" name="Google Shape;586;p56"/>
            <p:cNvSpPr/>
            <p:nvPr/>
          </p:nvSpPr>
          <p:spPr>
            <a:xfrm>
              <a:off x="7839099" y="5522500"/>
              <a:ext cx="153004" cy="409357"/>
            </a:xfrm>
            <a:custGeom>
              <a:avLst/>
              <a:gdLst/>
              <a:ahLst/>
              <a:cxnLst/>
              <a:rect l="l" t="t" r="r" b="b"/>
              <a:pathLst>
                <a:path w="153004" h="409357" extrusionOk="0">
                  <a:moveTo>
                    <a:pt x="153004" y="349815"/>
                  </a:moveTo>
                  <a:cubicBezTo>
                    <a:pt x="152574" y="350202"/>
                    <a:pt x="152101" y="350589"/>
                    <a:pt x="151628" y="350933"/>
                  </a:cubicBezTo>
                  <a:lnTo>
                    <a:pt x="147329" y="354071"/>
                  </a:lnTo>
                  <a:lnTo>
                    <a:pt x="131208" y="365851"/>
                  </a:lnTo>
                  <a:lnTo>
                    <a:pt x="71966" y="408841"/>
                  </a:lnTo>
                  <a:lnTo>
                    <a:pt x="71279" y="409357"/>
                  </a:lnTo>
                  <a:lnTo>
                    <a:pt x="70806" y="408583"/>
                  </a:lnTo>
                  <a:lnTo>
                    <a:pt x="559" y="296120"/>
                  </a:lnTo>
                  <a:lnTo>
                    <a:pt x="0" y="295260"/>
                  </a:lnTo>
                  <a:lnTo>
                    <a:pt x="817" y="294701"/>
                  </a:lnTo>
                  <a:lnTo>
                    <a:pt x="65303" y="248314"/>
                  </a:lnTo>
                  <a:lnTo>
                    <a:pt x="143847" y="191825"/>
                  </a:lnTo>
                  <a:lnTo>
                    <a:pt x="143503" y="193157"/>
                  </a:lnTo>
                  <a:lnTo>
                    <a:pt x="75191" y="54598"/>
                  </a:lnTo>
                  <a:lnTo>
                    <a:pt x="55630" y="14488"/>
                  </a:lnTo>
                  <a:lnTo>
                    <a:pt x="50471" y="3783"/>
                  </a:lnTo>
                  <a:cubicBezTo>
                    <a:pt x="49955" y="2622"/>
                    <a:pt x="49525" y="1677"/>
                    <a:pt x="49182" y="989"/>
                  </a:cubicBezTo>
                  <a:lnTo>
                    <a:pt x="48795" y="0"/>
                  </a:lnTo>
                  <a:cubicBezTo>
                    <a:pt x="49009" y="301"/>
                    <a:pt x="49182" y="602"/>
                    <a:pt x="49353" y="903"/>
                  </a:cubicBezTo>
                  <a:lnTo>
                    <a:pt x="50815" y="3611"/>
                  </a:lnTo>
                  <a:lnTo>
                    <a:pt x="56232" y="14187"/>
                  </a:lnTo>
                  <a:cubicBezTo>
                    <a:pt x="61004" y="23559"/>
                    <a:pt x="67796" y="37058"/>
                    <a:pt x="76351" y="53996"/>
                  </a:cubicBezTo>
                  <a:lnTo>
                    <a:pt x="145438" y="192211"/>
                  </a:lnTo>
                  <a:lnTo>
                    <a:pt x="145825" y="193028"/>
                  </a:lnTo>
                  <a:lnTo>
                    <a:pt x="145094" y="193544"/>
                  </a:lnTo>
                  <a:lnTo>
                    <a:pt x="66636" y="250120"/>
                  </a:lnTo>
                  <a:lnTo>
                    <a:pt x="2150" y="296421"/>
                  </a:lnTo>
                  <a:lnTo>
                    <a:pt x="2408" y="295002"/>
                  </a:lnTo>
                  <a:lnTo>
                    <a:pt x="72397" y="407508"/>
                  </a:lnTo>
                  <a:lnTo>
                    <a:pt x="71193" y="407294"/>
                  </a:lnTo>
                  <a:lnTo>
                    <a:pt x="130864" y="365077"/>
                  </a:lnTo>
                  <a:lnTo>
                    <a:pt x="147243" y="353641"/>
                  </a:lnTo>
                  <a:lnTo>
                    <a:pt x="151542" y="350718"/>
                  </a:lnTo>
                  <a:cubicBezTo>
                    <a:pt x="152015" y="350374"/>
                    <a:pt x="152488" y="350073"/>
                    <a:pt x="153004" y="34981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587;p56"/>
            <p:cNvSpPr/>
            <p:nvPr/>
          </p:nvSpPr>
          <p:spPr>
            <a:xfrm>
              <a:off x="7890742" y="5402255"/>
              <a:ext cx="82230" cy="90539"/>
            </a:xfrm>
            <a:custGeom>
              <a:avLst/>
              <a:gdLst/>
              <a:ahLst/>
              <a:cxnLst/>
              <a:rect l="l" t="t" r="r" b="b"/>
              <a:pathLst>
                <a:path w="82230" h="90539" extrusionOk="0">
                  <a:moveTo>
                    <a:pt x="161" y="90538"/>
                  </a:moveTo>
                  <a:cubicBezTo>
                    <a:pt x="-54" y="88819"/>
                    <a:pt x="-54" y="87099"/>
                    <a:pt x="161" y="85379"/>
                  </a:cubicBezTo>
                  <a:cubicBezTo>
                    <a:pt x="634" y="80650"/>
                    <a:pt x="1494" y="76007"/>
                    <a:pt x="2698" y="71407"/>
                  </a:cubicBezTo>
                  <a:cubicBezTo>
                    <a:pt x="10823" y="40540"/>
                    <a:pt x="33479" y="15563"/>
                    <a:pt x="63444" y="4514"/>
                  </a:cubicBezTo>
                  <a:cubicBezTo>
                    <a:pt x="67872" y="2837"/>
                    <a:pt x="72428" y="1548"/>
                    <a:pt x="77072" y="645"/>
                  </a:cubicBezTo>
                  <a:cubicBezTo>
                    <a:pt x="78748" y="215"/>
                    <a:pt x="80511" y="0"/>
                    <a:pt x="82230" y="0"/>
                  </a:cubicBezTo>
                  <a:cubicBezTo>
                    <a:pt x="82230" y="430"/>
                    <a:pt x="75008" y="1548"/>
                    <a:pt x="64045" y="5976"/>
                  </a:cubicBezTo>
                  <a:cubicBezTo>
                    <a:pt x="35070" y="17583"/>
                    <a:pt x="13016" y="41873"/>
                    <a:pt x="4245" y="71837"/>
                  </a:cubicBezTo>
                  <a:cubicBezTo>
                    <a:pt x="1107" y="83187"/>
                    <a:pt x="591" y="90624"/>
                    <a:pt x="161" y="90538"/>
                  </a:cubicBezTo>
                  <a:lnTo>
                    <a:pt x="161" y="9053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588;p56"/>
            <p:cNvSpPr/>
            <p:nvPr/>
          </p:nvSpPr>
          <p:spPr>
            <a:xfrm>
              <a:off x="7839099" y="5522500"/>
              <a:ext cx="153004" cy="409357"/>
            </a:xfrm>
            <a:custGeom>
              <a:avLst/>
              <a:gdLst/>
              <a:ahLst/>
              <a:cxnLst/>
              <a:rect l="l" t="t" r="r" b="b"/>
              <a:pathLst>
                <a:path w="153004" h="409357" extrusionOk="0">
                  <a:moveTo>
                    <a:pt x="153004" y="349815"/>
                  </a:moveTo>
                  <a:cubicBezTo>
                    <a:pt x="152574" y="350202"/>
                    <a:pt x="152101" y="350589"/>
                    <a:pt x="151628" y="350933"/>
                  </a:cubicBezTo>
                  <a:lnTo>
                    <a:pt x="147329" y="354071"/>
                  </a:lnTo>
                  <a:lnTo>
                    <a:pt x="131208" y="365851"/>
                  </a:lnTo>
                  <a:lnTo>
                    <a:pt x="71966" y="408841"/>
                  </a:lnTo>
                  <a:lnTo>
                    <a:pt x="71279" y="409357"/>
                  </a:lnTo>
                  <a:lnTo>
                    <a:pt x="70806" y="408583"/>
                  </a:lnTo>
                  <a:lnTo>
                    <a:pt x="559" y="296120"/>
                  </a:lnTo>
                  <a:lnTo>
                    <a:pt x="0" y="295260"/>
                  </a:lnTo>
                  <a:lnTo>
                    <a:pt x="817" y="294701"/>
                  </a:lnTo>
                  <a:lnTo>
                    <a:pt x="65303" y="248314"/>
                  </a:lnTo>
                  <a:lnTo>
                    <a:pt x="143847" y="191825"/>
                  </a:lnTo>
                  <a:lnTo>
                    <a:pt x="143503" y="193157"/>
                  </a:lnTo>
                  <a:lnTo>
                    <a:pt x="75191" y="54598"/>
                  </a:lnTo>
                  <a:lnTo>
                    <a:pt x="55630" y="14488"/>
                  </a:lnTo>
                  <a:lnTo>
                    <a:pt x="50471" y="3783"/>
                  </a:lnTo>
                  <a:cubicBezTo>
                    <a:pt x="49955" y="2622"/>
                    <a:pt x="49525" y="1677"/>
                    <a:pt x="49182" y="989"/>
                  </a:cubicBezTo>
                  <a:lnTo>
                    <a:pt x="48795" y="0"/>
                  </a:lnTo>
                  <a:cubicBezTo>
                    <a:pt x="49009" y="301"/>
                    <a:pt x="49182" y="602"/>
                    <a:pt x="49353" y="903"/>
                  </a:cubicBezTo>
                  <a:lnTo>
                    <a:pt x="50815" y="3611"/>
                  </a:lnTo>
                  <a:lnTo>
                    <a:pt x="56232" y="14187"/>
                  </a:lnTo>
                  <a:cubicBezTo>
                    <a:pt x="61004" y="23559"/>
                    <a:pt x="67796" y="37058"/>
                    <a:pt x="76351" y="53996"/>
                  </a:cubicBezTo>
                  <a:lnTo>
                    <a:pt x="145438" y="192211"/>
                  </a:lnTo>
                  <a:lnTo>
                    <a:pt x="145825" y="193028"/>
                  </a:lnTo>
                  <a:lnTo>
                    <a:pt x="145094" y="193544"/>
                  </a:lnTo>
                  <a:lnTo>
                    <a:pt x="66636" y="250120"/>
                  </a:lnTo>
                  <a:lnTo>
                    <a:pt x="2150" y="296421"/>
                  </a:lnTo>
                  <a:lnTo>
                    <a:pt x="2408" y="295002"/>
                  </a:lnTo>
                  <a:lnTo>
                    <a:pt x="72397" y="407508"/>
                  </a:lnTo>
                  <a:lnTo>
                    <a:pt x="71193" y="407294"/>
                  </a:lnTo>
                  <a:lnTo>
                    <a:pt x="130864" y="365077"/>
                  </a:lnTo>
                  <a:lnTo>
                    <a:pt x="147243" y="353641"/>
                  </a:lnTo>
                  <a:lnTo>
                    <a:pt x="151542" y="350718"/>
                  </a:lnTo>
                  <a:cubicBezTo>
                    <a:pt x="152015" y="350374"/>
                    <a:pt x="152488" y="350073"/>
                    <a:pt x="153004" y="34981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589;p56"/>
            <p:cNvSpPr/>
            <p:nvPr/>
          </p:nvSpPr>
          <p:spPr>
            <a:xfrm>
              <a:off x="7689620" y="5446922"/>
              <a:ext cx="126135" cy="60874"/>
            </a:xfrm>
            <a:custGeom>
              <a:avLst/>
              <a:gdLst/>
              <a:ahLst/>
              <a:cxnLst/>
              <a:rect l="l" t="t" r="r" b="b"/>
              <a:pathLst>
                <a:path w="126135" h="60874" extrusionOk="0">
                  <a:moveTo>
                    <a:pt x="126135" y="10232"/>
                  </a:moveTo>
                  <a:lnTo>
                    <a:pt x="102318" y="9501"/>
                  </a:lnTo>
                  <a:lnTo>
                    <a:pt x="107305" y="33576"/>
                  </a:lnTo>
                  <a:lnTo>
                    <a:pt x="0" y="60875"/>
                  </a:lnTo>
                  <a:lnTo>
                    <a:pt x="100641" y="24591"/>
                  </a:lnTo>
                  <a:lnTo>
                    <a:pt x="97073" y="0"/>
                  </a:lnTo>
                  <a:lnTo>
                    <a:pt x="126135" y="10232"/>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590;p56"/>
            <p:cNvSpPr/>
            <p:nvPr/>
          </p:nvSpPr>
          <p:spPr>
            <a:xfrm>
              <a:off x="7587657" y="5869650"/>
              <a:ext cx="29609" cy="352738"/>
            </a:xfrm>
            <a:custGeom>
              <a:avLst/>
              <a:gdLst/>
              <a:ahLst/>
              <a:cxnLst/>
              <a:rect l="l" t="t" r="r" b="b"/>
              <a:pathLst>
                <a:path w="29609" h="352738" extrusionOk="0">
                  <a:moveTo>
                    <a:pt x="18432" y="352738"/>
                  </a:moveTo>
                  <a:cubicBezTo>
                    <a:pt x="18346" y="351620"/>
                    <a:pt x="18346" y="350546"/>
                    <a:pt x="18432" y="349428"/>
                  </a:cubicBezTo>
                  <a:cubicBezTo>
                    <a:pt x="18432" y="347064"/>
                    <a:pt x="18690" y="343925"/>
                    <a:pt x="18819" y="339927"/>
                  </a:cubicBezTo>
                  <a:cubicBezTo>
                    <a:pt x="19249" y="331329"/>
                    <a:pt x="19851" y="319506"/>
                    <a:pt x="20625" y="304760"/>
                  </a:cubicBezTo>
                  <a:cubicBezTo>
                    <a:pt x="22345" y="274667"/>
                    <a:pt x="24709" y="233310"/>
                    <a:pt x="27374" y="186622"/>
                  </a:cubicBezTo>
                  <a:lnTo>
                    <a:pt x="27633" y="187396"/>
                  </a:lnTo>
                  <a:cubicBezTo>
                    <a:pt x="23505" y="181721"/>
                    <a:pt x="20195" y="175531"/>
                    <a:pt x="17701" y="168953"/>
                  </a:cubicBezTo>
                  <a:cubicBezTo>
                    <a:pt x="11511" y="151800"/>
                    <a:pt x="7298" y="134002"/>
                    <a:pt x="5148" y="115903"/>
                  </a:cubicBezTo>
                  <a:cubicBezTo>
                    <a:pt x="2870" y="98706"/>
                    <a:pt x="1666" y="82671"/>
                    <a:pt x="849" y="67968"/>
                  </a:cubicBezTo>
                  <a:cubicBezTo>
                    <a:pt x="-527" y="38606"/>
                    <a:pt x="-11" y="15004"/>
                    <a:pt x="849" y="473"/>
                  </a:cubicBezTo>
                  <a:lnTo>
                    <a:pt x="849" y="0"/>
                  </a:lnTo>
                  <a:lnTo>
                    <a:pt x="1322" y="0"/>
                  </a:lnTo>
                  <a:lnTo>
                    <a:pt x="14219" y="687"/>
                  </a:lnTo>
                  <a:lnTo>
                    <a:pt x="17487" y="946"/>
                  </a:lnTo>
                  <a:lnTo>
                    <a:pt x="14219" y="946"/>
                  </a:lnTo>
                  <a:lnTo>
                    <a:pt x="1322" y="687"/>
                  </a:lnTo>
                  <a:lnTo>
                    <a:pt x="1795" y="258"/>
                  </a:lnTo>
                  <a:cubicBezTo>
                    <a:pt x="1494" y="14746"/>
                    <a:pt x="1322" y="38347"/>
                    <a:pt x="2913" y="67624"/>
                  </a:cubicBezTo>
                  <a:cubicBezTo>
                    <a:pt x="3729" y="82284"/>
                    <a:pt x="5019" y="98362"/>
                    <a:pt x="7212" y="115344"/>
                  </a:cubicBezTo>
                  <a:cubicBezTo>
                    <a:pt x="9361" y="133400"/>
                    <a:pt x="13574" y="151112"/>
                    <a:pt x="19765" y="168222"/>
                  </a:cubicBezTo>
                  <a:cubicBezTo>
                    <a:pt x="22173" y="174585"/>
                    <a:pt x="25354" y="180603"/>
                    <a:pt x="29352" y="186106"/>
                  </a:cubicBezTo>
                  <a:lnTo>
                    <a:pt x="29610" y="186451"/>
                  </a:lnTo>
                  <a:lnTo>
                    <a:pt x="29610" y="186880"/>
                  </a:lnTo>
                  <a:cubicBezTo>
                    <a:pt x="26644" y="233525"/>
                    <a:pt x="24021" y="274925"/>
                    <a:pt x="22130" y="304933"/>
                  </a:cubicBezTo>
                  <a:cubicBezTo>
                    <a:pt x="21055" y="319679"/>
                    <a:pt x="20238" y="331587"/>
                    <a:pt x="19636" y="340056"/>
                  </a:cubicBezTo>
                  <a:cubicBezTo>
                    <a:pt x="19335" y="344054"/>
                    <a:pt x="19077" y="347192"/>
                    <a:pt x="18862" y="349557"/>
                  </a:cubicBezTo>
                  <a:cubicBezTo>
                    <a:pt x="18776" y="350632"/>
                    <a:pt x="18648" y="351706"/>
                    <a:pt x="18432" y="352738"/>
                  </a:cubicBezTo>
                  <a:lnTo>
                    <a:pt x="18432" y="35273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591;p56"/>
            <p:cNvSpPr/>
            <p:nvPr/>
          </p:nvSpPr>
          <p:spPr>
            <a:xfrm>
              <a:off x="7867043" y="5324899"/>
              <a:ext cx="38006" cy="117638"/>
            </a:xfrm>
            <a:custGeom>
              <a:avLst/>
              <a:gdLst/>
              <a:ahLst/>
              <a:cxnLst/>
              <a:rect l="l" t="t" r="r" b="b"/>
              <a:pathLst>
                <a:path w="38006" h="117638" extrusionOk="0">
                  <a:moveTo>
                    <a:pt x="5804" y="117638"/>
                  </a:moveTo>
                  <a:lnTo>
                    <a:pt x="0" y="115188"/>
                  </a:lnTo>
                  <a:cubicBezTo>
                    <a:pt x="0" y="114887"/>
                    <a:pt x="12897" y="83718"/>
                    <a:pt x="25794" y="50702"/>
                  </a:cubicBezTo>
                  <a:cubicBezTo>
                    <a:pt x="30868" y="37590"/>
                    <a:pt x="32673" y="26670"/>
                    <a:pt x="31211" y="18201"/>
                  </a:cubicBezTo>
                  <a:cubicBezTo>
                    <a:pt x="29836" y="10935"/>
                    <a:pt x="23344" y="5733"/>
                    <a:pt x="15950" y="5948"/>
                  </a:cubicBezTo>
                  <a:lnTo>
                    <a:pt x="11995" y="273"/>
                  </a:lnTo>
                  <a:cubicBezTo>
                    <a:pt x="23559" y="-1532"/>
                    <a:pt x="34608" y="5776"/>
                    <a:pt x="37445" y="17126"/>
                  </a:cubicBezTo>
                  <a:cubicBezTo>
                    <a:pt x="39079" y="26713"/>
                    <a:pt x="37144" y="38621"/>
                    <a:pt x="31684" y="52980"/>
                  </a:cubicBezTo>
                  <a:cubicBezTo>
                    <a:pt x="18959" y="86083"/>
                    <a:pt x="5933" y="117294"/>
                    <a:pt x="5804" y="117638"/>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2" name="Google Shape;592;p56"/>
            <p:cNvSpPr/>
            <p:nvPr/>
          </p:nvSpPr>
          <p:spPr>
            <a:xfrm>
              <a:off x="7808146" y="5435941"/>
              <a:ext cx="87435" cy="79422"/>
            </a:xfrm>
            <a:custGeom>
              <a:avLst/>
              <a:gdLst/>
              <a:ahLst/>
              <a:cxnLst/>
              <a:rect l="l" t="t" r="r" b="b"/>
              <a:pathLst>
                <a:path w="87435" h="79422" extrusionOk="0">
                  <a:moveTo>
                    <a:pt x="74116" y="79423"/>
                  </a:moveTo>
                  <a:lnTo>
                    <a:pt x="66077" y="76327"/>
                  </a:lnTo>
                  <a:cubicBezTo>
                    <a:pt x="72654" y="59389"/>
                    <a:pt x="81639" y="29382"/>
                    <a:pt x="77770" y="20955"/>
                  </a:cubicBezTo>
                  <a:cubicBezTo>
                    <a:pt x="73987" y="14851"/>
                    <a:pt x="67710" y="10680"/>
                    <a:pt x="60574" y="9563"/>
                  </a:cubicBezTo>
                  <a:cubicBezTo>
                    <a:pt x="51846" y="7241"/>
                    <a:pt x="42561" y="9176"/>
                    <a:pt x="35424" y="14722"/>
                  </a:cubicBezTo>
                  <a:cubicBezTo>
                    <a:pt x="26224" y="22503"/>
                    <a:pt x="12381" y="49931"/>
                    <a:pt x="7824" y="59819"/>
                  </a:cubicBezTo>
                  <a:lnTo>
                    <a:pt x="0" y="56208"/>
                  </a:lnTo>
                  <a:cubicBezTo>
                    <a:pt x="688" y="54703"/>
                    <a:pt x="17196" y="18720"/>
                    <a:pt x="30093" y="8144"/>
                  </a:cubicBezTo>
                  <a:cubicBezTo>
                    <a:pt x="39251" y="836"/>
                    <a:pt x="51331" y="-1744"/>
                    <a:pt x="62680" y="1180"/>
                  </a:cubicBezTo>
                  <a:cubicBezTo>
                    <a:pt x="72439" y="2813"/>
                    <a:pt x="80951" y="8746"/>
                    <a:pt x="85852" y="17387"/>
                  </a:cubicBezTo>
                  <a:cubicBezTo>
                    <a:pt x="92301" y="31574"/>
                    <a:pt x="77168" y="71555"/>
                    <a:pt x="74116" y="79423"/>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3" name="Google Shape;593;p56"/>
            <p:cNvSpPr/>
            <p:nvPr/>
          </p:nvSpPr>
          <p:spPr>
            <a:xfrm>
              <a:off x="7766660" y="5510764"/>
              <a:ext cx="114785" cy="135420"/>
            </a:xfrm>
            <a:custGeom>
              <a:avLst/>
              <a:gdLst/>
              <a:ahLst/>
              <a:cxnLst/>
              <a:rect l="l" t="t" r="r" b="b"/>
              <a:pathLst>
                <a:path w="114785" h="135420" extrusionOk="0">
                  <a:moveTo>
                    <a:pt x="28976" y="135420"/>
                  </a:moveTo>
                  <a:cubicBezTo>
                    <a:pt x="19045" y="135420"/>
                    <a:pt x="9329" y="130133"/>
                    <a:pt x="0" y="119600"/>
                  </a:cubicBezTo>
                  <a:lnTo>
                    <a:pt x="3181" y="116720"/>
                  </a:lnTo>
                  <a:cubicBezTo>
                    <a:pt x="13499" y="128327"/>
                    <a:pt x="24075" y="132927"/>
                    <a:pt x="34608" y="130477"/>
                  </a:cubicBezTo>
                  <a:cubicBezTo>
                    <a:pt x="77598" y="120374"/>
                    <a:pt x="110142" y="1204"/>
                    <a:pt x="110486" y="0"/>
                  </a:cubicBezTo>
                  <a:lnTo>
                    <a:pt x="114785" y="1118"/>
                  </a:lnTo>
                  <a:cubicBezTo>
                    <a:pt x="113452" y="6148"/>
                    <a:pt x="81123" y="123985"/>
                    <a:pt x="35769" y="134647"/>
                  </a:cubicBezTo>
                  <a:cubicBezTo>
                    <a:pt x="33533" y="135163"/>
                    <a:pt x="31254" y="135420"/>
                    <a:pt x="28976" y="135420"/>
                  </a:cubicBezTo>
                  <a:lnTo>
                    <a:pt x="28976" y="1354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4" name="Google Shape;594;p56"/>
            <p:cNvSpPr/>
            <p:nvPr/>
          </p:nvSpPr>
          <p:spPr>
            <a:xfrm>
              <a:off x="7756094" y="5617495"/>
              <a:ext cx="20421" cy="19302"/>
            </a:xfrm>
            <a:custGeom>
              <a:avLst/>
              <a:gdLst/>
              <a:ahLst/>
              <a:cxnLst/>
              <a:rect l="l" t="t" r="r" b="b"/>
              <a:pathLst>
                <a:path w="20421" h="19302" extrusionOk="0">
                  <a:moveTo>
                    <a:pt x="18821" y="17813"/>
                  </a:moveTo>
                  <a:lnTo>
                    <a:pt x="18821" y="17813"/>
                  </a:lnTo>
                  <a:cubicBezTo>
                    <a:pt x="17015" y="19618"/>
                    <a:pt x="14177" y="19790"/>
                    <a:pt x="12114" y="18286"/>
                  </a:cubicBezTo>
                  <a:lnTo>
                    <a:pt x="2785" y="11364"/>
                  </a:lnTo>
                  <a:cubicBezTo>
                    <a:pt x="-52" y="9515"/>
                    <a:pt x="-869" y="5689"/>
                    <a:pt x="1022" y="2852"/>
                  </a:cubicBezTo>
                  <a:cubicBezTo>
                    <a:pt x="1022" y="2852"/>
                    <a:pt x="1022" y="2809"/>
                    <a:pt x="1065" y="2766"/>
                  </a:cubicBezTo>
                  <a:lnTo>
                    <a:pt x="1065" y="2766"/>
                  </a:lnTo>
                  <a:cubicBezTo>
                    <a:pt x="2914" y="-71"/>
                    <a:pt x="6740" y="-845"/>
                    <a:pt x="9577" y="1003"/>
                  </a:cubicBezTo>
                  <a:cubicBezTo>
                    <a:pt x="9921" y="1218"/>
                    <a:pt x="10265" y="1519"/>
                    <a:pt x="10566" y="1820"/>
                  </a:cubicBezTo>
                  <a:lnTo>
                    <a:pt x="18907" y="10418"/>
                  </a:lnTo>
                  <a:cubicBezTo>
                    <a:pt x="20927" y="12439"/>
                    <a:pt x="20927" y="15706"/>
                    <a:pt x="18907" y="17727"/>
                  </a:cubicBezTo>
                  <a:lnTo>
                    <a:pt x="18821" y="17813"/>
                  </a:lnTo>
                  <a:lnTo>
                    <a:pt x="18821" y="1781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5" name="Google Shape;595;p56"/>
            <p:cNvSpPr/>
            <p:nvPr/>
          </p:nvSpPr>
          <p:spPr>
            <a:xfrm>
              <a:off x="7776901" y="5493223"/>
              <a:ext cx="45689" cy="156924"/>
            </a:xfrm>
            <a:custGeom>
              <a:avLst/>
              <a:gdLst/>
              <a:ahLst/>
              <a:cxnLst/>
              <a:rect l="l" t="t" r="r" b="b"/>
              <a:pathLst>
                <a:path w="45689" h="156924" extrusionOk="0">
                  <a:moveTo>
                    <a:pt x="36962" y="156916"/>
                  </a:moveTo>
                  <a:cubicBezTo>
                    <a:pt x="23721" y="156916"/>
                    <a:pt x="13876" y="152617"/>
                    <a:pt x="7686" y="144019"/>
                  </a:cubicBezTo>
                  <a:cubicBezTo>
                    <a:pt x="-18667" y="107047"/>
                    <a:pt x="31030" y="4385"/>
                    <a:pt x="33179" y="0"/>
                  </a:cubicBezTo>
                  <a:lnTo>
                    <a:pt x="37048" y="1892"/>
                  </a:lnTo>
                  <a:cubicBezTo>
                    <a:pt x="36533" y="2923"/>
                    <a:pt x="-13680" y="106617"/>
                    <a:pt x="11254" y="141525"/>
                  </a:cubicBezTo>
                  <a:cubicBezTo>
                    <a:pt x="17746" y="150596"/>
                    <a:pt x="29138" y="154423"/>
                    <a:pt x="45131" y="152230"/>
                  </a:cubicBezTo>
                  <a:lnTo>
                    <a:pt x="45690" y="156529"/>
                  </a:lnTo>
                  <a:cubicBezTo>
                    <a:pt x="42809" y="156830"/>
                    <a:pt x="39886" y="156959"/>
                    <a:pt x="36962" y="15691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6" name="Google Shape;596;p56"/>
            <p:cNvSpPr/>
            <p:nvPr/>
          </p:nvSpPr>
          <p:spPr>
            <a:xfrm>
              <a:off x="7813075" y="5641223"/>
              <a:ext cx="23290" cy="12331"/>
            </a:xfrm>
            <a:custGeom>
              <a:avLst/>
              <a:gdLst/>
              <a:ahLst/>
              <a:cxnLst/>
              <a:rect l="l" t="t" r="r" b="b"/>
              <a:pathLst>
                <a:path w="23290" h="12331" extrusionOk="0">
                  <a:moveTo>
                    <a:pt x="15" y="6552"/>
                  </a:moveTo>
                  <a:lnTo>
                    <a:pt x="15" y="6552"/>
                  </a:lnTo>
                  <a:cubicBezTo>
                    <a:pt x="187" y="9089"/>
                    <a:pt x="2165" y="11109"/>
                    <a:pt x="4701" y="11324"/>
                  </a:cubicBezTo>
                  <a:lnTo>
                    <a:pt x="16265" y="12270"/>
                  </a:lnTo>
                  <a:cubicBezTo>
                    <a:pt x="19619" y="12743"/>
                    <a:pt x="22757" y="10421"/>
                    <a:pt x="23230" y="7068"/>
                  </a:cubicBezTo>
                  <a:lnTo>
                    <a:pt x="23230" y="6982"/>
                  </a:lnTo>
                  <a:lnTo>
                    <a:pt x="23230" y="6982"/>
                  </a:lnTo>
                  <a:cubicBezTo>
                    <a:pt x="23703" y="3629"/>
                    <a:pt x="21338" y="534"/>
                    <a:pt x="17985" y="60"/>
                  </a:cubicBezTo>
                  <a:cubicBezTo>
                    <a:pt x="17598" y="18"/>
                    <a:pt x="17168" y="-25"/>
                    <a:pt x="16739" y="18"/>
                  </a:cubicBezTo>
                  <a:lnTo>
                    <a:pt x="4701" y="1050"/>
                  </a:lnTo>
                  <a:cubicBezTo>
                    <a:pt x="1906" y="1264"/>
                    <a:pt x="-200" y="3758"/>
                    <a:pt x="15" y="6552"/>
                  </a:cubicBezTo>
                  <a:lnTo>
                    <a:pt x="15" y="655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597;p56"/>
            <p:cNvSpPr/>
            <p:nvPr/>
          </p:nvSpPr>
          <p:spPr>
            <a:xfrm rot="-1359176">
              <a:off x="7572560" y="5513394"/>
              <a:ext cx="67297" cy="67297"/>
            </a:xfrm>
            <a:custGeom>
              <a:avLst/>
              <a:gdLst/>
              <a:ahLst/>
              <a:cxnLst/>
              <a:rect l="l" t="t" r="r" b="b"/>
              <a:pathLst>
                <a:path w="67323" h="67323" extrusionOk="0">
                  <a:moveTo>
                    <a:pt x="67323" y="33662"/>
                  </a:moveTo>
                  <a:cubicBezTo>
                    <a:pt x="67323" y="52253"/>
                    <a:pt x="52252" y="67324"/>
                    <a:pt x="33662" y="67324"/>
                  </a:cubicBezTo>
                  <a:cubicBezTo>
                    <a:pt x="15071" y="67324"/>
                    <a:pt x="0" y="52253"/>
                    <a:pt x="0" y="33662"/>
                  </a:cubicBezTo>
                  <a:cubicBezTo>
                    <a:pt x="0" y="15071"/>
                    <a:pt x="15071" y="0"/>
                    <a:pt x="33662" y="0"/>
                  </a:cubicBezTo>
                  <a:cubicBezTo>
                    <a:pt x="52252" y="0"/>
                    <a:pt x="67323" y="15071"/>
                    <a:pt x="67323" y="3366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598;p56"/>
            <p:cNvSpPr/>
            <p:nvPr/>
          </p:nvSpPr>
          <p:spPr>
            <a:xfrm rot="-1359176">
              <a:off x="7572560" y="5513394"/>
              <a:ext cx="67297" cy="67297"/>
            </a:xfrm>
            <a:custGeom>
              <a:avLst/>
              <a:gdLst/>
              <a:ahLst/>
              <a:cxnLst/>
              <a:rect l="l" t="t" r="r" b="b"/>
              <a:pathLst>
                <a:path w="67323" h="67323" extrusionOk="0">
                  <a:moveTo>
                    <a:pt x="67323" y="33662"/>
                  </a:moveTo>
                  <a:cubicBezTo>
                    <a:pt x="67323" y="52253"/>
                    <a:pt x="52252" y="67324"/>
                    <a:pt x="33662" y="67324"/>
                  </a:cubicBezTo>
                  <a:cubicBezTo>
                    <a:pt x="15071" y="67324"/>
                    <a:pt x="0" y="52253"/>
                    <a:pt x="0" y="33662"/>
                  </a:cubicBezTo>
                  <a:cubicBezTo>
                    <a:pt x="0" y="15071"/>
                    <a:pt x="15071" y="0"/>
                    <a:pt x="33662" y="0"/>
                  </a:cubicBezTo>
                  <a:cubicBezTo>
                    <a:pt x="52252" y="0"/>
                    <a:pt x="67323" y="15071"/>
                    <a:pt x="67323" y="3366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9" name="Google Shape;599;p56"/>
            <p:cNvSpPr/>
            <p:nvPr/>
          </p:nvSpPr>
          <p:spPr>
            <a:xfrm>
              <a:off x="7581370" y="5522156"/>
              <a:ext cx="49783" cy="49783"/>
            </a:xfrm>
            <a:custGeom>
              <a:avLst/>
              <a:gdLst/>
              <a:ahLst/>
              <a:cxnLst/>
              <a:rect l="l" t="t" r="r" b="b"/>
              <a:pathLst>
                <a:path w="49783" h="49783" extrusionOk="0">
                  <a:moveTo>
                    <a:pt x="49783" y="24892"/>
                  </a:moveTo>
                  <a:cubicBezTo>
                    <a:pt x="49783" y="38649"/>
                    <a:pt x="38649" y="49783"/>
                    <a:pt x="24892" y="49783"/>
                  </a:cubicBezTo>
                  <a:cubicBezTo>
                    <a:pt x="11134" y="49783"/>
                    <a:pt x="0" y="38649"/>
                    <a:pt x="0" y="24892"/>
                  </a:cubicBezTo>
                  <a:cubicBezTo>
                    <a:pt x="0" y="11135"/>
                    <a:pt x="11134" y="0"/>
                    <a:pt x="24892" y="0"/>
                  </a:cubicBezTo>
                  <a:cubicBezTo>
                    <a:pt x="38649" y="0"/>
                    <a:pt x="49740" y="11092"/>
                    <a:pt x="49783" y="24806"/>
                  </a:cubicBezTo>
                  <a:lnTo>
                    <a:pt x="49783" y="24892"/>
                  </a:lnTo>
                  <a:lnTo>
                    <a:pt x="49783" y="2489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600;p56"/>
            <p:cNvSpPr/>
            <p:nvPr/>
          </p:nvSpPr>
          <p:spPr>
            <a:xfrm>
              <a:off x="7614516" y="5341251"/>
              <a:ext cx="106831" cy="175444"/>
            </a:xfrm>
            <a:custGeom>
              <a:avLst/>
              <a:gdLst/>
              <a:ahLst/>
              <a:cxnLst/>
              <a:rect l="l" t="t" r="r" b="b"/>
              <a:pathLst>
                <a:path w="106831" h="175444" extrusionOk="0">
                  <a:moveTo>
                    <a:pt x="5589" y="175445"/>
                  </a:moveTo>
                  <a:lnTo>
                    <a:pt x="0" y="172564"/>
                  </a:lnTo>
                  <a:cubicBezTo>
                    <a:pt x="2838" y="167062"/>
                    <a:pt x="69387" y="37617"/>
                    <a:pt x="73385" y="31770"/>
                  </a:cubicBezTo>
                  <a:cubicBezTo>
                    <a:pt x="74073" y="30738"/>
                    <a:pt x="74933" y="29277"/>
                    <a:pt x="75879" y="27686"/>
                  </a:cubicBezTo>
                  <a:cubicBezTo>
                    <a:pt x="77899" y="24204"/>
                    <a:pt x="80092" y="20850"/>
                    <a:pt x="82542" y="17669"/>
                  </a:cubicBezTo>
                  <a:cubicBezTo>
                    <a:pt x="89249" y="9372"/>
                    <a:pt x="97245" y="1719"/>
                    <a:pt x="106832" y="0"/>
                  </a:cubicBezTo>
                  <a:lnTo>
                    <a:pt x="101243" y="9028"/>
                  </a:lnTo>
                  <a:cubicBezTo>
                    <a:pt x="96127" y="11006"/>
                    <a:pt x="93419" y="14230"/>
                    <a:pt x="87443" y="21624"/>
                  </a:cubicBezTo>
                  <a:cubicBezTo>
                    <a:pt x="85208" y="24591"/>
                    <a:pt x="83144" y="27729"/>
                    <a:pt x="81296" y="30953"/>
                  </a:cubicBezTo>
                  <a:cubicBezTo>
                    <a:pt x="80264" y="32673"/>
                    <a:pt x="79361" y="34177"/>
                    <a:pt x="78587" y="35252"/>
                  </a:cubicBezTo>
                  <a:cubicBezTo>
                    <a:pt x="75277" y="39895"/>
                    <a:pt x="24849" y="138000"/>
                    <a:pt x="5589" y="175445"/>
                  </a:cubicBezTo>
                  <a:lnTo>
                    <a:pt x="5589" y="17544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Shape 604"/>
        <p:cNvGrpSpPr/>
        <p:nvPr/>
      </p:nvGrpSpPr>
      <p:grpSpPr>
        <a:xfrm>
          <a:off x="0" y="0"/>
          <a:ext cx="0" cy="0"/>
          <a:chOff x="0" y="0"/>
          <a:chExt cx="0" cy="0"/>
        </a:xfrm>
      </p:grpSpPr>
      <p:pic>
        <p:nvPicPr>
          <p:cNvPr id="605" name="Google Shape;605;p57"/>
          <p:cNvPicPr preferRelativeResize="0"/>
          <p:nvPr/>
        </p:nvPicPr>
        <p:blipFill rotWithShape="1">
          <a:blip r:embed="rId3">
            <a:alphaModFix/>
          </a:blip>
          <a:srcRect l="60513" t="15763" r="16584" b="61860"/>
          <a:stretch/>
        </p:blipFill>
        <p:spPr>
          <a:xfrm flipH="1">
            <a:off x="1685550" y="1237300"/>
            <a:ext cx="1170100" cy="1143236"/>
          </a:xfrm>
          <a:prstGeom prst="rect">
            <a:avLst/>
          </a:prstGeom>
          <a:noFill/>
          <a:ln>
            <a:noFill/>
          </a:ln>
        </p:spPr>
      </p:pic>
      <p:sp>
        <p:nvSpPr>
          <p:cNvPr id="606" name="Google Shape;606;p57"/>
          <p:cNvSpPr/>
          <p:nvPr/>
        </p:nvSpPr>
        <p:spPr>
          <a:xfrm>
            <a:off x="3340685" y="3698500"/>
            <a:ext cx="376800" cy="3243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5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Stages in the pipeline</a:t>
            </a:r>
            <a:endParaRPr/>
          </a:p>
        </p:txBody>
      </p:sp>
      <p:sp>
        <p:nvSpPr>
          <p:cNvPr id="608" name="Google Shape;608;p57"/>
          <p:cNvSpPr/>
          <p:nvPr/>
        </p:nvSpPr>
        <p:spPr>
          <a:xfrm>
            <a:off x="3779782" y="3124671"/>
            <a:ext cx="674305" cy="700936"/>
          </a:xfrm>
          <a:custGeom>
            <a:avLst/>
            <a:gdLst/>
            <a:ahLst/>
            <a:cxnLst/>
            <a:rect l="l" t="t" r="r" b="b"/>
            <a:pathLst>
              <a:path w="38411" h="39928" extrusionOk="0">
                <a:moveTo>
                  <a:pt x="28811" y="1"/>
                </a:moveTo>
                <a:cubicBezTo>
                  <a:pt x="28510" y="1"/>
                  <a:pt x="28192" y="334"/>
                  <a:pt x="28373" y="695"/>
                </a:cubicBezTo>
                <a:cubicBezTo>
                  <a:pt x="30445" y="4791"/>
                  <a:pt x="34267" y="7780"/>
                  <a:pt x="36005" y="12078"/>
                </a:cubicBezTo>
                <a:cubicBezTo>
                  <a:pt x="37505" y="15792"/>
                  <a:pt x="36934" y="20150"/>
                  <a:pt x="34636" y="23424"/>
                </a:cubicBezTo>
                <a:cubicBezTo>
                  <a:pt x="34148" y="24115"/>
                  <a:pt x="33576" y="24770"/>
                  <a:pt x="32921" y="25329"/>
                </a:cubicBezTo>
                <a:cubicBezTo>
                  <a:pt x="32838" y="25401"/>
                  <a:pt x="32743" y="25484"/>
                  <a:pt x="32647" y="25556"/>
                </a:cubicBezTo>
                <a:cubicBezTo>
                  <a:pt x="32629" y="25574"/>
                  <a:pt x="32532" y="25649"/>
                  <a:pt x="32528" y="25649"/>
                </a:cubicBezTo>
                <a:cubicBezTo>
                  <a:pt x="32527" y="25649"/>
                  <a:pt x="32533" y="25643"/>
                  <a:pt x="32552" y="25627"/>
                </a:cubicBezTo>
                <a:lnTo>
                  <a:pt x="32552" y="25627"/>
                </a:lnTo>
                <a:cubicBezTo>
                  <a:pt x="32493" y="25675"/>
                  <a:pt x="32421" y="25734"/>
                  <a:pt x="32362" y="25782"/>
                </a:cubicBezTo>
                <a:cubicBezTo>
                  <a:pt x="32124" y="25960"/>
                  <a:pt x="31874" y="26127"/>
                  <a:pt x="31612" y="26294"/>
                </a:cubicBezTo>
                <a:cubicBezTo>
                  <a:pt x="30361" y="27115"/>
                  <a:pt x="29016" y="27818"/>
                  <a:pt x="27671" y="28484"/>
                </a:cubicBezTo>
                <a:cubicBezTo>
                  <a:pt x="23944" y="30306"/>
                  <a:pt x="20051" y="31830"/>
                  <a:pt x="16169" y="33318"/>
                </a:cubicBezTo>
                <a:cubicBezTo>
                  <a:pt x="11538" y="35092"/>
                  <a:pt x="6859" y="36759"/>
                  <a:pt x="2167" y="38414"/>
                </a:cubicBezTo>
                <a:cubicBezTo>
                  <a:pt x="1560" y="38629"/>
                  <a:pt x="965" y="38843"/>
                  <a:pt x="370" y="39069"/>
                </a:cubicBezTo>
                <a:cubicBezTo>
                  <a:pt x="155" y="39152"/>
                  <a:pt x="1" y="39367"/>
                  <a:pt x="72" y="39605"/>
                </a:cubicBezTo>
                <a:cubicBezTo>
                  <a:pt x="122" y="39796"/>
                  <a:pt x="309" y="39928"/>
                  <a:pt x="502" y="39928"/>
                </a:cubicBezTo>
                <a:cubicBezTo>
                  <a:pt x="537" y="39928"/>
                  <a:pt x="573" y="39924"/>
                  <a:pt x="608" y="39914"/>
                </a:cubicBezTo>
                <a:cubicBezTo>
                  <a:pt x="1846" y="39522"/>
                  <a:pt x="3072" y="39069"/>
                  <a:pt x="4299" y="38640"/>
                </a:cubicBezTo>
                <a:cubicBezTo>
                  <a:pt x="5501" y="38224"/>
                  <a:pt x="6704" y="37795"/>
                  <a:pt x="7906" y="37366"/>
                </a:cubicBezTo>
                <a:cubicBezTo>
                  <a:pt x="10288" y="36521"/>
                  <a:pt x="12669" y="35664"/>
                  <a:pt x="15026" y="34783"/>
                </a:cubicBezTo>
                <a:cubicBezTo>
                  <a:pt x="19146" y="33247"/>
                  <a:pt x="23242" y="31640"/>
                  <a:pt x="27206" y="29758"/>
                </a:cubicBezTo>
                <a:cubicBezTo>
                  <a:pt x="28671" y="29068"/>
                  <a:pt x="30123" y="28330"/>
                  <a:pt x="31493" y="27484"/>
                </a:cubicBezTo>
                <a:cubicBezTo>
                  <a:pt x="32647" y="26770"/>
                  <a:pt x="33731" y="25972"/>
                  <a:pt x="34612" y="24948"/>
                </a:cubicBezTo>
                <a:cubicBezTo>
                  <a:pt x="37327" y="21817"/>
                  <a:pt x="38410" y="17340"/>
                  <a:pt x="37362" y="13316"/>
                </a:cubicBezTo>
                <a:cubicBezTo>
                  <a:pt x="36196" y="8792"/>
                  <a:pt x="32493" y="5684"/>
                  <a:pt x="30088" y="1862"/>
                </a:cubicBezTo>
                <a:cubicBezTo>
                  <a:pt x="29754" y="1338"/>
                  <a:pt x="29445" y="791"/>
                  <a:pt x="29159" y="231"/>
                </a:cubicBezTo>
                <a:cubicBezTo>
                  <a:pt x="29078" y="68"/>
                  <a:pt x="28946" y="1"/>
                  <a:pt x="28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7"/>
          <p:cNvSpPr/>
          <p:nvPr/>
        </p:nvSpPr>
        <p:spPr>
          <a:xfrm>
            <a:off x="4592604" y="2849686"/>
            <a:ext cx="1475638" cy="412507"/>
          </a:xfrm>
          <a:custGeom>
            <a:avLst/>
            <a:gdLst/>
            <a:ahLst/>
            <a:cxnLst/>
            <a:rect l="l" t="t" r="r" b="b"/>
            <a:pathLst>
              <a:path w="84058" h="23498" extrusionOk="0">
                <a:moveTo>
                  <a:pt x="716" y="1"/>
                </a:moveTo>
                <a:cubicBezTo>
                  <a:pt x="0" y="1"/>
                  <a:pt x="7" y="1132"/>
                  <a:pt x="738" y="1156"/>
                </a:cubicBezTo>
                <a:cubicBezTo>
                  <a:pt x="6429" y="1287"/>
                  <a:pt x="12073" y="2490"/>
                  <a:pt x="17514" y="4109"/>
                </a:cubicBezTo>
                <a:cubicBezTo>
                  <a:pt x="22824" y="5680"/>
                  <a:pt x="27992" y="7704"/>
                  <a:pt x="33087" y="9836"/>
                </a:cubicBezTo>
                <a:cubicBezTo>
                  <a:pt x="38255" y="11991"/>
                  <a:pt x="43363" y="14265"/>
                  <a:pt x="48566" y="16325"/>
                </a:cubicBezTo>
                <a:cubicBezTo>
                  <a:pt x="53816" y="18408"/>
                  <a:pt x="59162" y="20277"/>
                  <a:pt x="64663" y="21599"/>
                </a:cubicBezTo>
                <a:cubicBezTo>
                  <a:pt x="69552" y="22773"/>
                  <a:pt x="74565" y="23498"/>
                  <a:pt x="79600" y="23498"/>
                </a:cubicBezTo>
                <a:cubicBezTo>
                  <a:pt x="80181" y="23498"/>
                  <a:pt x="80762" y="23488"/>
                  <a:pt x="81343" y="23468"/>
                </a:cubicBezTo>
                <a:cubicBezTo>
                  <a:pt x="82034" y="23445"/>
                  <a:pt x="82725" y="23409"/>
                  <a:pt x="83415" y="23361"/>
                </a:cubicBezTo>
                <a:cubicBezTo>
                  <a:pt x="84043" y="23315"/>
                  <a:pt x="84058" y="22359"/>
                  <a:pt x="83459" y="22359"/>
                </a:cubicBezTo>
                <a:cubicBezTo>
                  <a:pt x="83445" y="22359"/>
                  <a:pt x="83430" y="22360"/>
                  <a:pt x="83415" y="22361"/>
                </a:cubicBezTo>
                <a:cubicBezTo>
                  <a:pt x="82180" y="22453"/>
                  <a:pt x="80943" y="22497"/>
                  <a:pt x="79708" y="22497"/>
                </a:cubicBezTo>
                <a:cubicBezTo>
                  <a:pt x="75325" y="22497"/>
                  <a:pt x="70954" y="21944"/>
                  <a:pt x="66663" y="21016"/>
                </a:cubicBezTo>
                <a:cubicBezTo>
                  <a:pt x="61150" y="19813"/>
                  <a:pt x="55769" y="18015"/>
                  <a:pt x="50506" y="15967"/>
                </a:cubicBezTo>
                <a:cubicBezTo>
                  <a:pt x="45279" y="13943"/>
                  <a:pt x="40148" y="11657"/>
                  <a:pt x="34992" y="9467"/>
                </a:cubicBezTo>
                <a:cubicBezTo>
                  <a:pt x="29897" y="7312"/>
                  <a:pt x="24765" y="5228"/>
                  <a:pt x="19479" y="3549"/>
                </a:cubicBezTo>
                <a:cubicBezTo>
                  <a:pt x="14109" y="1847"/>
                  <a:pt x="8549" y="525"/>
                  <a:pt x="2917" y="108"/>
                </a:cubicBezTo>
                <a:cubicBezTo>
                  <a:pt x="2191" y="61"/>
                  <a:pt x="1464" y="25"/>
                  <a:pt x="738" y="1"/>
                </a:cubicBezTo>
                <a:cubicBezTo>
                  <a:pt x="731" y="1"/>
                  <a:pt x="723" y="1"/>
                  <a:pt x="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57"/>
          <p:cNvSpPr/>
          <p:nvPr/>
        </p:nvSpPr>
        <p:spPr>
          <a:xfrm>
            <a:off x="5109113" y="2346883"/>
            <a:ext cx="1170111" cy="577998"/>
          </a:xfrm>
          <a:custGeom>
            <a:avLst/>
            <a:gdLst/>
            <a:ahLst/>
            <a:cxnLst/>
            <a:rect l="l" t="t" r="r" b="b"/>
            <a:pathLst>
              <a:path w="66654" h="32925" extrusionOk="0">
                <a:moveTo>
                  <a:pt x="798" y="1"/>
                </a:moveTo>
                <a:cubicBezTo>
                  <a:pt x="372" y="1"/>
                  <a:pt x="1" y="537"/>
                  <a:pt x="401" y="891"/>
                </a:cubicBezTo>
                <a:cubicBezTo>
                  <a:pt x="3913" y="3974"/>
                  <a:pt x="7807" y="6606"/>
                  <a:pt x="11903" y="8844"/>
                </a:cubicBezTo>
                <a:cubicBezTo>
                  <a:pt x="15998" y="11094"/>
                  <a:pt x="20296" y="12976"/>
                  <a:pt x="24654" y="14678"/>
                </a:cubicBezTo>
                <a:cubicBezTo>
                  <a:pt x="29059" y="16405"/>
                  <a:pt x="33536" y="17952"/>
                  <a:pt x="38001" y="19524"/>
                </a:cubicBezTo>
                <a:cubicBezTo>
                  <a:pt x="42478" y="21108"/>
                  <a:pt x="46943" y="22703"/>
                  <a:pt x="51324" y="24537"/>
                </a:cubicBezTo>
                <a:cubicBezTo>
                  <a:pt x="53503" y="25441"/>
                  <a:pt x="55646" y="26406"/>
                  <a:pt x="57765" y="27454"/>
                </a:cubicBezTo>
                <a:cubicBezTo>
                  <a:pt x="60004" y="28561"/>
                  <a:pt x="62230" y="29787"/>
                  <a:pt x="64135" y="31430"/>
                </a:cubicBezTo>
                <a:cubicBezTo>
                  <a:pt x="64612" y="31847"/>
                  <a:pt x="65064" y="32287"/>
                  <a:pt x="65493" y="32752"/>
                </a:cubicBezTo>
                <a:cubicBezTo>
                  <a:pt x="65609" y="32874"/>
                  <a:pt x="65740" y="32925"/>
                  <a:pt x="65866" y="32925"/>
                </a:cubicBezTo>
                <a:cubicBezTo>
                  <a:pt x="66284" y="32925"/>
                  <a:pt x="66653" y="32368"/>
                  <a:pt x="66278" y="31966"/>
                </a:cubicBezTo>
                <a:cubicBezTo>
                  <a:pt x="64552" y="30097"/>
                  <a:pt x="62409" y="28656"/>
                  <a:pt x="60182" y="27442"/>
                </a:cubicBezTo>
                <a:cubicBezTo>
                  <a:pt x="58051" y="26275"/>
                  <a:pt x="55849" y="25263"/>
                  <a:pt x="53634" y="24298"/>
                </a:cubicBezTo>
                <a:cubicBezTo>
                  <a:pt x="49276" y="22405"/>
                  <a:pt x="44811" y="20762"/>
                  <a:pt x="40335" y="19179"/>
                </a:cubicBezTo>
                <a:cubicBezTo>
                  <a:pt x="35870" y="17607"/>
                  <a:pt x="31369" y="16083"/>
                  <a:pt x="26940" y="14404"/>
                </a:cubicBezTo>
                <a:cubicBezTo>
                  <a:pt x="22571" y="12761"/>
                  <a:pt x="18260" y="10975"/>
                  <a:pt x="14105" y="8832"/>
                </a:cubicBezTo>
                <a:cubicBezTo>
                  <a:pt x="9998" y="6713"/>
                  <a:pt x="6057" y="4248"/>
                  <a:pt x="2497" y="1284"/>
                </a:cubicBezTo>
                <a:cubicBezTo>
                  <a:pt x="2044" y="915"/>
                  <a:pt x="1592" y="534"/>
                  <a:pt x="1151" y="141"/>
                </a:cubicBezTo>
                <a:cubicBezTo>
                  <a:pt x="1040" y="42"/>
                  <a:pt x="917"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7"/>
          <p:cNvSpPr/>
          <p:nvPr/>
        </p:nvSpPr>
        <p:spPr>
          <a:xfrm>
            <a:off x="5302782" y="2003225"/>
            <a:ext cx="1170085" cy="124658"/>
          </a:xfrm>
          <a:custGeom>
            <a:avLst/>
            <a:gdLst/>
            <a:ahLst/>
            <a:cxnLst/>
            <a:rect l="l" t="t" r="r" b="b"/>
            <a:pathLst>
              <a:path w="77425" h="7100" extrusionOk="0">
                <a:moveTo>
                  <a:pt x="76869" y="0"/>
                </a:moveTo>
                <a:cubicBezTo>
                  <a:pt x="76811" y="0"/>
                  <a:pt x="76750" y="15"/>
                  <a:pt x="76689" y="49"/>
                </a:cubicBezTo>
                <a:cubicBezTo>
                  <a:pt x="72569" y="2299"/>
                  <a:pt x="68116" y="3835"/>
                  <a:pt x="63520" y="4787"/>
                </a:cubicBezTo>
                <a:cubicBezTo>
                  <a:pt x="58913" y="5752"/>
                  <a:pt x="54198" y="6121"/>
                  <a:pt x="49495" y="6145"/>
                </a:cubicBezTo>
                <a:cubicBezTo>
                  <a:pt x="49345" y="6145"/>
                  <a:pt x="49195" y="6146"/>
                  <a:pt x="49045" y="6146"/>
                </a:cubicBezTo>
                <a:cubicBezTo>
                  <a:pt x="44303" y="6146"/>
                  <a:pt x="39583" y="5784"/>
                  <a:pt x="34874" y="5287"/>
                </a:cubicBezTo>
                <a:cubicBezTo>
                  <a:pt x="29492" y="4716"/>
                  <a:pt x="24134" y="3990"/>
                  <a:pt x="18753" y="3442"/>
                </a:cubicBezTo>
                <a:cubicBezTo>
                  <a:pt x="14261" y="2990"/>
                  <a:pt x="9744" y="2656"/>
                  <a:pt x="5216" y="2656"/>
                </a:cubicBezTo>
                <a:cubicBezTo>
                  <a:pt x="4378" y="2656"/>
                  <a:pt x="3541" y="2668"/>
                  <a:pt x="2703" y="2692"/>
                </a:cubicBezTo>
                <a:cubicBezTo>
                  <a:pt x="2036" y="2716"/>
                  <a:pt x="1358" y="2739"/>
                  <a:pt x="691" y="2787"/>
                </a:cubicBezTo>
                <a:cubicBezTo>
                  <a:pt x="12" y="2834"/>
                  <a:pt x="1" y="3859"/>
                  <a:pt x="657" y="3859"/>
                </a:cubicBezTo>
                <a:cubicBezTo>
                  <a:pt x="668" y="3859"/>
                  <a:pt x="680" y="3859"/>
                  <a:pt x="691" y="3859"/>
                </a:cubicBezTo>
                <a:cubicBezTo>
                  <a:pt x="2240" y="3787"/>
                  <a:pt x="3788" y="3754"/>
                  <a:pt x="5334" y="3754"/>
                </a:cubicBezTo>
                <a:cubicBezTo>
                  <a:pt x="9194" y="3754"/>
                  <a:pt x="13044" y="3962"/>
                  <a:pt x="16895" y="4311"/>
                </a:cubicBezTo>
                <a:cubicBezTo>
                  <a:pt x="22301" y="4799"/>
                  <a:pt x="27682" y="5514"/>
                  <a:pt x="33088" y="6097"/>
                </a:cubicBezTo>
                <a:cubicBezTo>
                  <a:pt x="38053" y="6633"/>
                  <a:pt x="43030" y="7061"/>
                  <a:pt x="48042" y="7097"/>
                </a:cubicBezTo>
                <a:cubicBezTo>
                  <a:pt x="48284" y="7099"/>
                  <a:pt x="48526" y="7100"/>
                  <a:pt x="48768" y="7100"/>
                </a:cubicBezTo>
                <a:cubicBezTo>
                  <a:pt x="53278" y="7100"/>
                  <a:pt x="57794" y="6780"/>
                  <a:pt x="62234" y="5966"/>
                </a:cubicBezTo>
                <a:cubicBezTo>
                  <a:pt x="66830" y="5121"/>
                  <a:pt x="71366" y="3704"/>
                  <a:pt x="75522" y="1537"/>
                </a:cubicBezTo>
                <a:cubicBezTo>
                  <a:pt x="76046" y="1263"/>
                  <a:pt x="76558" y="977"/>
                  <a:pt x="77070" y="691"/>
                </a:cubicBezTo>
                <a:cubicBezTo>
                  <a:pt x="77425" y="489"/>
                  <a:pt x="77201" y="0"/>
                  <a:pt x="76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7"/>
          <p:cNvSpPr/>
          <p:nvPr/>
        </p:nvSpPr>
        <p:spPr>
          <a:xfrm>
            <a:off x="5726646" y="2080359"/>
            <a:ext cx="12131" cy="9427"/>
          </a:xfrm>
          <a:custGeom>
            <a:avLst/>
            <a:gdLst/>
            <a:ahLst/>
            <a:cxnLst/>
            <a:rect l="l" t="t" r="r" b="b"/>
            <a:pathLst>
              <a:path w="691" h="537" extrusionOk="0">
                <a:moveTo>
                  <a:pt x="346" y="0"/>
                </a:moveTo>
                <a:cubicBezTo>
                  <a:pt x="0" y="0"/>
                  <a:pt x="0" y="536"/>
                  <a:pt x="346" y="536"/>
                </a:cubicBezTo>
                <a:cubicBezTo>
                  <a:pt x="691" y="536"/>
                  <a:pt x="691" y="0"/>
                  <a:pt x="34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57"/>
          <p:cNvSpPr txBox="1"/>
          <p:nvPr/>
        </p:nvSpPr>
        <p:spPr>
          <a:xfrm>
            <a:off x="5655094" y="3533975"/>
            <a:ext cx="1485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b="1">
                <a:solidFill>
                  <a:schemeClr val="dk1"/>
                </a:solidFill>
                <a:latin typeface="Sora"/>
                <a:ea typeface="Sora"/>
                <a:cs typeface="Sora"/>
                <a:sym typeface="Sora"/>
              </a:rPr>
              <a:t>Phase 2</a:t>
            </a:r>
            <a:endParaRPr sz="1600" b="1">
              <a:solidFill>
                <a:schemeClr val="dk1"/>
              </a:solidFill>
              <a:latin typeface="Sora"/>
              <a:ea typeface="Sora"/>
              <a:cs typeface="Sora"/>
              <a:sym typeface="Sora"/>
            </a:endParaRPr>
          </a:p>
        </p:txBody>
      </p:sp>
      <p:sp>
        <p:nvSpPr>
          <p:cNvPr id="614" name="Google Shape;614;p57"/>
          <p:cNvSpPr txBox="1"/>
          <p:nvPr/>
        </p:nvSpPr>
        <p:spPr>
          <a:xfrm>
            <a:off x="1728419" y="3533975"/>
            <a:ext cx="1485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b="1">
                <a:solidFill>
                  <a:schemeClr val="dk1"/>
                </a:solidFill>
                <a:latin typeface="Sora"/>
                <a:ea typeface="Sora"/>
                <a:cs typeface="Sora"/>
                <a:sym typeface="Sora"/>
              </a:rPr>
              <a:t>Input</a:t>
            </a:r>
            <a:endParaRPr sz="1600" b="1">
              <a:solidFill>
                <a:schemeClr val="dk1"/>
              </a:solidFill>
              <a:latin typeface="Sora"/>
              <a:ea typeface="Sora"/>
              <a:cs typeface="Sora"/>
              <a:sym typeface="Sora"/>
            </a:endParaRPr>
          </a:p>
        </p:txBody>
      </p:sp>
      <p:sp>
        <p:nvSpPr>
          <p:cNvPr id="615" name="Google Shape;615;p57"/>
          <p:cNvSpPr txBox="1"/>
          <p:nvPr/>
        </p:nvSpPr>
        <p:spPr>
          <a:xfrm>
            <a:off x="2540719" y="2600088"/>
            <a:ext cx="1485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b="1">
                <a:solidFill>
                  <a:schemeClr val="dk1"/>
                </a:solidFill>
                <a:latin typeface="Sora"/>
                <a:ea typeface="Sora"/>
                <a:cs typeface="Sora"/>
                <a:sym typeface="Sora"/>
              </a:rPr>
              <a:t>Phase 3</a:t>
            </a:r>
            <a:endParaRPr sz="1600" b="1">
              <a:solidFill>
                <a:schemeClr val="dk1"/>
              </a:solidFill>
              <a:latin typeface="Sora"/>
              <a:ea typeface="Sora"/>
              <a:cs typeface="Sora"/>
              <a:sym typeface="Sora"/>
            </a:endParaRPr>
          </a:p>
        </p:txBody>
      </p:sp>
      <p:sp>
        <p:nvSpPr>
          <p:cNvPr id="616" name="Google Shape;616;p57"/>
          <p:cNvSpPr txBox="1"/>
          <p:nvPr/>
        </p:nvSpPr>
        <p:spPr>
          <a:xfrm>
            <a:off x="3282994" y="1693434"/>
            <a:ext cx="1485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b="1">
                <a:solidFill>
                  <a:schemeClr val="dk1"/>
                </a:solidFill>
                <a:latin typeface="Sora"/>
                <a:ea typeface="Sora"/>
                <a:cs typeface="Sora"/>
                <a:sym typeface="Sora"/>
              </a:rPr>
              <a:t>Phase 4</a:t>
            </a:r>
            <a:endParaRPr sz="1600" b="1">
              <a:solidFill>
                <a:schemeClr val="dk1"/>
              </a:solidFill>
              <a:latin typeface="Sora"/>
              <a:ea typeface="Sora"/>
              <a:cs typeface="Sora"/>
              <a:sym typeface="Sora"/>
            </a:endParaRPr>
          </a:p>
        </p:txBody>
      </p:sp>
      <p:sp>
        <p:nvSpPr>
          <p:cNvPr id="617" name="Google Shape;617;p57"/>
          <p:cNvSpPr txBox="1"/>
          <p:nvPr/>
        </p:nvSpPr>
        <p:spPr>
          <a:xfrm>
            <a:off x="6178675" y="2187925"/>
            <a:ext cx="962100" cy="687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b="1">
                <a:solidFill>
                  <a:schemeClr val="dk1"/>
                </a:solidFill>
                <a:latin typeface="Prata"/>
                <a:ea typeface="Prata"/>
                <a:cs typeface="Prata"/>
                <a:sym typeface="Prata"/>
              </a:rPr>
              <a:t>Runtime</a:t>
            </a:r>
            <a:endParaRPr sz="1600" b="1">
              <a:solidFill>
                <a:schemeClr val="dk1"/>
              </a:solidFill>
              <a:latin typeface="Prata"/>
              <a:ea typeface="Prata"/>
              <a:cs typeface="Prata"/>
              <a:sym typeface="Prata"/>
            </a:endParaRPr>
          </a:p>
          <a:p>
            <a:pPr marL="0" lvl="0" indent="0" algn="r" rtl="0">
              <a:spcBef>
                <a:spcPts val="0"/>
              </a:spcBef>
              <a:spcAft>
                <a:spcPts val="0"/>
              </a:spcAft>
              <a:buNone/>
            </a:pPr>
            <a:r>
              <a:rPr lang="en" sz="1600" b="1">
                <a:solidFill>
                  <a:schemeClr val="dk1"/>
                </a:solidFill>
                <a:latin typeface="Prata"/>
                <a:ea typeface="Prata"/>
                <a:cs typeface="Prata"/>
                <a:sym typeface="Prata"/>
              </a:rPr>
              <a:t>Phase 6</a:t>
            </a:r>
            <a:endParaRPr sz="1600" b="1">
              <a:solidFill>
                <a:schemeClr val="dk1"/>
              </a:solidFill>
              <a:latin typeface="Prata"/>
              <a:ea typeface="Prata"/>
              <a:cs typeface="Prata"/>
              <a:sym typeface="Prata"/>
            </a:endParaRPr>
          </a:p>
        </p:txBody>
      </p:sp>
      <p:grpSp>
        <p:nvGrpSpPr>
          <p:cNvPr id="618" name="Google Shape;618;p57"/>
          <p:cNvGrpSpPr/>
          <p:nvPr/>
        </p:nvGrpSpPr>
        <p:grpSpPr>
          <a:xfrm>
            <a:off x="6453550" y="1402826"/>
            <a:ext cx="687152" cy="686938"/>
            <a:chOff x="5642475" y="1435075"/>
            <a:chExt cx="481975" cy="481825"/>
          </a:xfrm>
        </p:grpSpPr>
        <p:sp>
          <p:nvSpPr>
            <p:cNvPr id="619" name="Google Shape;619;p57"/>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 name="Google Shape;620;p57"/>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 name="Google Shape;621;p57"/>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2" name="Google Shape;622;p57"/>
          <p:cNvSpPr/>
          <p:nvPr/>
        </p:nvSpPr>
        <p:spPr>
          <a:xfrm>
            <a:off x="3433904" y="3765617"/>
            <a:ext cx="186900" cy="1869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7"/>
          <p:cNvSpPr/>
          <p:nvPr/>
        </p:nvSpPr>
        <p:spPr>
          <a:xfrm>
            <a:off x="4168785" y="2737925"/>
            <a:ext cx="376800" cy="3243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7"/>
          <p:cNvSpPr/>
          <p:nvPr/>
        </p:nvSpPr>
        <p:spPr>
          <a:xfrm>
            <a:off x="4262004" y="2805042"/>
            <a:ext cx="186900" cy="1869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7"/>
          <p:cNvSpPr/>
          <p:nvPr/>
        </p:nvSpPr>
        <p:spPr>
          <a:xfrm>
            <a:off x="6170060" y="2992975"/>
            <a:ext cx="376800" cy="3243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7"/>
          <p:cNvSpPr/>
          <p:nvPr/>
        </p:nvSpPr>
        <p:spPr>
          <a:xfrm>
            <a:off x="6263279" y="3060092"/>
            <a:ext cx="186900" cy="1869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7"/>
          <p:cNvSpPr/>
          <p:nvPr/>
        </p:nvSpPr>
        <p:spPr>
          <a:xfrm>
            <a:off x="4909460" y="1957700"/>
            <a:ext cx="376800" cy="3243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7"/>
          <p:cNvSpPr/>
          <p:nvPr/>
        </p:nvSpPr>
        <p:spPr>
          <a:xfrm>
            <a:off x="5002679" y="2024817"/>
            <a:ext cx="186900" cy="1869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7"/>
          <p:cNvSpPr txBox="1"/>
          <p:nvPr/>
        </p:nvSpPr>
        <p:spPr>
          <a:xfrm>
            <a:off x="2996506" y="2070634"/>
            <a:ext cx="1772100" cy="48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Segmentation: TSS primary, SCT for G3/G5.1, SPINEPS for Cobb</a:t>
            </a:r>
            <a:endParaRPr>
              <a:solidFill>
                <a:schemeClr val="dk1"/>
              </a:solidFill>
              <a:latin typeface="Exo"/>
              <a:ea typeface="Exo"/>
              <a:cs typeface="Exo"/>
              <a:sym typeface="Exo"/>
            </a:endParaRPr>
          </a:p>
        </p:txBody>
      </p:sp>
      <p:sp>
        <p:nvSpPr>
          <p:cNvPr id="630" name="Google Shape;630;p57"/>
          <p:cNvSpPr txBox="1"/>
          <p:nvPr/>
        </p:nvSpPr>
        <p:spPr>
          <a:xfrm>
            <a:off x="2255306" y="2974202"/>
            <a:ext cx="1772100" cy="48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Measurements: six groups and about 16 components</a:t>
            </a:r>
            <a:endParaRPr>
              <a:solidFill>
                <a:schemeClr val="dk1"/>
              </a:solidFill>
              <a:latin typeface="Exo"/>
              <a:ea typeface="Exo"/>
              <a:cs typeface="Exo"/>
              <a:sym typeface="Exo"/>
            </a:endParaRPr>
          </a:p>
        </p:txBody>
      </p:sp>
      <p:sp>
        <p:nvSpPr>
          <p:cNvPr id="631" name="Google Shape;631;p57"/>
          <p:cNvSpPr txBox="1"/>
          <p:nvPr/>
        </p:nvSpPr>
        <p:spPr>
          <a:xfrm>
            <a:off x="1728442" y="3908090"/>
            <a:ext cx="1485600" cy="48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Interpretation: cited thresholds, status bands, and review flags</a:t>
            </a:r>
            <a:endParaRPr>
              <a:solidFill>
                <a:schemeClr val="dk1"/>
              </a:solidFill>
              <a:latin typeface="Exo"/>
              <a:ea typeface="Exo"/>
              <a:cs typeface="Exo"/>
              <a:sym typeface="Exo"/>
            </a:endParaRPr>
          </a:p>
        </p:txBody>
      </p:sp>
      <p:sp>
        <p:nvSpPr>
          <p:cNvPr id="632" name="Google Shape;632;p57"/>
          <p:cNvSpPr txBox="1"/>
          <p:nvPr/>
        </p:nvSpPr>
        <p:spPr>
          <a:xfrm>
            <a:off x="5558668" y="3914931"/>
            <a:ext cx="1599600" cy="48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Reporting: clinical report, impressions, and PDF export</a:t>
            </a:r>
            <a:endParaRPr>
              <a:solidFill>
                <a:schemeClr val="dk1"/>
              </a:solidFill>
              <a:latin typeface="Exo"/>
              <a:ea typeface="Exo"/>
              <a:cs typeface="Exo"/>
              <a:sym typeface="Exo"/>
            </a:endParaRPr>
          </a:p>
        </p:txBody>
      </p:sp>
      <p:grpSp>
        <p:nvGrpSpPr>
          <p:cNvPr id="633" name="Google Shape;633;p57"/>
          <p:cNvGrpSpPr/>
          <p:nvPr/>
        </p:nvGrpSpPr>
        <p:grpSpPr>
          <a:xfrm rot="159">
            <a:off x="4641682" y="3724541"/>
            <a:ext cx="580430" cy="642309"/>
            <a:chOff x="-25445525" y="3175900"/>
            <a:chExt cx="267825" cy="296350"/>
          </a:xfrm>
        </p:grpSpPr>
        <p:sp>
          <p:nvSpPr>
            <p:cNvPr id="634" name="Google Shape;634;p5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p="http://schemas.openxmlformats.org/presentationml/2006/main">
  <p:cSld>
    <p:spTree>
      <p:nvGrpSpPr>
        <p:cNvPr id="1" name="Shape 640"/>
        <p:cNvGrpSpPr/>
        <p:nvPr/>
      </p:nvGrpSpPr>
      <p:grpSpPr>
        <a:xfrm>
          <a:off x="0" y="0"/>
          <a:ext cx="0" cy="0"/>
          <a:chOff x="0" y="0"/>
          <a:chExt cx="0" cy="0"/>
        </a:xfrm>
      </p:grpSpPr>
      <p:sp>
        <p:nvSpPr>
          <p:cNvPr id="641" name="Google Shape;641;p58"/>
          <p:cNvSpPr/>
          <p:nvPr/>
        </p:nvSpPr>
        <p:spPr>
          <a:xfrm>
            <a:off x="3253500" y="1671225"/>
            <a:ext cx="2600100" cy="2600100"/>
          </a:xfrm>
          <a:prstGeom prst="roundRect">
            <a:avLst>
              <a:gd name="adj" fmla="val 29802"/>
            </a:avLst>
          </a:prstGeom>
          <a:no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8"/>
          <p:cNvSpPr/>
          <p:nvPr/>
        </p:nvSpPr>
        <p:spPr>
          <a:xfrm>
            <a:off x="2936400" y="3444625"/>
            <a:ext cx="903300" cy="903600"/>
          </a:xfrm>
          <a:prstGeom prst="roundRect">
            <a:avLst>
              <a:gd name="adj" fmla="val 31699"/>
            </a:avLst>
          </a:prstGeom>
          <a:solidFill>
            <a:schemeClr val="dk2"/>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8"/>
          <p:cNvSpPr/>
          <p:nvPr/>
        </p:nvSpPr>
        <p:spPr>
          <a:xfrm>
            <a:off x="5325225" y="3444625"/>
            <a:ext cx="903300" cy="903600"/>
          </a:xfrm>
          <a:prstGeom prst="roundRect">
            <a:avLst>
              <a:gd name="adj" fmla="val 31699"/>
            </a:avLst>
          </a:prstGeom>
          <a:solidFill>
            <a:schemeClr val="dk2"/>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8"/>
          <p:cNvSpPr/>
          <p:nvPr/>
        </p:nvSpPr>
        <p:spPr>
          <a:xfrm>
            <a:off x="5325225" y="1557463"/>
            <a:ext cx="903300" cy="903600"/>
          </a:xfrm>
          <a:prstGeom prst="roundRect">
            <a:avLst>
              <a:gd name="adj" fmla="val 31699"/>
            </a:avLst>
          </a:prstGeom>
          <a:solidFill>
            <a:schemeClr val="dk2"/>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8"/>
          <p:cNvSpPr/>
          <p:nvPr/>
        </p:nvSpPr>
        <p:spPr>
          <a:xfrm>
            <a:off x="2936400" y="1557438"/>
            <a:ext cx="903300" cy="903600"/>
          </a:xfrm>
          <a:prstGeom prst="roundRect">
            <a:avLst>
              <a:gd name="adj" fmla="val 31699"/>
            </a:avLst>
          </a:prstGeom>
          <a:solidFill>
            <a:schemeClr val="dk2"/>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8"/>
          <p:cNvSpPr/>
          <p:nvPr/>
        </p:nvSpPr>
        <p:spPr>
          <a:xfrm>
            <a:off x="3986950" y="2380788"/>
            <a:ext cx="1180800" cy="1180800"/>
          </a:xfrm>
          <a:prstGeom prst="roundRect">
            <a:avLst>
              <a:gd name="adj" fmla="val 31699"/>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process</a:t>
            </a:r>
            <a:endParaRPr/>
          </a:p>
        </p:txBody>
      </p:sp>
      <p:sp>
        <p:nvSpPr>
          <p:cNvPr id="648" name="Google Shape;648;p58"/>
          <p:cNvSpPr txBox="1"/>
          <p:nvPr/>
        </p:nvSpPr>
        <p:spPr>
          <a:xfrm flipH="1">
            <a:off x="5907154" y="1529938"/>
            <a:ext cx="2166900" cy="357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b="1">
                <a:solidFill>
                  <a:schemeClr val="dk1"/>
                </a:solidFill>
                <a:latin typeface="Sora"/>
                <a:ea typeface="Sora"/>
                <a:cs typeface="Sora"/>
                <a:sym typeface="Sora"/>
              </a:rPr>
              <a:t>01 Input</a:t>
            </a:r>
            <a:endParaRPr sz="1700" b="1">
              <a:solidFill>
                <a:schemeClr val="dk1"/>
              </a:solidFill>
              <a:latin typeface="Sora"/>
              <a:ea typeface="Sora"/>
              <a:cs typeface="Sora"/>
              <a:sym typeface="Sora"/>
            </a:endParaRPr>
          </a:p>
        </p:txBody>
      </p:sp>
      <p:sp>
        <p:nvSpPr>
          <p:cNvPr id="649" name="Google Shape;649;p58"/>
          <p:cNvSpPr txBox="1"/>
          <p:nvPr/>
        </p:nvSpPr>
        <p:spPr>
          <a:xfrm flipH="1">
            <a:off x="6347251" y="1835125"/>
            <a:ext cx="17268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One sagittal T2 cervical MRI enters the pipeline</a:t>
            </a:r>
            <a:endParaRPr>
              <a:solidFill>
                <a:schemeClr val="dk1"/>
              </a:solidFill>
              <a:latin typeface="Exo"/>
              <a:ea typeface="Exo"/>
              <a:cs typeface="Exo"/>
              <a:sym typeface="Exo"/>
            </a:endParaRPr>
          </a:p>
        </p:txBody>
      </p:sp>
      <p:sp>
        <p:nvSpPr>
          <p:cNvPr id="650" name="Google Shape;650;p58"/>
          <p:cNvSpPr txBox="1"/>
          <p:nvPr/>
        </p:nvSpPr>
        <p:spPr>
          <a:xfrm flipH="1">
            <a:off x="5907154" y="3417125"/>
            <a:ext cx="2166900" cy="357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b="1">
                <a:solidFill>
                  <a:schemeClr val="dk1"/>
                </a:solidFill>
                <a:latin typeface="Sora"/>
                <a:ea typeface="Sora"/>
                <a:cs typeface="Sora"/>
                <a:sym typeface="Sora"/>
              </a:rPr>
              <a:t>02 Segment</a:t>
            </a:r>
            <a:endParaRPr sz="1700" b="1">
              <a:solidFill>
                <a:schemeClr val="dk1"/>
              </a:solidFill>
              <a:latin typeface="Sora"/>
              <a:ea typeface="Sora"/>
              <a:cs typeface="Sora"/>
              <a:sym typeface="Sora"/>
            </a:endParaRPr>
          </a:p>
        </p:txBody>
      </p:sp>
      <p:sp>
        <p:nvSpPr>
          <p:cNvPr id="651" name="Google Shape;651;p58"/>
          <p:cNvSpPr txBox="1"/>
          <p:nvPr/>
        </p:nvSpPr>
        <p:spPr>
          <a:xfrm flipH="1">
            <a:off x="6347251" y="3722303"/>
            <a:ext cx="17268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TSS + SCT + SPINEPS produce the anatomical layers needed downstream</a:t>
            </a:r>
            <a:endParaRPr>
              <a:solidFill>
                <a:schemeClr val="dk1"/>
              </a:solidFill>
              <a:latin typeface="Exo"/>
              <a:ea typeface="Exo"/>
              <a:cs typeface="Exo"/>
              <a:sym typeface="Exo"/>
            </a:endParaRPr>
          </a:p>
        </p:txBody>
      </p:sp>
      <p:sp>
        <p:nvSpPr>
          <p:cNvPr id="652" name="Google Shape;652;p58"/>
          <p:cNvSpPr txBox="1"/>
          <p:nvPr/>
        </p:nvSpPr>
        <p:spPr>
          <a:xfrm>
            <a:off x="1070047" y="1529938"/>
            <a:ext cx="21669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b="1">
                <a:solidFill>
                  <a:schemeClr val="dk1"/>
                </a:solidFill>
                <a:latin typeface="Sora"/>
                <a:ea typeface="Sora"/>
                <a:cs typeface="Sora"/>
                <a:sym typeface="Sora"/>
              </a:rPr>
              <a:t>03 Measure</a:t>
            </a:r>
            <a:endParaRPr sz="1700" b="1">
              <a:solidFill>
                <a:schemeClr val="dk1"/>
              </a:solidFill>
              <a:latin typeface="Sora"/>
              <a:ea typeface="Sora"/>
              <a:cs typeface="Sora"/>
              <a:sym typeface="Sora"/>
            </a:endParaRPr>
          </a:p>
        </p:txBody>
      </p:sp>
      <p:sp>
        <p:nvSpPr>
          <p:cNvPr id="653" name="Google Shape;653;p58"/>
          <p:cNvSpPr txBox="1"/>
          <p:nvPr/>
        </p:nvSpPr>
        <p:spPr>
          <a:xfrm>
            <a:off x="1070044" y="1835125"/>
            <a:ext cx="17268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xo"/>
                <a:ea typeface="Exo"/>
                <a:cs typeface="Exo"/>
                <a:sym typeface="Exo"/>
              </a:rPr>
              <a:t>G1-G5 compute morphometry, discs, cord/canal, alignment, and screens</a:t>
            </a:r>
            <a:endParaRPr>
              <a:solidFill>
                <a:schemeClr val="dk1"/>
              </a:solidFill>
              <a:latin typeface="Exo"/>
              <a:ea typeface="Exo"/>
              <a:cs typeface="Exo"/>
              <a:sym typeface="Exo"/>
            </a:endParaRPr>
          </a:p>
        </p:txBody>
      </p:sp>
      <p:sp>
        <p:nvSpPr>
          <p:cNvPr id="654" name="Google Shape;654;p58"/>
          <p:cNvSpPr txBox="1"/>
          <p:nvPr/>
        </p:nvSpPr>
        <p:spPr>
          <a:xfrm>
            <a:off x="1070047" y="3417125"/>
            <a:ext cx="21669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b="1">
                <a:solidFill>
                  <a:schemeClr val="dk1"/>
                </a:solidFill>
                <a:latin typeface="Sora"/>
                <a:ea typeface="Sora"/>
                <a:cs typeface="Sora"/>
                <a:sym typeface="Sora"/>
              </a:rPr>
              <a:t>04 Report</a:t>
            </a:r>
            <a:endParaRPr sz="1700" b="1">
              <a:solidFill>
                <a:schemeClr val="dk1"/>
              </a:solidFill>
              <a:latin typeface="Sora"/>
              <a:ea typeface="Sora"/>
              <a:cs typeface="Sora"/>
              <a:sym typeface="Sora"/>
            </a:endParaRPr>
          </a:p>
        </p:txBody>
      </p:sp>
      <p:sp>
        <p:nvSpPr>
          <p:cNvPr id="655" name="Google Shape;655;p58"/>
          <p:cNvSpPr txBox="1"/>
          <p:nvPr/>
        </p:nvSpPr>
        <p:spPr>
          <a:xfrm>
            <a:off x="1070044" y="3722301"/>
            <a:ext cx="17268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xo"/>
                <a:ea typeface="Exo"/>
                <a:cs typeface="Exo"/>
                <a:sym typeface="Exo"/>
              </a:rPr>
              <a:t>G6 interpretation feeds a clinical report, impressions, and PDF export</a:t>
            </a:r>
            <a:endParaRPr>
              <a:solidFill>
                <a:schemeClr val="dk1"/>
              </a:solidFill>
              <a:latin typeface="Exo"/>
              <a:ea typeface="Exo"/>
              <a:cs typeface="Exo"/>
              <a:sym typeface="Exo"/>
            </a:endParaRPr>
          </a:p>
        </p:txBody>
      </p:sp>
      <p:grpSp>
        <p:nvGrpSpPr>
          <p:cNvPr id="656" name="Google Shape;656;p58"/>
          <p:cNvGrpSpPr/>
          <p:nvPr/>
        </p:nvGrpSpPr>
        <p:grpSpPr>
          <a:xfrm>
            <a:off x="5598342" y="1831207"/>
            <a:ext cx="357053" cy="356121"/>
            <a:chOff x="-28461325" y="3545475"/>
            <a:chExt cx="296950" cy="296175"/>
          </a:xfrm>
        </p:grpSpPr>
        <p:sp>
          <p:nvSpPr>
            <p:cNvPr id="657" name="Google Shape;657;p58"/>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8"/>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8"/>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8"/>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8"/>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8"/>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 name="Google Shape;663;p58"/>
          <p:cNvGrpSpPr/>
          <p:nvPr/>
        </p:nvGrpSpPr>
        <p:grpSpPr>
          <a:xfrm>
            <a:off x="4323411" y="2703102"/>
            <a:ext cx="472095" cy="536239"/>
            <a:chOff x="-28069875" y="3175300"/>
            <a:chExt cx="260725" cy="296150"/>
          </a:xfrm>
        </p:grpSpPr>
        <p:sp>
          <p:nvSpPr>
            <p:cNvPr id="664" name="Google Shape;664;p58"/>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8"/>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8"/>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8"/>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8"/>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8"/>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8"/>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8"/>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8"/>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58"/>
          <p:cNvGrpSpPr/>
          <p:nvPr/>
        </p:nvGrpSpPr>
        <p:grpSpPr>
          <a:xfrm>
            <a:off x="5599462" y="3718847"/>
            <a:ext cx="357055" cy="355170"/>
            <a:chOff x="-24353075" y="3891250"/>
            <a:chExt cx="293800" cy="292225"/>
          </a:xfrm>
        </p:grpSpPr>
        <p:sp>
          <p:nvSpPr>
            <p:cNvPr id="674" name="Google Shape;674;p58"/>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8"/>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 name="Google Shape;676;p58"/>
          <p:cNvGrpSpPr/>
          <p:nvPr/>
        </p:nvGrpSpPr>
        <p:grpSpPr>
          <a:xfrm>
            <a:off x="3186094" y="3717797"/>
            <a:ext cx="384411" cy="356987"/>
            <a:chOff x="-25465200" y="3565175"/>
            <a:chExt cx="298525" cy="277250"/>
          </a:xfrm>
        </p:grpSpPr>
        <p:sp>
          <p:nvSpPr>
            <p:cNvPr id="677" name="Google Shape;677;p58"/>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8"/>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58"/>
          <p:cNvGrpSpPr/>
          <p:nvPr/>
        </p:nvGrpSpPr>
        <p:grpSpPr>
          <a:xfrm>
            <a:off x="3211235" y="1830744"/>
            <a:ext cx="357050" cy="356990"/>
            <a:chOff x="-25094250" y="3547050"/>
            <a:chExt cx="295400" cy="295375"/>
          </a:xfrm>
        </p:grpSpPr>
        <p:sp>
          <p:nvSpPr>
            <p:cNvPr id="680" name="Google Shape;680;p58"/>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8"/>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8"/>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8"/>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8"/>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 name="Google Shape;685;p58"/>
          <p:cNvSpPr txBox="1"/>
          <p:nvPr/>
        </p:nvSpPr>
        <p:spPr>
          <a:xfrm>
            <a:off x="597849" y="1529950"/>
            <a:ext cx="472200" cy="357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b="1">
                <a:solidFill>
                  <a:schemeClr val="dk1"/>
                </a:solidFill>
                <a:latin typeface="Sora"/>
                <a:ea typeface="Sora"/>
                <a:cs typeface="Sora"/>
                <a:sym typeface="Sora"/>
              </a:rPr>
              <a:t>01</a:t>
            </a:r>
            <a:endParaRPr sz="1700" b="1">
              <a:solidFill>
                <a:schemeClr val="dk1"/>
              </a:solidFill>
              <a:latin typeface="Sora"/>
              <a:ea typeface="Sora"/>
              <a:cs typeface="Sora"/>
              <a:sym typeface="Sora"/>
            </a:endParaRPr>
          </a:p>
        </p:txBody>
      </p:sp>
      <p:sp>
        <p:nvSpPr>
          <p:cNvPr id="686" name="Google Shape;686;p58"/>
          <p:cNvSpPr txBox="1"/>
          <p:nvPr/>
        </p:nvSpPr>
        <p:spPr>
          <a:xfrm>
            <a:off x="597849" y="3417125"/>
            <a:ext cx="472200" cy="357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b="1">
                <a:solidFill>
                  <a:schemeClr val="dk1"/>
                </a:solidFill>
                <a:latin typeface="Sora"/>
                <a:ea typeface="Sora"/>
                <a:cs typeface="Sora"/>
                <a:sym typeface="Sora"/>
              </a:rPr>
              <a:t>02</a:t>
            </a:r>
            <a:endParaRPr sz="1700" b="1">
              <a:solidFill>
                <a:schemeClr val="dk1"/>
              </a:solidFill>
              <a:latin typeface="Sora"/>
              <a:ea typeface="Sora"/>
              <a:cs typeface="Sora"/>
              <a:sym typeface="Sora"/>
            </a:endParaRPr>
          </a:p>
        </p:txBody>
      </p:sp>
      <p:sp>
        <p:nvSpPr>
          <p:cNvPr id="687" name="Google Shape;687;p58"/>
          <p:cNvSpPr txBox="1"/>
          <p:nvPr/>
        </p:nvSpPr>
        <p:spPr>
          <a:xfrm flipH="1">
            <a:off x="8073948" y="1529950"/>
            <a:ext cx="4722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b="1">
                <a:solidFill>
                  <a:schemeClr val="dk1"/>
                </a:solidFill>
                <a:latin typeface="Sora"/>
                <a:ea typeface="Sora"/>
                <a:cs typeface="Sora"/>
                <a:sym typeface="Sora"/>
              </a:rPr>
              <a:t>03</a:t>
            </a:r>
            <a:endParaRPr sz="1700" b="1">
              <a:solidFill>
                <a:schemeClr val="dk1"/>
              </a:solidFill>
              <a:latin typeface="Sora"/>
              <a:ea typeface="Sora"/>
              <a:cs typeface="Sora"/>
              <a:sym typeface="Sora"/>
            </a:endParaRPr>
          </a:p>
        </p:txBody>
      </p:sp>
      <p:sp>
        <p:nvSpPr>
          <p:cNvPr id="688" name="Google Shape;688;p58"/>
          <p:cNvSpPr txBox="1"/>
          <p:nvPr/>
        </p:nvSpPr>
        <p:spPr>
          <a:xfrm flipH="1">
            <a:off x="8073948" y="3417125"/>
            <a:ext cx="472200" cy="35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b="1">
                <a:solidFill>
                  <a:schemeClr val="dk1"/>
                </a:solidFill>
                <a:latin typeface="Sora"/>
                <a:ea typeface="Sora"/>
                <a:cs typeface="Sora"/>
                <a:sym typeface="Sora"/>
              </a:rPr>
              <a:t>04</a:t>
            </a:r>
            <a:endParaRPr sz="1700" b="1">
              <a:solidFill>
                <a:schemeClr val="dk1"/>
              </a:solidFill>
              <a:latin typeface="Sora"/>
              <a:ea typeface="Sora"/>
              <a:cs typeface="Sora"/>
              <a:sym typeface="Sora"/>
            </a:endParaRPr>
          </a:p>
        </p:txBody>
      </p:sp>
      <p:sp>
        <p:nvSpPr>
          <p:cNvPr id="689" name="Google Shape;689;p58"/>
          <p:cNvSpPr/>
          <p:nvPr/>
        </p:nvSpPr>
        <p:spPr>
          <a:xfrm rot="5400000">
            <a:off x="4403963" y="1520094"/>
            <a:ext cx="357000" cy="3087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8"/>
          <p:cNvSpPr/>
          <p:nvPr/>
        </p:nvSpPr>
        <p:spPr>
          <a:xfrm rot="-5400000">
            <a:off x="4403963" y="4113594"/>
            <a:ext cx="357000" cy="308700"/>
          </a:xfrm>
          <a:prstGeom prst="triangle">
            <a:avLst>
              <a:gd name="adj" fmla="val 48132"/>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8"/>
          <p:cNvSpPr/>
          <p:nvPr/>
        </p:nvSpPr>
        <p:spPr>
          <a:xfrm rot="10800000">
            <a:off x="5671800" y="2816844"/>
            <a:ext cx="357000" cy="3087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8"/>
          <p:cNvSpPr/>
          <p:nvPr/>
        </p:nvSpPr>
        <p:spPr>
          <a:xfrm>
            <a:off x="3078300" y="2816844"/>
            <a:ext cx="357000" cy="308700"/>
          </a:xfrm>
          <a:prstGeom prst="triangle">
            <a:avLst>
              <a:gd name="adj" fmla="val 48132"/>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Shape 696"/>
        <p:cNvGrpSpPr/>
        <p:nvPr/>
      </p:nvGrpSpPr>
      <p:grpSpPr>
        <a:xfrm>
          <a:off x="0" y="0"/>
          <a:ext cx="0" cy="0"/>
          <a:chOff x="0" y="0"/>
          <a:chExt cx="0" cy="0"/>
        </a:xfrm>
      </p:grpSpPr>
      <p:sp>
        <p:nvSpPr>
          <p:cNvPr id="697" name="Google Shape;697;p59"/>
          <p:cNvSpPr/>
          <p:nvPr/>
        </p:nvSpPr>
        <p:spPr>
          <a:xfrm>
            <a:off x="5130933" y="3706775"/>
            <a:ext cx="3136800" cy="9510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98" name="Google Shape;698;p59"/>
          <p:cNvPicPr preferRelativeResize="0"/>
          <p:nvPr/>
        </p:nvPicPr>
        <p:blipFill>
          <a:blip r:embed="rId3">
            <a:alphaModFix/>
          </a:blip>
          <a:stretch>
            <a:fillRect/>
          </a:stretch>
        </p:blipFill>
        <p:spPr>
          <a:xfrm>
            <a:off x="167125" y="89850"/>
            <a:ext cx="4963800" cy="4963800"/>
          </a:xfrm>
          <a:prstGeom prst="rect">
            <a:avLst/>
          </a:prstGeom>
          <a:noFill/>
          <a:ln>
            <a:noFill/>
          </a:ln>
        </p:spPr>
      </p:pic>
      <p:sp>
        <p:nvSpPr>
          <p:cNvPr id="699" name="Google Shape;699;p59"/>
          <p:cNvSpPr txBox="1">
            <a:spLocks noGrp="1"/>
          </p:cNvSpPr>
          <p:nvPr>
            <p:ph type="title"/>
          </p:nvPr>
        </p:nvSpPr>
        <p:spPr>
          <a:xfrm>
            <a:off x="5047100" y="1839825"/>
            <a:ext cx="3739200" cy="191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Technical Specification</a:t>
            </a:r>
            <a:endParaRPr/>
          </a:p>
        </p:txBody>
      </p:sp>
      <p:sp>
        <p:nvSpPr>
          <p:cNvPr id="700" name="Google Shape;700;p59"/>
          <p:cNvSpPr txBox="1">
            <a:spLocks noGrp="1"/>
          </p:cNvSpPr>
          <p:nvPr>
            <p:ph type="title" idx="2"/>
          </p:nvPr>
        </p:nvSpPr>
        <p:spPr>
          <a:xfrm>
            <a:off x="5047100" y="674750"/>
            <a:ext cx="1275000" cy="1061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701" name="Google Shape;701;p59"/>
          <p:cNvSpPr txBox="1">
            <a:spLocks noGrp="1"/>
          </p:cNvSpPr>
          <p:nvPr>
            <p:ph type="subTitle" idx="1"/>
          </p:nvPr>
        </p:nvSpPr>
        <p:spPr>
          <a:xfrm>
            <a:off x="5397362" y="3847650"/>
            <a:ext cx="2737800" cy="7134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Segmentation, measurements, interpretation, and reporting</a:t>
            </a:r>
            <a:endParaRPr/>
          </a:p>
        </p:txBody>
      </p:sp>
      <p:sp>
        <p:nvSpPr>
          <p:cNvPr id="702" name="Google Shape;702;p59"/>
          <p:cNvSpPr/>
          <p:nvPr/>
        </p:nvSpPr>
        <p:spPr>
          <a:xfrm>
            <a:off x="-852000" y="-824901"/>
            <a:ext cx="1773593"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3" name="Google Shape;703;p59"/>
          <p:cNvCxnSpPr/>
          <p:nvPr/>
        </p:nvCxnSpPr>
        <p:spPr>
          <a:xfrm>
            <a:off x="5088300" y="1747500"/>
            <a:ext cx="1081800" cy="0"/>
          </a:xfrm>
          <a:prstGeom prst="straightConnector1">
            <a:avLst/>
          </a:prstGeom>
          <a:noFill/>
          <a:ln w="19050" cap="flat" cmpd="sng">
            <a:solidFill>
              <a:schemeClr val="accent1"/>
            </a:solidFill>
            <a:prstDash val="solid"/>
            <a:round/>
            <a:headEnd type="none" w="med" len="med"/>
            <a:tailEnd type="none" w="med" len="med"/>
          </a:ln>
        </p:spPr>
      </p:cxn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Shape 707"/>
        <p:cNvGrpSpPr/>
        <p:nvPr/>
      </p:nvGrpSpPr>
      <p:grpSpPr>
        <a:xfrm>
          <a:off x="0" y="0"/>
          <a:ext cx="0" cy="0"/>
          <a:chOff x="0" y="0"/>
          <a:chExt cx="0" cy="0"/>
        </a:xfrm>
      </p:grpSpPr>
      <p:sp>
        <p:nvSpPr>
          <p:cNvPr id="708" name="Google Shape;708;p60"/>
          <p:cNvSpPr/>
          <p:nvPr/>
        </p:nvSpPr>
        <p:spPr>
          <a:xfrm>
            <a:off x="1311537" y="1788400"/>
            <a:ext cx="2700600" cy="7002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60"/>
          <p:cNvSpPr txBox="1">
            <a:spLocks noGrp="1"/>
          </p:cNvSpPr>
          <p:nvPr>
            <p:ph type="title"/>
          </p:nvPr>
        </p:nvSpPr>
        <p:spPr>
          <a:xfrm>
            <a:off x="1217588" y="1862925"/>
            <a:ext cx="2700600" cy="572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Segmentation</a:t>
            </a:r>
            <a:endParaRPr/>
          </a:p>
        </p:txBody>
      </p:sp>
      <p:sp>
        <p:nvSpPr>
          <p:cNvPr id="710" name="Google Shape;710;p60"/>
          <p:cNvSpPr txBox="1">
            <a:spLocks noGrp="1"/>
          </p:cNvSpPr>
          <p:nvPr>
            <p:ph type="subTitle" idx="4294967295"/>
          </p:nvPr>
        </p:nvSpPr>
        <p:spPr>
          <a:xfrm>
            <a:off x="875375" y="2598225"/>
            <a:ext cx="3186300" cy="134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Primary segmenter: TotalSpineSeg for vertebrae, discs, and canal. Spinal Cord Toolbox supports G3 diameters and G5.1 SCIseg lesion screening. SPINEPS is a narrow Cobb add-on because its endplate sheets outperform TSS corners on cervical alignment (C6-C7 SD 5.9 degrees vs 18.5 degrees, J12). Deployment gotcha: TSS and SPINEPS require separate environments, and SCT must be installed as a CLI.</a:t>
            </a:r>
            <a:endParaRPr/>
          </a:p>
        </p:txBody>
      </p:sp>
      <p:pic>
        <p:nvPicPr>
          <p:cNvPr id="711" name="Google Shape;711;p60"/>
          <p:cNvPicPr preferRelativeResize="0"/>
          <p:nvPr/>
        </p:nvPicPr>
        <p:blipFill rotWithShape="1">
          <a:blip r:embed="rId3">
            <a:alphaModFix/>
          </a:blip>
          <a:srcRect l="9611" r="9619"/>
          <a:stretch/>
        </p:blipFill>
        <p:spPr>
          <a:xfrm>
            <a:off x="4618522" y="1506250"/>
            <a:ext cx="3186300" cy="2633100"/>
          </a:xfrm>
          <a:prstGeom prst="roundRect">
            <a:avLst>
              <a:gd name="adj" fmla="val 16667"/>
            </a:avLst>
          </a:prstGeom>
          <a:noFill/>
          <a:ln w="38100" cap="flat" cmpd="sng">
            <a:solidFill>
              <a:schemeClr val="lt1"/>
            </a:solidFill>
            <a:prstDash val="solid"/>
            <a:round/>
            <a:headEnd type="none" w="sm" len="sm"/>
            <a:tailEnd type="none" w="sm" len="sm"/>
          </a:ln>
        </p:spPr>
      </p:pic>
    </p:spTree>
  </p:cSld>
  <p:clrMapOvr>
    <a:masterClrMapping/>
  </p:clrMapOvr>
</p:sld>
</file>

<file path=ppt/slides/slide23.xml><?xml version="1.0" encoding="utf-8"?>
<p:sld xmlns:a="http://schemas.openxmlformats.org/drawingml/2006/main" xmlns:p="http://schemas.openxmlformats.org/presentationml/2006/main">
  <p:cSld>
    <p:spTree>
      <p:nvGrpSpPr>
        <p:cNvPr id="1" name="Shape 715"/>
        <p:cNvGrpSpPr/>
        <p:nvPr/>
      </p:nvGrpSpPr>
      <p:grpSpPr>
        <a:xfrm>
          <a:off x="0" y="0"/>
          <a:ext cx="0" cy="0"/>
          <a:chOff x="0" y="0"/>
          <a:chExt cx="0" cy="0"/>
        </a:xfrm>
      </p:grpSpPr>
      <p:grpSp>
        <p:nvGrpSpPr>
          <p:cNvPr id="716" name="Google Shape;716;p61"/>
          <p:cNvGrpSpPr/>
          <p:nvPr/>
        </p:nvGrpSpPr>
        <p:grpSpPr>
          <a:xfrm>
            <a:off x="3170186" y="1849434"/>
            <a:ext cx="1226581" cy="2917895"/>
            <a:chOff x="9948093" y="1828877"/>
            <a:chExt cx="714208" cy="1699019"/>
          </a:xfrm>
        </p:grpSpPr>
        <p:sp>
          <p:nvSpPr>
            <p:cNvPr id="717" name="Google Shape;717;p61"/>
            <p:cNvSpPr/>
            <p:nvPr/>
          </p:nvSpPr>
          <p:spPr>
            <a:xfrm>
              <a:off x="10351689" y="2351336"/>
              <a:ext cx="199606" cy="113698"/>
            </a:xfrm>
            <a:custGeom>
              <a:avLst/>
              <a:gdLst/>
              <a:ahLst/>
              <a:cxnLst/>
              <a:rect l="l" t="t" r="r" b="b"/>
              <a:pathLst>
                <a:path w="199606" h="113698" extrusionOk="0">
                  <a:moveTo>
                    <a:pt x="78501" y="0"/>
                  </a:moveTo>
                  <a:lnTo>
                    <a:pt x="87443" y="36284"/>
                  </a:lnTo>
                  <a:lnTo>
                    <a:pt x="199606" y="57779"/>
                  </a:lnTo>
                  <a:lnTo>
                    <a:pt x="199606" y="105671"/>
                  </a:lnTo>
                  <a:cubicBezTo>
                    <a:pt x="199606" y="105671"/>
                    <a:pt x="51116" y="118955"/>
                    <a:pt x="36671" y="111346"/>
                  </a:cubicBezTo>
                  <a:cubicBezTo>
                    <a:pt x="22227" y="103736"/>
                    <a:pt x="0" y="20807"/>
                    <a:pt x="0" y="20807"/>
                  </a:cubicBezTo>
                  <a:lnTo>
                    <a:pt x="78501" y="0"/>
                  </a:lnTo>
                  <a:lnTo>
                    <a:pt x="78501"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8" name="Google Shape;718;p61"/>
            <p:cNvSpPr/>
            <p:nvPr/>
          </p:nvSpPr>
          <p:spPr>
            <a:xfrm>
              <a:off x="10414541" y="2389469"/>
              <a:ext cx="22367" cy="24511"/>
            </a:xfrm>
            <a:custGeom>
              <a:avLst/>
              <a:gdLst/>
              <a:ahLst/>
              <a:cxnLst/>
              <a:rect l="l" t="t" r="r" b="b"/>
              <a:pathLst>
                <a:path w="22367" h="24511" extrusionOk="0">
                  <a:moveTo>
                    <a:pt x="22355" y="0"/>
                  </a:moveTo>
                  <a:cubicBezTo>
                    <a:pt x="22699" y="602"/>
                    <a:pt x="16078" y="4299"/>
                    <a:pt x="9974" y="11135"/>
                  </a:cubicBezTo>
                  <a:cubicBezTo>
                    <a:pt x="3869" y="17970"/>
                    <a:pt x="644" y="24763"/>
                    <a:pt x="0" y="24505"/>
                  </a:cubicBezTo>
                  <a:cubicBezTo>
                    <a:pt x="3224" y="13284"/>
                    <a:pt x="11478" y="4213"/>
                    <a:pt x="22355" y="0"/>
                  </a:cubicBezTo>
                  <a:lnTo>
                    <a:pt x="22355"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9" name="Google Shape;719;p61"/>
            <p:cNvSpPr/>
            <p:nvPr/>
          </p:nvSpPr>
          <p:spPr>
            <a:xfrm>
              <a:off x="10351689" y="2351336"/>
              <a:ext cx="199606" cy="113698"/>
            </a:xfrm>
            <a:custGeom>
              <a:avLst/>
              <a:gdLst/>
              <a:ahLst/>
              <a:cxnLst/>
              <a:rect l="l" t="t" r="r" b="b"/>
              <a:pathLst>
                <a:path w="199606" h="113698" extrusionOk="0">
                  <a:moveTo>
                    <a:pt x="78501" y="0"/>
                  </a:moveTo>
                  <a:lnTo>
                    <a:pt x="87443" y="36284"/>
                  </a:lnTo>
                  <a:lnTo>
                    <a:pt x="199606" y="57779"/>
                  </a:lnTo>
                  <a:lnTo>
                    <a:pt x="199606" y="105671"/>
                  </a:lnTo>
                  <a:cubicBezTo>
                    <a:pt x="199606" y="105671"/>
                    <a:pt x="51116" y="118955"/>
                    <a:pt x="36671" y="111346"/>
                  </a:cubicBezTo>
                  <a:cubicBezTo>
                    <a:pt x="22227" y="103736"/>
                    <a:pt x="0" y="20807"/>
                    <a:pt x="0" y="20807"/>
                  </a:cubicBezTo>
                  <a:lnTo>
                    <a:pt x="78501" y="0"/>
                  </a:lnTo>
                  <a:lnTo>
                    <a:pt x="78501"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0" name="Google Shape;720;p61"/>
            <p:cNvSpPr/>
            <p:nvPr/>
          </p:nvSpPr>
          <p:spPr>
            <a:xfrm>
              <a:off x="10103203" y="2108869"/>
              <a:ext cx="167104" cy="139031"/>
            </a:xfrm>
            <a:custGeom>
              <a:avLst/>
              <a:gdLst/>
              <a:ahLst/>
              <a:cxnLst/>
              <a:rect l="l" t="t" r="r" b="b"/>
              <a:pathLst>
                <a:path w="167104" h="139031" extrusionOk="0">
                  <a:moveTo>
                    <a:pt x="167104" y="6836"/>
                  </a:moveTo>
                  <a:lnTo>
                    <a:pt x="135764" y="0"/>
                  </a:lnTo>
                  <a:lnTo>
                    <a:pt x="23859" y="9200"/>
                  </a:lnTo>
                  <a:lnTo>
                    <a:pt x="0" y="19475"/>
                  </a:lnTo>
                  <a:lnTo>
                    <a:pt x="102146" y="139032"/>
                  </a:lnTo>
                  <a:lnTo>
                    <a:pt x="167104" y="6836"/>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1" name="Google Shape;721;p61"/>
            <p:cNvSpPr/>
            <p:nvPr/>
          </p:nvSpPr>
          <p:spPr>
            <a:xfrm>
              <a:off x="10201264" y="1900837"/>
              <a:ext cx="121400" cy="213835"/>
            </a:xfrm>
            <a:custGeom>
              <a:avLst/>
              <a:gdLst/>
              <a:ahLst/>
              <a:cxnLst/>
              <a:rect l="l" t="t" r="r" b="b"/>
              <a:pathLst>
                <a:path w="121400" h="213835" extrusionOk="0">
                  <a:moveTo>
                    <a:pt x="110272" y="89679"/>
                  </a:moveTo>
                  <a:cubicBezTo>
                    <a:pt x="106660" y="64357"/>
                    <a:pt x="103049" y="39036"/>
                    <a:pt x="99481" y="13714"/>
                  </a:cubicBezTo>
                  <a:lnTo>
                    <a:pt x="18572" y="0"/>
                  </a:lnTo>
                  <a:lnTo>
                    <a:pt x="0" y="205237"/>
                  </a:lnTo>
                  <a:lnTo>
                    <a:pt x="115559" y="213836"/>
                  </a:lnTo>
                  <a:lnTo>
                    <a:pt x="115559" y="213836"/>
                  </a:lnTo>
                  <a:cubicBezTo>
                    <a:pt x="119686" y="207430"/>
                    <a:pt x="121707" y="199950"/>
                    <a:pt x="121363" y="192340"/>
                  </a:cubicBezTo>
                  <a:cubicBezTo>
                    <a:pt x="119988" y="163494"/>
                    <a:pt x="111819" y="100641"/>
                    <a:pt x="110272" y="89679"/>
                  </a:cubicBezTo>
                  <a:lnTo>
                    <a:pt x="110272" y="8967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2" name="Google Shape;722;p61"/>
            <p:cNvSpPr/>
            <p:nvPr/>
          </p:nvSpPr>
          <p:spPr>
            <a:xfrm>
              <a:off x="10063122" y="1828877"/>
              <a:ext cx="241798" cy="290094"/>
            </a:xfrm>
            <a:custGeom>
              <a:avLst/>
              <a:gdLst/>
              <a:ahLst/>
              <a:cxnLst/>
              <a:rect l="l" t="t" r="r" b="b"/>
              <a:pathLst>
                <a:path w="241798" h="290094" extrusionOk="0">
                  <a:moveTo>
                    <a:pt x="24217" y="108889"/>
                  </a:moveTo>
                  <a:cubicBezTo>
                    <a:pt x="27571" y="74841"/>
                    <a:pt x="44509" y="43543"/>
                    <a:pt x="71207" y="22134"/>
                  </a:cubicBezTo>
                  <a:cubicBezTo>
                    <a:pt x="95066" y="3734"/>
                    <a:pt x="122107" y="-1253"/>
                    <a:pt x="152201" y="252"/>
                  </a:cubicBezTo>
                  <a:cubicBezTo>
                    <a:pt x="166989" y="1026"/>
                    <a:pt x="183670" y="7990"/>
                    <a:pt x="196524" y="15384"/>
                  </a:cubicBezTo>
                  <a:cubicBezTo>
                    <a:pt x="214151" y="25573"/>
                    <a:pt x="221459" y="45951"/>
                    <a:pt x="229842" y="64480"/>
                  </a:cubicBezTo>
                  <a:cubicBezTo>
                    <a:pt x="246651" y="101581"/>
                    <a:pt x="244072" y="151622"/>
                    <a:pt x="232379" y="165422"/>
                  </a:cubicBezTo>
                  <a:lnTo>
                    <a:pt x="21208" y="290095"/>
                  </a:lnTo>
                  <a:cubicBezTo>
                    <a:pt x="-6048" y="275607"/>
                    <a:pt x="-2480" y="227242"/>
                    <a:pt x="6849" y="197837"/>
                  </a:cubicBezTo>
                  <a:cubicBezTo>
                    <a:pt x="15276" y="168775"/>
                    <a:pt x="21079" y="138983"/>
                    <a:pt x="24217" y="10888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3" name="Google Shape;723;p61"/>
            <p:cNvSpPr/>
            <p:nvPr/>
          </p:nvSpPr>
          <p:spPr>
            <a:xfrm>
              <a:off x="10122092" y="1850849"/>
              <a:ext cx="174161" cy="300137"/>
            </a:xfrm>
            <a:custGeom>
              <a:avLst/>
              <a:gdLst/>
              <a:ahLst/>
              <a:cxnLst/>
              <a:rect l="l" t="t" r="r" b="b"/>
              <a:pathLst>
                <a:path w="174161" h="300137" extrusionOk="0">
                  <a:moveTo>
                    <a:pt x="16062" y="28235"/>
                  </a:moveTo>
                  <a:lnTo>
                    <a:pt x="113565" y="334"/>
                  </a:lnTo>
                  <a:cubicBezTo>
                    <a:pt x="144905" y="-3965"/>
                    <a:pt x="167046" y="34124"/>
                    <a:pt x="170012" y="65637"/>
                  </a:cubicBezTo>
                  <a:cubicBezTo>
                    <a:pt x="173322" y="100631"/>
                    <a:pt x="175944" y="143536"/>
                    <a:pt x="172634" y="169803"/>
                  </a:cubicBezTo>
                  <a:cubicBezTo>
                    <a:pt x="165928" y="222724"/>
                    <a:pt x="125774" y="230678"/>
                    <a:pt x="125774" y="230678"/>
                  </a:cubicBezTo>
                  <a:lnTo>
                    <a:pt x="125774" y="247100"/>
                  </a:lnTo>
                  <a:lnTo>
                    <a:pt x="126505" y="269842"/>
                  </a:lnTo>
                  <a:cubicBezTo>
                    <a:pt x="114597" y="312833"/>
                    <a:pt x="31238" y="305782"/>
                    <a:pt x="22382" y="275388"/>
                  </a:cubicBezTo>
                  <a:lnTo>
                    <a:pt x="27" y="47537"/>
                  </a:lnTo>
                  <a:cubicBezTo>
                    <a:pt x="-490" y="37908"/>
                    <a:pt x="6518" y="29481"/>
                    <a:pt x="16062" y="28235"/>
                  </a:cubicBezTo>
                  <a:lnTo>
                    <a:pt x="16062" y="28235"/>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4" name="Google Shape;724;p61"/>
            <p:cNvSpPr/>
            <p:nvPr/>
          </p:nvSpPr>
          <p:spPr>
            <a:xfrm>
              <a:off x="10266477" y="1961544"/>
              <a:ext cx="13459" cy="12983"/>
            </a:xfrm>
            <a:custGeom>
              <a:avLst/>
              <a:gdLst/>
              <a:ahLst/>
              <a:cxnLst/>
              <a:rect l="l" t="t" r="r" b="b"/>
              <a:pathLst>
                <a:path w="13459" h="12983" extrusionOk="0">
                  <a:moveTo>
                    <a:pt x="13417" y="5928"/>
                  </a:moveTo>
                  <a:cubicBezTo>
                    <a:pt x="13546" y="9582"/>
                    <a:pt x="10752" y="12721"/>
                    <a:pt x="7097" y="12936"/>
                  </a:cubicBezTo>
                  <a:cubicBezTo>
                    <a:pt x="3572" y="13366"/>
                    <a:pt x="391" y="10829"/>
                    <a:pt x="4" y="7347"/>
                  </a:cubicBezTo>
                  <a:lnTo>
                    <a:pt x="4" y="7089"/>
                  </a:lnTo>
                  <a:cubicBezTo>
                    <a:pt x="-125" y="3435"/>
                    <a:pt x="2626" y="296"/>
                    <a:pt x="6281" y="38"/>
                  </a:cubicBezTo>
                  <a:cubicBezTo>
                    <a:pt x="9848" y="-348"/>
                    <a:pt x="13073" y="2231"/>
                    <a:pt x="13460" y="5799"/>
                  </a:cubicBezTo>
                  <a:lnTo>
                    <a:pt x="13460" y="5928"/>
                  </a:lnTo>
                  <a:lnTo>
                    <a:pt x="13417" y="592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5" name="Google Shape;725;p61"/>
            <p:cNvSpPr/>
            <p:nvPr/>
          </p:nvSpPr>
          <p:spPr>
            <a:xfrm>
              <a:off x="10256037" y="1940255"/>
              <a:ext cx="26934" cy="7524"/>
            </a:xfrm>
            <a:custGeom>
              <a:avLst/>
              <a:gdLst/>
              <a:ahLst/>
              <a:cxnLst/>
              <a:rect l="l" t="t" r="r" b="b"/>
              <a:pathLst>
                <a:path w="26934" h="7524" extrusionOk="0">
                  <a:moveTo>
                    <a:pt x="26824" y="6711"/>
                  </a:moveTo>
                  <a:cubicBezTo>
                    <a:pt x="26007" y="7614"/>
                    <a:pt x="20806" y="4003"/>
                    <a:pt x="13540" y="4218"/>
                  </a:cubicBezTo>
                  <a:cubicBezTo>
                    <a:pt x="6275" y="4433"/>
                    <a:pt x="1073" y="8259"/>
                    <a:pt x="256" y="7399"/>
                  </a:cubicBezTo>
                  <a:cubicBezTo>
                    <a:pt x="-561" y="6539"/>
                    <a:pt x="643" y="5422"/>
                    <a:pt x="2922" y="3659"/>
                  </a:cubicBezTo>
                  <a:cubicBezTo>
                    <a:pt x="5974" y="1380"/>
                    <a:pt x="9671" y="91"/>
                    <a:pt x="13497" y="5"/>
                  </a:cubicBezTo>
                  <a:cubicBezTo>
                    <a:pt x="17280" y="-81"/>
                    <a:pt x="21021" y="994"/>
                    <a:pt x="24159" y="3100"/>
                  </a:cubicBezTo>
                  <a:cubicBezTo>
                    <a:pt x="26438" y="4648"/>
                    <a:pt x="27254" y="6281"/>
                    <a:pt x="26824" y="671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6" name="Google Shape;726;p61"/>
            <p:cNvSpPr/>
            <p:nvPr/>
          </p:nvSpPr>
          <p:spPr>
            <a:xfrm>
              <a:off x="10198635" y="1960899"/>
              <a:ext cx="13424" cy="12975"/>
            </a:xfrm>
            <a:custGeom>
              <a:avLst/>
              <a:gdLst/>
              <a:ahLst/>
              <a:cxnLst/>
              <a:rect l="l" t="t" r="r" b="b"/>
              <a:pathLst>
                <a:path w="13424" h="12975" extrusionOk="0">
                  <a:moveTo>
                    <a:pt x="13420" y="5886"/>
                  </a:moveTo>
                  <a:cubicBezTo>
                    <a:pt x="13549" y="9540"/>
                    <a:pt x="10798" y="12678"/>
                    <a:pt x="7144" y="12936"/>
                  </a:cubicBezTo>
                  <a:cubicBezTo>
                    <a:pt x="3618" y="13323"/>
                    <a:pt x="437" y="10787"/>
                    <a:pt x="8" y="7218"/>
                  </a:cubicBezTo>
                  <a:lnTo>
                    <a:pt x="8" y="7046"/>
                  </a:lnTo>
                  <a:cubicBezTo>
                    <a:pt x="-165" y="3392"/>
                    <a:pt x="2629" y="254"/>
                    <a:pt x="6284" y="39"/>
                  </a:cubicBezTo>
                  <a:cubicBezTo>
                    <a:pt x="9810" y="-348"/>
                    <a:pt x="13034" y="2189"/>
                    <a:pt x="13420" y="5757"/>
                  </a:cubicBezTo>
                  <a:lnTo>
                    <a:pt x="13420" y="588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7" name="Google Shape;727;p61"/>
            <p:cNvSpPr/>
            <p:nvPr/>
          </p:nvSpPr>
          <p:spPr>
            <a:xfrm>
              <a:off x="10185059" y="1940512"/>
              <a:ext cx="26959" cy="7592"/>
            </a:xfrm>
            <a:custGeom>
              <a:avLst/>
              <a:gdLst/>
              <a:ahLst/>
              <a:cxnLst/>
              <a:rect l="l" t="t" r="r" b="b"/>
              <a:pathLst>
                <a:path w="26959" h="7592" extrusionOk="0">
                  <a:moveTo>
                    <a:pt x="26867" y="6711"/>
                  </a:moveTo>
                  <a:cubicBezTo>
                    <a:pt x="26050" y="7614"/>
                    <a:pt x="20806" y="4003"/>
                    <a:pt x="13540" y="4218"/>
                  </a:cubicBezTo>
                  <a:cubicBezTo>
                    <a:pt x="6275" y="4433"/>
                    <a:pt x="1073" y="8517"/>
                    <a:pt x="256" y="7399"/>
                  </a:cubicBezTo>
                  <a:cubicBezTo>
                    <a:pt x="-561" y="6281"/>
                    <a:pt x="643" y="5422"/>
                    <a:pt x="2922" y="3659"/>
                  </a:cubicBezTo>
                  <a:cubicBezTo>
                    <a:pt x="6017" y="1380"/>
                    <a:pt x="9714" y="91"/>
                    <a:pt x="13540" y="5"/>
                  </a:cubicBezTo>
                  <a:cubicBezTo>
                    <a:pt x="17323" y="-81"/>
                    <a:pt x="21021" y="994"/>
                    <a:pt x="24159" y="3100"/>
                  </a:cubicBezTo>
                  <a:cubicBezTo>
                    <a:pt x="26438" y="4734"/>
                    <a:pt x="27254" y="6281"/>
                    <a:pt x="26867" y="6711"/>
                  </a:cubicBezTo>
                  <a:lnTo>
                    <a:pt x="26867" y="671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8" name="Google Shape;728;p61"/>
            <p:cNvSpPr/>
            <p:nvPr/>
          </p:nvSpPr>
          <p:spPr>
            <a:xfrm>
              <a:off x="10234129" y="1937760"/>
              <a:ext cx="23555" cy="60625"/>
            </a:xfrm>
            <a:custGeom>
              <a:avLst/>
              <a:gdLst/>
              <a:ahLst/>
              <a:cxnLst/>
              <a:rect l="l" t="t" r="r" b="b"/>
              <a:pathLst>
                <a:path w="23555" h="60625" extrusionOk="0">
                  <a:moveTo>
                    <a:pt x="5312" y="60407"/>
                  </a:moveTo>
                  <a:cubicBezTo>
                    <a:pt x="9095" y="59118"/>
                    <a:pt x="13007" y="58258"/>
                    <a:pt x="17005" y="57914"/>
                  </a:cubicBezTo>
                  <a:cubicBezTo>
                    <a:pt x="18853" y="57699"/>
                    <a:pt x="20617" y="57269"/>
                    <a:pt x="20874" y="55979"/>
                  </a:cubicBezTo>
                  <a:cubicBezTo>
                    <a:pt x="21003" y="54045"/>
                    <a:pt x="20488" y="52153"/>
                    <a:pt x="19499" y="50520"/>
                  </a:cubicBezTo>
                  <a:lnTo>
                    <a:pt x="13566" y="36591"/>
                  </a:lnTo>
                  <a:cubicBezTo>
                    <a:pt x="5312" y="16686"/>
                    <a:pt x="-707" y="349"/>
                    <a:pt x="67" y="5"/>
                  </a:cubicBezTo>
                  <a:cubicBezTo>
                    <a:pt x="841" y="-338"/>
                    <a:pt x="8235" y="15525"/>
                    <a:pt x="16446" y="35387"/>
                  </a:cubicBezTo>
                  <a:cubicBezTo>
                    <a:pt x="18467" y="40288"/>
                    <a:pt x="20359" y="44974"/>
                    <a:pt x="22164" y="49445"/>
                  </a:cubicBezTo>
                  <a:cubicBezTo>
                    <a:pt x="23411" y="51637"/>
                    <a:pt x="23841" y="54217"/>
                    <a:pt x="23368" y="56710"/>
                  </a:cubicBezTo>
                  <a:cubicBezTo>
                    <a:pt x="22851" y="58043"/>
                    <a:pt x="21777" y="59075"/>
                    <a:pt x="20402" y="59505"/>
                  </a:cubicBezTo>
                  <a:cubicBezTo>
                    <a:pt x="19370" y="59806"/>
                    <a:pt x="18338" y="59977"/>
                    <a:pt x="17263" y="60020"/>
                  </a:cubicBezTo>
                  <a:cubicBezTo>
                    <a:pt x="13308" y="60665"/>
                    <a:pt x="9310" y="60794"/>
                    <a:pt x="5312" y="60407"/>
                  </a:cubicBezTo>
                  <a:lnTo>
                    <a:pt x="5312" y="6040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9" name="Google Shape;729;p61"/>
            <p:cNvSpPr/>
            <p:nvPr/>
          </p:nvSpPr>
          <p:spPr>
            <a:xfrm>
              <a:off x="10176029" y="2067383"/>
              <a:ext cx="71923" cy="29998"/>
            </a:xfrm>
            <a:custGeom>
              <a:avLst/>
              <a:gdLst/>
              <a:ahLst/>
              <a:cxnLst/>
              <a:rect l="l" t="t" r="r" b="b"/>
              <a:pathLst>
                <a:path w="71923" h="29998" extrusionOk="0">
                  <a:moveTo>
                    <a:pt x="71837" y="14144"/>
                  </a:moveTo>
                  <a:cubicBezTo>
                    <a:pt x="46989" y="16938"/>
                    <a:pt x="21925" y="11994"/>
                    <a:pt x="0" y="0"/>
                  </a:cubicBezTo>
                  <a:cubicBezTo>
                    <a:pt x="0" y="0"/>
                    <a:pt x="19389" y="35768"/>
                    <a:pt x="71923" y="29191"/>
                  </a:cubicBezTo>
                  <a:lnTo>
                    <a:pt x="71837" y="14144"/>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0" name="Google Shape;730;p61"/>
            <p:cNvSpPr/>
            <p:nvPr/>
          </p:nvSpPr>
          <p:spPr>
            <a:xfrm>
              <a:off x="10214423" y="2007816"/>
              <a:ext cx="21648" cy="18405"/>
            </a:xfrm>
            <a:custGeom>
              <a:avLst/>
              <a:gdLst/>
              <a:ahLst/>
              <a:cxnLst/>
              <a:rect l="l" t="t" r="r" b="b"/>
              <a:pathLst>
                <a:path w="21648" h="18405" extrusionOk="0">
                  <a:moveTo>
                    <a:pt x="1158" y="4711"/>
                  </a:moveTo>
                  <a:cubicBezTo>
                    <a:pt x="2834" y="1917"/>
                    <a:pt x="5801" y="197"/>
                    <a:pt x="9069" y="68"/>
                  </a:cubicBezTo>
                  <a:cubicBezTo>
                    <a:pt x="13625" y="-405"/>
                    <a:pt x="18096" y="1616"/>
                    <a:pt x="20719" y="5399"/>
                  </a:cubicBezTo>
                  <a:cubicBezTo>
                    <a:pt x="21665" y="7118"/>
                    <a:pt x="21880" y="9139"/>
                    <a:pt x="21406" y="11031"/>
                  </a:cubicBezTo>
                  <a:cubicBezTo>
                    <a:pt x="21020" y="11976"/>
                    <a:pt x="21406" y="11503"/>
                    <a:pt x="20590" y="12191"/>
                  </a:cubicBezTo>
                  <a:cubicBezTo>
                    <a:pt x="18182" y="14857"/>
                    <a:pt x="15130" y="16834"/>
                    <a:pt x="11776" y="18038"/>
                  </a:cubicBezTo>
                  <a:cubicBezTo>
                    <a:pt x="8037" y="19113"/>
                    <a:pt x="4038" y="17780"/>
                    <a:pt x="1674" y="14685"/>
                  </a:cubicBezTo>
                  <a:cubicBezTo>
                    <a:pt x="-347" y="11718"/>
                    <a:pt x="-561" y="7849"/>
                    <a:pt x="1158" y="4711"/>
                  </a:cubicBezTo>
                  <a:lnTo>
                    <a:pt x="1158" y="471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1" name="Google Shape;731;p61"/>
            <p:cNvSpPr/>
            <p:nvPr/>
          </p:nvSpPr>
          <p:spPr>
            <a:xfrm>
              <a:off x="10215847" y="2004143"/>
              <a:ext cx="25097" cy="20236"/>
            </a:xfrm>
            <a:custGeom>
              <a:avLst/>
              <a:gdLst/>
              <a:ahLst/>
              <a:cxnLst/>
              <a:rect l="l" t="t" r="r" b="b"/>
              <a:pathLst>
                <a:path w="25097" h="20236" extrusionOk="0">
                  <a:moveTo>
                    <a:pt x="1066" y="1"/>
                  </a:moveTo>
                  <a:cubicBezTo>
                    <a:pt x="2227" y="1"/>
                    <a:pt x="2527" y="7782"/>
                    <a:pt x="9664" y="13113"/>
                  </a:cubicBezTo>
                  <a:cubicBezTo>
                    <a:pt x="16801" y="18444"/>
                    <a:pt x="24969" y="17412"/>
                    <a:pt x="25097" y="18401"/>
                  </a:cubicBezTo>
                  <a:cubicBezTo>
                    <a:pt x="25097" y="18874"/>
                    <a:pt x="23249" y="19991"/>
                    <a:pt x="19724" y="20206"/>
                  </a:cubicBezTo>
                  <a:cubicBezTo>
                    <a:pt x="15081" y="20464"/>
                    <a:pt x="10524" y="19046"/>
                    <a:pt x="6826" y="16251"/>
                  </a:cubicBezTo>
                  <a:cubicBezTo>
                    <a:pt x="3259" y="13586"/>
                    <a:pt x="851" y="9631"/>
                    <a:pt x="121" y="5246"/>
                  </a:cubicBezTo>
                  <a:cubicBezTo>
                    <a:pt x="-310" y="1935"/>
                    <a:pt x="507" y="-42"/>
                    <a:pt x="1066" y="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2" name="Google Shape;732;p61"/>
            <p:cNvSpPr/>
            <p:nvPr/>
          </p:nvSpPr>
          <p:spPr>
            <a:xfrm>
              <a:off x="10181728" y="1919959"/>
              <a:ext cx="32795" cy="11381"/>
            </a:xfrm>
            <a:custGeom>
              <a:avLst/>
              <a:gdLst/>
              <a:ahLst/>
              <a:cxnLst/>
              <a:rect l="l" t="t" r="r" b="b"/>
              <a:pathLst>
                <a:path w="32795" h="11381" extrusionOk="0">
                  <a:moveTo>
                    <a:pt x="32778" y="4307"/>
                  </a:moveTo>
                  <a:cubicBezTo>
                    <a:pt x="32219" y="6328"/>
                    <a:pt x="24910" y="6070"/>
                    <a:pt x="16527" y="7833"/>
                  </a:cubicBezTo>
                  <a:cubicBezTo>
                    <a:pt x="8144" y="9595"/>
                    <a:pt x="1437" y="12562"/>
                    <a:pt x="147" y="10885"/>
                  </a:cubicBezTo>
                  <a:cubicBezTo>
                    <a:pt x="-411" y="10068"/>
                    <a:pt x="621" y="8134"/>
                    <a:pt x="3201" y="5984"/>
                  </a:cubicBezTo>
                  <a:cubicBezTo>
                    <a:pt x="6682" y="3276"/>
                    <a:pt x="10724" y="1427"/>
                    <a:pt x="15065" y="610"/>
                  </a:cubicBezTo>
                  <a:cubicBezTo>
                    <a:pt x="19322" y="-293"/>
                    <a:pt x="23749" y="-207"/>
                    <a:pt x="27962" y="954"/>
                  </a:cubicBezTo>
                  <a:cubicBezTo>
                    <a:pt x="31229" y="1943"/>
                    <a:pt x="32993" y="3448"/>
                    <a:pt x="32778" y="4307"/>
                  </a:cubicBezTo>
                  <a:lnTo>
                    <a:pt x="32778" y="430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3" name="Google Shape;733;p61"/>
            <p:cNvSpPr/>
            <p:nvPr/>
          </p:nvSpPr>
          <p:spPr>
            <a:xfrm>
              <a:off x="10255386" y="1921203"/>
              <a:ext cx="27444" cy="10276"/>
            </a:xfrm>
            <a:custGeom>
              <a:avLst/>
              <a:gdLst/>
              <a:ahLst/>
              <a:cxnLst/>
              <a:rect l="l" t="t" r="r" b="b"/>
              <a:pathLst>
                <a:path w="27444" h="10276" extrusionOk="0">
                  <a:moveTo>
                    <a:pt x="27131" y="9856"/>
                  </a:moveTo>
                  <a:cubicBezTo>
                    <a:pt x="25454" y="11275"/>
                    <a:pt x="20209" y="8739"/>
                    <a:pt x="13545" y="7621"/>
                  </a:cubicBezTo>
                  <a:cubicBezTo>
                    <a:pt x="6882" y="6503"/>
                    <a:pt x="1121" y="6847"/>
                    <a:pt x="90" y="4955"/>
                  </a:cubicBezTo>
                  <a:cubicBezTo>
                    <a:pt x="-341" y="4010"/>
                    <a:pt x="777" y="2548"/>
                    <a:pt x="3486" y="1344"/>
                  </a:cubicBezTo>
                  <a:cubicBezTo>
                    <a:pt x="10923" y="-1407"/>
                    <a:pt x="19263" y="140"/>
                    <a:pt x="25282" y="5299"/>
                  </a:cubicBezTo>
                  <a:cubicBezTo>
                    <a:pt x="27346" y="7363"/>
                    <a:pt x="27861" y="9168"/>
                    <a:pt x="27131" y="9856"/>
                  </a:cubicBezTo>
                  <a:lnTo>
                    <a:pt x="27131" y="985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4" name="Google Shape;734;p61"/>
            <p:cNvSpPr/>
            <p:nvPr/>
          </p:nvSpPr>
          <p:spPr>
            <a:xfrm>
              <a:off x="10111486" y="1841555"/>
              <a:ext cx="125374" cy="123105"/>
            </a:xfrm>
            <a:custGeom>
              <a:avLst/>
              <a:gdLst/>
              <a:ahLst/>
              <a:cxnLst/>
              <a:rect l="l" t="t" r="r" b="b"/>
              <a:pathLst>
                <a:path w="125374" h="123105" extrusionOk="0">
                  <a:moveTo>
                    <a:pt x="124257" y="5931"/>
                  </a:moveTo>
                  <a:cubicBezTo>
                    <a:pt x="127223" y="27211"/>
                    <a:pt x="124257" y="48921"/>
                    <a:pt x="115659" y="68654"/>
                  </a:cubicBezTo>
                  <a:cubicBezTo>
                    <a:pt x="113467" y="74243"/>
                    <a:pt x="110156" y="79316"/>
                    <a:pt x="105900" y="83529"/>
                  </a:cubicBezTo>
                  <a:cubicBezTo>
                    <a:pt x="101515" y="87742"/>
                    <a:pt x="95454" y="89676"/>
                    <a:pt x="89435" y="88731"/>
                  </a:cubicBezTo>
                  <a:cubicBezTo>
                    <a:pt x="98463" y="76994"/>
                    <a:pt x="103578" y="62721"/>
                    <a:pt x="104095" y="47933"/>
                  </a:cubicBezTo>
                  <a:cubicBezTo>
                    <a:pt x="97775" y="62850"/>
                    <a:pt x="91198" y="78026"/>
                    <a:pt x="80622" y="90278"/>
                  </a:cubicBezTo>
                  <a:cubicBezTo>
                    <a:pt x="70047" y="102531"/>
                    <a:pt x="54268" y="111473"/>
                    <a:pt x="38104" y="109925"/>
                  </a:cubicBezTo>
                  <a:lnTo>
                    <a:pt x="39265" y="99134"/>
                  </a:lnTo>
                  <a:cubicBezTo>
                    <a:pt x="37244" y="107045"/>
                    <a:pt x="32730" y="114095"/>
                    <a:pt x="26367" y="119211"/>
                  </a:cubicBezTo>
                  <a:cubicBezTo>
                    <a:pt x="19747" y="124241"/>
                    <a:pt x="10590" y="124413"/>
                    <a:pt x="3754" y="119641"/>
                  </a:cubicBezTo>
                  <a:cubicBezTo>
                    <a:pt x="9300" y="93331"/>
                    <a:pt x="-6735" y="64656"/>
                    <a:pt x="3497" y="39764"/>
                  </a:cubicBezTo>
                  <a:cubicBezTo>
                    <a:pt x="10547" y="22568"/>
                    <a:pt x="28517" y="12250"/>
                    <a:pt x="46488" y="6661"/>
                  </a:cubicBezTo>
                  <a:cubicBezTo>
                    <a:pt x="71680" y="-1120"/>
                    <a:pt x="98463" y="-2109"/>
                    <a:pt x="124171" y="3824"/>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5" name="Google Shape;735;p61"/>
            <p:cNvSpPr/>
            <p:nvPr/>
          </p:nvSpPr>
          <p:spPr>
            <a:xfrm>
              <a:off x="10233593" y="1847958"/>
              <a:ext cx="215" cy="1160"/>
            </a:xfrm>
            <a:custGeom>
              <a:avLst/>
              <a:gdLst/>
              <a:ahLst/>
              <a:cxnLst/>
              <a:rect l="l" t="t" r="r" b="b"/>
              <a:pathLst>
                <a:path w="215" h="1160" extrusionOk="0">
                  <a:moveTo>
                    <a:pt x="0" y="0"/>
                  </a:moveTo>
                  <a:cubicBezTo>
                    <a:pt x="0" y="387"/>
                    <a:pt x="0" y="774"/>
                    <a:pt x="215" y="1161"/>
                  </a:cubicBezTo>
                  <a:lnTo>
                    <a:pt x="215" y="1161"/>
                  </a:lnTo>
                  <a:lnTo>
                    <a:pt x="0"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6" name="Google Shape;736;p61"/>
            <p:cNvSpPr/>
            <p:nvPr/>
          </p:nvSpPr>
          <p:spPr>
            <a:xfrm>
              <a:off x="10229251" y="1842117"/>
              <a:ext cx="74314" cy="111125"/>
            </a:xfrm>
            <a:custGeom>
              <a:avLst/>
              <a:gdLst/>
              <a:ahLst/>
              <a:cxnLst/>
              <a:rect l="l" t="t" r="r" b="b"/>
              <a:pathLst>
                <a:path w="74314" h="111125" extrusionOk="0">
                  <a:moveTo>
                    <a:pt x="4557" y="7002"/>
                  </a:moveTo>
                  <a:lnTo>
                    <a:pt x="7782" y="5669"/>
                  </a:lnTo>
                  <a:cubicBezTo>
                    <a:pt x="17713" y="596"/>
                    <a:pt x="24247" y="-5208"/>
                    <a:pt x="39637" y="8507"/>
                  </a:cubicBezTo>
                  <a:cubicBezTo>
                    <a:pt x="48537" y="17062"/>
                    <a:pt x="55716" y="27293"/>
                    <a:pt x="60746" y="38600"/>
                  </a:cubicBezTo>
                  <a:cubicBezTo>
                    <a:pt x="66077" y="48703"/>
                    <a:pt x="69989" y="59536"/>
                    <a:pt x="72311" y="70714"/>
                  </a:cubicBezTo>
                  <a:cubicBezTo>
                    <a:pt x="74589" y="84084"/>
                    <a:pt x="74933" y="97669"/>
                    <a:pt x="73299" y="111125"/>
                  </a:cubicBezTo>
                  <a:cubicBezTo>
                    <a:pt x="64357" y="105193"/>
                    <a:pt x="59844" y="94574"/>
                    <a:pt x="57006" y="84256"/>
                  </a:cubicBezTo>
                  <a:cubicBezTo>
                    <a:pt x="54169" y="73938"/>
                    <a:pt x="52707" y="63105"/>
                    <a:pt x="47333" y="53733"/>
                  </a:cubicBezTo>
                  <a:cubicBezTo>
                    <a:pt x="49310" y="62460"/>
                    <a:pt x="49827" y="71488"/>
                    <a:pt x="48838" y="80387"/>
                  </a:cubicBezTo>
                  <a:cubicBezTo>
                    <a:pt x="48666" y="82837"/>
                    <a:pt x="47634" y="85159"/>
                    <a:pt x="45915" y="86965"/>
                  </a:cubicBezTo>
                  <a:cubicBezTo>
                    <a:pt x="44108" y="88770"/>
                    <a:pt x="41185" y="88770"/>
                    <a:pt x="39380" y="86965"/>
                  </a:cubicBezTo>
                  <a:cubicBezTo>
                    <a:pt x="42346" y="76604"/>
                    <a:pt x="42346" y="65641"/>
                    <a:pt x="39380" y="55280"/>
                  </a:cubicBezTo>
                  <a:cubicBezTo>
                    <a:pt x="36456" y="45006"/>
                    <a:pt x="32501" y="35032"/>
                    <a:pt x="27558" y="25531"/>
                  </a:cubicBezTo>
                  <a:cubicBezTo>
                    <a:pt x="29878" y="43372"/>
                    <a:pt x="29148" y="61471"/>
                    <a:pt x="25365" y="79054"/>
                  </a:cubicBezTo>
                  <a:cubicBezTo>
                    <a:pt x="25064" y="81634"/>
                    <a:pt x="23989" y="84041"/>
                    <a:pt x="22355" y="86062"/>
                  </a:cubicBezTo>
                  <a:cubicBezTo>
                    <a:pt x="19260" y="88469"/>
                    <a:pt x="15219" y="89243"/>
                    <a:pt x="11436" y="88254"/>
                  </a:cubicBezTo>
                  <a:cubicBezTo>
                    <a:pt x="7695" y="87265"/>
                    <a:pt x="3784" y="87093"/>
                    <a:pt x="0" y="87738"/>
                  </a:cubicBezTo>
                  <a:cubicBezTo>
                    <a:pt x="8813" y="61729"/>
                    <a:pt x="10404" y="33828"/>
                    <a:pt x="4557" y="700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7" name="Google Shape;737;p61"/>
            <p:cNvSpPr/>
            <p:nvPr/>
          </p:nvSpPr>
          <p:spPr>
            <a:xfrm>
              <a:off x="10084330" y="1916185"/>
              <a:ext cx="94021" cy="206226"/>
            </a:xfrm>
            <a:custGeom>
              <a:avLst/>
              <a:gdLst/>
              <a:ahLst/>
              <a:cxnLst/>
              <a:rect l="l" t="t" r="r" b="b"/>
              <a:pathLst>
                <a:path w="94021" h="206226" extrusionOk="0">
                  <a:moveTo>
                    <a:pt x="80608" y="139290"/>
                  </a:moveTo>
                  <a:cubicBezTo>
                    <a:pt x="72483" y="108637"/>
                    <a:pt x="77771" y="30007"/>
                    <a:pt x="67452" y="0"/>
                  </a:cubicBezTo>
                  <a:lnTo>
                    <a:pt x="26826" y="5331"/>
                  </a:lnTo>
                  <a:lnTo>
                    <a:pt x="0" y="202615"/>
                  </a:lnTo>
                  <a:lnTo>
                    <a:pt x="94021" y="206226"/>
                  </a:lnTo>
                  <a:lnTo>
                    <a:pt x="80608" y="13929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8" name="Google Shape;738;p61"/>
            <p:cNvSpPr/>
            <p:nvPr/>
          </p:nvSpPr>
          <p:spPr>
            <a:xfrm>
              <a:off x="10219449" y="3338832"/>
              <a:ext cx="153863" cy="123641"/>
            </a:xfrm>
            <a:custGeom>
              <a:avLst/>
              <a:gdLst/>
              <a:ahLst/>
              <a:cxnLst/>
              <a:rect l="l" t="t" r="r" b="b"/>
              <a:pathLst>
                <a:path w="153863" h="123641" extrusionOk="0">
                  <a:moveTo>
                    <a:pt x="78415" y="1505"/>
                  </a:moveTo>
                  <a:lnTo>
                    <a:pt x="74116" y="80694"/>
                  </a:lnTo>
                  <a:cubicBezTo>
                    <a:pt x="74116" y="80694"/>
                    <a:pt x="153219" y="105800"/>
                    <a:pt x="153864" y="120503"/>
                  </a:cubicBezTo>
                  <a:lnTo>
                    <a:pt x="0" y="123641"/>
                  </a:lnTo>
                  <a:lnTo>
                    <a:pt x="1462" y="0"/>
                  </a:lnTo>
                  <a:lnTo>
                    <a:pt x="78415" y="150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9" name="Google Shape;739;p61"/>
            <p:cNvSpPr/>
            <p:nvPr/>
          </p:nvSpPr>
          <p:spPr>
            <a:xfrm>
              <a:off x="10241832" y="3411746"/>
              <a:ext cx="11887" cy="11805"/>
            </a:xfrm>
            <a:custGeom>
              <a:avLst/>
              <a:gdLst/>
              <a:ahLst/>
              <a:cxnLst/>
              <a:rect l="l" t="t" r="r" b="b"/>
              <a:pathLst>
                <a:path w="11887" h="11805" extrusionOk="0">
                  <a:moveTo>
                    <a:pt x="4400" y="256"/>
                  </a:moveTo>
                  <a:cubicBezTo>
                    <a:pt x="1348" y="1202"/>
                    <a:pt x="-458" y="4254"/>
                    <a:pt x="101" y="7393"/>
                  </a:cubicBezTo>
                  <a:cubicBezTo>
                    <a:pt x="962" y="10445"/>
                    <a:pt x="4014" y="12294"/>
                    <a:pt x="7109" y="11692"/>
                  </a:cubicBezTo>
                  <a:cubicBezTo>
                    <a:pt x="10333" y="10746"/>
                    <a:pt x="12354" y="7522"/>
                    <a:pt x="11795" y="4168"/>
                  </a:cubicBezTo>
                  <a:cubicBezTo>
                    <a:pt x="10677" y="987"/>
                    <a:pt x="7238" y="-732"/>
                    <a:pt x="4014" y="299"/>
                  </a:cubicBezTo>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0" name="Google Shape;740;p61"/>
            <p:cNvSpPr/>
            <p:nvPr/>
          </p:nvSpPr>
          <p:spPr>
            <a:xfrm>
              <a:off x="10219578" y="3450092"/>
              <a:ext cx="154466" cy="12424"/>
            </a:xfrm>
            <a:custGeom>
              <a:avLst/>
              <a:gdLst/>
              <a:ahLst/>
              <a:cxnLst/>
              <a:rect l="l" t="t" r="r" b="b"/>
              <a:pathLst>
                <a:path w="154466" h="12424" extrusionOk="0">
                  <a:moveTo>
                    <a:pt x="0" y="12424"/>
                  </a:moveTo>
                  <a:lnTo>
                    <a:pt x="0" y="0"/>
                  </a:lnTo>
                  <a:lnTo>
                    <a:pt x="148662" y="2107"/>
                  </a:lnTo>
                  <a:cubicBezTo>
                    <a:pt x="151886" y="3697"/>
                    <a:pt x="154079" y="6836"/>
                    <a:pt x="154466" y="10404"/>
                  </a:cubicBezTo>
                  <a:lnTo>
                    <a:pt x="0" y="12424"/>
                  </a:lnTo>
                  <a:lnTo>
                    <a:pt x="0" y="12424"/>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1" name="Google Shape;741;p61"/>
            <p:cNvSpPr/>
            <p:nvPr/>
          </p:nvSpPr>
          <p:spPr>
            <a:xfrm>
              <a:off x="10282037" y="3418083"/>
              <a:ext cx="14156" cy="9286"/>
            </a:xfrm>
            <a:custGeom>
              <a:avLst/>
              <a:gdLst/>
              <a:ahLst/>
              <a:cxnLst/>
              <a:rect l="l" t="t" r="r" b="b"/>
              <a:pathLst>
                <a:path w="14156" h="9286" extrusionOk="0">
                  <a:moveTo>
                    <a:pt x="14151" y="711"/>
                  </a:moveTo>
                  <a:cubicBezTo>
                    <a:pt x="14151" y="1485"/>
                    <a:pt x="10369" y="1743"/>
                    <a:pt x="6628" y="4107"/>
                  </a:cubicBezTo>
                  <a:cubicBezTo>
                    <a:pt x="2887" y="6472"/>
                    <a:pt x="867" y="9567"/>
                    <a:pt x="179" y="9266"/>
                  </a:cubicBezTo>
                  <a:cubicBezTo>
                    <a:pt x="-508" y="8965"/>
                    <a:pt x="696" y="4623"/>
                    <a:pt x="5252" y="1872"/>
                  </a:cubicBezTo>
                  <a:cubicBezTo>
                    <a:pt x="9809" y="-879"/>
                    <a:pt x="14324" y="23"/>
                    <a:pt x="14151" y="711"/>
                  </a:cubicBezTo>
                  <a:lnTo>
                    <a:pt x="14151" y="71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2" name="Google Shape;742;p61"/>
            <p:cNvSpPr/>
            <p:nvPr/>
          </p:nvSpPr>
          <p:spPr>
            <a:xfrm>
              <a:off x="10301619" y="3425399"/>
              <a:ext cx="10604" cy="11839"/>
            </a:xfrm>
            <a:custGeom>
              <a:avLst/>
              <a:gdLst/>
              <a:ahLst/>
              <a:cxnLst/>
              <a:rect l="l" t="t" r="r" b="b"/>
              <a:pathLst>
                <a:path w="10604" h="11839" extrusionOk="0">
                  <a:moveTo>
                    <a:pt x="10604" y="317"/>
                  </a:moveTo>
                  <a:cubicBezTo>
                    <a:pt x="10604" y="1048"/>
                    <a:pt x="7466" y="2252"/>
                    <a:pt x="4886" y="5390"/>
                  </a:cubicBezTo>
                  <a:cubicBezTo>
                    <a:pt x="2307" y="8528"/>
                    <a:pt x="1491" y="11882"/>
                    <a:pt x="587" y="11839"/>
                  </a:cubicBezTo>
                  <a:cubicBezTo>
                    <a:pt x="-316" y="11796"/>
                    <a:pt x="-574" y="7540"/>
                    <a:pt x="2780" y="3714"/>
                  </a:cubicBezTo>
                  <a:cubicBezTo>
                    <a:pt x="6133" y="-113"/>
                    <a:pt x="10604" y="-414"/>
                    <a:pt x="10604" y="31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3" name="Google Shape;743;p61"/>
            <p:cNvSpPr/>
            <p:nvPr/>
          </p:nvSpPr>
          <p:spPr>
            <a:xfrm>
              <a:off x="10320197" y="3432453"/>
              <a:ext cx="7058" cy="12866"/>
            </a:xfrm>
            <a:custGeom>
              <a:avLst/>
              <a:gdLst/>
              <a:ahLst/>
              <a:cxnLst/>
              <a:rect l="l" t="t" r="r" b="b"/>
              <a:pathLst>
                <a:path w="7058" h="12866" extrusionOk="0">
                  <a:moveTo>
                    <a:pt x="840" y="12866"/>
                  </a:moveTo>
                  <a:cubicBezTo>
                    <a:pt x="152" y="12866"/>
                    <a:pt x="-794" y="9212"/>
                    <a:pt x="1184" y="5128"/>
                  </a:cubicBezTo>
                  <a:cubicBezTo>
                    <a:pt x="3161" y="1044"/>
                    <a:pt x="6729" y="-504"/>
                    <a:pt x="7030" y="141"/>
                  </a:cubicBezTo>
                  <a:cubicBezTo>
                    <a:pt x="7331" y="786"/>
                    <a:pt x="5139" y="2936"/>
                    <a:pt x="3548" y="6289"/>
                  </a:cubicBezTo>
                  <a:cubicBezTo>
                    <a:pt x="1958" y="9642"/>
                    <a:pt x="1613" y="12866"/>
                    <a:pt x="840" y="12866"/>
                  </a:cubicBezTo>
                  <a:lnTo>
                    <a:pt x="840" y="1286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4" name="Google Shape;744;p61"/>
            <p:cNvSpPr/>
            <p:nvPr/>
          </p:nvSpPr>
          <p:spPr>
            <a:xfrm>
              <a:off x="10279133" y="3397802"/>
              <a:ext cx="16052" cy="3674"/>
            </a:xfrm>
            <a:custGeom>
              <a:avLst/>
              <a:gdLst/>
              <a:ahLst/>
              <a:cxnLst/>
              <a:rect l="l" t="t" r="r" b="b"/>
              <a:pathLst>
                <a:path w="16052" h="3674" extrusionOk="0">
                  <a:moveTo>
                    <a:pt x="16023" y="2851"/>
                  </a:moveTo>
                  <a:cubicBezTo>
                    <a:pt x="15679" y="3539"/>
                    <a:pt x="12240" y="2421"/>
                    <a:pt x="8027" y="2636"/>
                  </a:cubicBezTo>
                  <a:cubicBezTo>
                    <a:pt x="3814" y="2851"/>
                    <a:pt x="417" y="4140"/>
                    <a:pt x="31" y="3496"/>
                  </a:cubicBezTo>
                  <a:cubicBezTo>
                    <a:pt x="-356" y="2851"/>
                    <a:pt x="2911" y="228"/>
                    <a:pt x="7899" y="13"/>
                  </a:cubicBezTo>
                  <a:cubicBezTo>
                    <a:pt x="12885" y="-202"/>
                    <a:pt x="16411" y="2249"/>
                    <a:pt x="16023" y="2851"/>
                  </a:cubicBezTo>
                  <a:lnTo>
                    <a:pt x="16023" y="285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5" name="Google Shape;745;p61"/>
            <p:cNvSpPr/>
            <p:nvPr/>
          </p:nvSpPr>
          <p:spPr>
            <a:xfrm>
              <a:off x="10272448" y="3372064"/>
              <a:ext cx="23266" cy="13289"/>
            </a:xfrm>
            <a:custGeom>
              <a:avLst/>
              <a:gdLst/>
              <a:ahLst/>
              <a:cxnLst/>
              <a:rect l="l" t="t" r="r" b="b"/>
              <a:pathLst>
                <a:path w="23266" h="13289" extrusionOk="0">
                  <a:moveTo>
                    <a:pt x="23267" y="12553"/>
                  </a:moveTo>
                  <a:cubicBezTo>
                    <a:pt x="20731" y="13241"/>
                    <a:pt x="18065" y="13241"/>
                    <a:pt x="15529" y="12553"/>
                  </a:cubicBezTo>
                  <a:cubicBezTo>
                    <a:pt x="11144" y="11650"/>
                    <a:pt x="6931" y="9931"/>
                    <a:pt x="3147" y="7523"/>
                  </a:cubicBezTo>
                  <a:cubicBezTo>
                    <a:pt x="2288" y="7050"/>
                    <a:pt x="1514" y="6406"/>
                    <a:pt x="869" y="5675"/>
                  </a:cubicBezTo>
                  <a:cubicBezTo>
                    <a:pt x="-163" y="4557"/>
                    <a:pt x="-292" y="2923"/>
                    <a:pt x="569" y="1677"/>
                  </a:cubicBezTo>
                  <a:cubicBezTo>
                    <a:pt x="1342" y="645"/>
                    <a:pt x="2589" y="43"/>
                    <a:pt x="3878" y="0"/>
                  </a:cubicBezTo>
                  <a:cubicBezTo>
                    <a:pt x="4868" y="0"/>
                    <a:pt x="5813" y="172"/>
                    <a:pt x="6759" y="430"/>
                  </a:cubicBezTo>
                  <a:cubicBezTo>
                    <a:pt x="8392" y="860"/>
                    <a:pt x="9983" y="1462"/>
                    <a:pt x="11530" y="2192"/>
                  </a:cubicBezTo>
                  <a:cubicBezTo>
                    <a:pt x="14110" y="3396"/>
                    <a:pt x="16518" y="5030"/>
                    <a:pt x="18582" y="6964"/>
                  </a:cubicBezTo>
                  <a:cubicBezTo>
                    <a:pt x="22064" y="10318"/>
                    <a:pt x="23267" y="13155"/>
                    <a:pt x="22881" y="13284"/>
                  </a:cubicBezTo>
                  <a:cubicBezTo>
                    <a:pt x="22493" y="13413"/>
                    <a:pt x="20817" y="11135"/>
                    <a:pt x="17249" y="8340"/>
                  </a:cubicBezTo>
                  <a:cubicBezTo>
                    <a:pt x="15142" y="6750"/>
                    <a:pt x="12863" y="5417"/>
                    <a:pt x="10413" y="4385"/>
                  </a:cubicBezTo>
                  <a:cubicBezTo>
                    <a:pt x="9038" y="3783"/>
                    <a:pt x="7576" y="3310"/>
                    <a:pt x="6114" y="2923"/>
                  </a:cubicBezTo>
                  <a:cubicBezTo>
                    <a:pt x="4480" y="2493"/>
                    <a:pt x="3104" y="2450"/>
                    <a:pt x="2675" y="3138"/>
                  </a:cubicBezTo>
                  <a:cubicBezTo>
                    <a:pt x="2245" y="3826"/>
                    <a:pt x="2675" y="3525"/>
                    <a:pt x="2675" y="4041"/>
                  </a:cubicBezTo>
                  <a:cubicBezTo>
                    <a:pt x="3191" y="4557"/>
                    <a:pt x="3750" y="4987"/>
                    <a:pt x="4351" y="5374"/>
                  </a:cubicBezTo>
                  <a:cubicBezTo>
                    <a:pt x="5641" y="6234"/>
                    <a:pt x="7017" y="7050"/>
                    <a:pt x="8392" y="7781"/>
                  </a:cubicBezTo>
                  <a:cubicBezTo>
                    <a:pt x="10757" y="9028"/>
                    <a:pt x="13251" y="10017"/>
                    <a:pt x="15786" y="10748"/>
                  </a:cubicBezTo>
                  <a:cubicBezTo>
                    <a:pt x="18323" y="11135"/>
                    <a:pt x="20817" y="11736"/>
                    <a:pt x="23267" y="12553"/>
                  </a:cubicBezTo>
                  <a:lnTo>
                    <a:pt x="23267" y="1255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6" name="Google Shape;746;p61"/>
            <p:cNvSpPr/>
            <p:nvPr/>
          </p:nvSpPr>
          <p:spPr>
            <a:xfrm>
              <a:off x="10292732" y="3361144"/>
              <a:ext cx="12376" cy="24547"/>
            </a:xfrm>
            <a:custGeom>
              <a:avLst/>
              <a:gdLst/>
              <a:ahLst/>
              <a:cxnLst/>
              <a:rect l="l" t="t" r="r" b="b"/>
              <a:pathLst>
                <a:path w="12376" h="24547" extrusionOk="0">
                  <a:moveTo>
                    <a:pt x="1908" y="24548"/>
                  </a:moveTo>
                  <a:cubicBezTo>
                    <a:pt x="533" y="22312"/>
                    <a:pt x="-113" y="19690"/>
                    <a:pt x="16" y="17067"/>
                  </a:cubicBezTo>
                  <a:cubicBezTo>
                    <a:pt x="-70" y="14144"/>
                    <a:pt x="317" y="11264"/>
                    <a:pt x="1220" y="8469"/>
                  </a:cubicBezTo>
                  <a:cubicBezTo>
                    <a:pt x="1736" y="6879"/>
                    <a:pt x="2424" y="5288"/>
                    <a:pt x="3240" y="3826"/>
                  </a:cubicBezTo>
                  <a:cubicBezTo>
                    <a:pt x="4143" y="1763"/>
                    <a:pt x="6035" y="344"/>
                    <a:pt x="8228" y="0"/>
                  </a:cubicBezTo>
                  <a:cubicBezTo>
                    <a:pt x="9646" y="43"/>
                    <a:pt x="10893" y="946"/>
                    <a:pt x="11409" y="2235"/>
                  </a:cubicBezTo>
                  <a:cubicBezTo>
                    <a:pt x="11796" y="3138"/>
                    <a:pt x="12054" y="4084"/>
                    <a:pt x="12183" y="5073"/>
                  </a:cubicBezTo>
                  <a:cubicBezTo>
                    <a:pt x="12441" y="6793"/>
                    <a:pt x="12441" y="8512"/>
                    <a:pt x="12183" y="10232"/>
                  </a:cubicBezTo>
                  <a:cubicBezTo>
                    <a:pt x="11710" y="13112"/>
                    <a:pt x="10506" y="15821"/>
                    <a:pt x="8743" y="18142"/>
                  </a:cubicBezTo>
                  <a:cubicBezTo>
                    <a:pt x="5648" y="22097"/>
                    <a:pt x="2510" y="22914"/>
                    <a:pt x="2467" y="22656"/>
                  </a:cubicBezTo>
                  <a:cubicBezTo>
                    <a:pt x="2424" y="22398"/>
                    <a:pt x="4875" y="20894"/>
                    <a:pt x="7238" y="17110"/>
                  </a:cubicBezTo>
                  <a:cubicBezTo>
                    <a:pt x="8614" y="14918"/>
                    <a:pt x="9474" y="12467"/>
                    <a:pt x="9775" y="9888"/>
                  </a:cubicBezTo>
                  <a:cubicBezTo>
                    <a:pt x="9947" y="8469"/>
                    <a:pt x="9947" y="7008"/>
                    <a:pt x="9775" y="5589"/>
                  </a:cubicBezTo>
                  <a:cubicBezTo>
                    <a:pt x="9560" y="3912"/>
                    <a:pt x="8959" y="2579"/>
                    <a:pt x="8356" y="2751"/>
                  </a:cubicBezTo>
                  <a:cubicBezTo>
                    <a:pt x="7755" y="2923"/>
                    <a:pt x="6250" y="3955"/>
                    <a:pt x="5605" y="5245"/>
                  </a:cubicBezTo>
                  <a:cubicBezTo>
                    <a:pt x="4832" y="6621"/>
                    <a:pt x="4143" y="8039"/>
                    <a:pt x="3628" y="9544"/>
                  </a:cubicBezTo>
                  <a:cubicBezTo>
                    <a:pt x="2725" y="11994"/>
                    <a:pt x="2166" y="14574"/>
                    <a:pt x="1994" y="17196"/>
                  </a:cubicBezTo>
                  <a:cubicBezTo>
                    <a:pt x="1607" y="21581"/>
                    <a:pt x="2381" y="24419"/>
                    <a:pt x="1908" y="24548"/>
                  </a:cubicBezTo>
                  <a:lnTo>
                    <a:pt x="1908" y="2454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7" name="Google Shape;747;p61"/>
            <p:cNvSpPr/>
            <p:nvPr/>
          </p:nvSpPr>
          <p:spPr>
            <a:xfrm>
              <a:off x="10107811" y="3331738"/>
              <a:ext cx="103642" cy="196133"/>
            </a:xfrm>
            <a:custGeom>
              <a:avLst/>
              <a:gdLst/>
              <a:ahLst/>
              <a:cxnLst/>
              <a:rect l="l" t="t" r="r" b="b"/>
              <a:pathLst>
                <a:path w="103642" h="196133" extrusionOk="0">
                  <a:moveTo>
                    <a:pt x="29269" y="0"/>
                  </a:moveTo>
                  <a:lnTo>
                    <a:pt x="26303" y="102275"/>
                  </a:lnTo>
                  <a:lnTo>
                    <a:pt x="508" y="182452"/>
                  </a:lnTo>
                  <a:cubicBezTo>
                    <a:pt x="-1255" y="187955"/>
                    <a:pt x="1712" y="193845"/>
                    <a:pt x="7215" y="195607"/>
                  </a:cubicBezTo>
                  <a:cubicBezTo>
                    <a:pt x="7472" y="195693"/>
                    <a:pt x="7687" y="195737"/>
                    <a:pt x="7945" y="195823"/>
                  </a:cubicBezTo>
                  <a:lnTo>
                    <a:pt x="7945" y="195823"/>
                  </a:lnTo>
                  <a:cubicBezTo>
                    <a:pt x="11256" y="196639"/>
                    <a:pt x="14738" y="195823"/>
                    <a:pt x="17317" y="193630"/>
                  </a:cubicBezTo>
                  <a:cubicBezTo>
                    <a:pt x="33654" y="179443"/>
                    <a:pt x="93583" y="127123"/>
                    <a:pt x="93410" y="119643"/>
                  </a:cubicBezTo>
                  <a:cubicBezTo>
                    <a:pt x="93153" y="111045"/>
                    <a:pt x="103643" y="12166"/>
                    <a:pt x="103643" y="12166"/>
                  </a:cubicBezTo>
                  <a:lnTo>
                    <a:pt x="29269" y="0"/>
                  </a:lnTo>
                  <a:lnTo>
                    <a:pt x="29269"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8" name="Google Shape;748;p61"/>
            <p:cNvSpPr/>
            <p:nvPr/>
          </p:nvSpPr>
          <p:spPr>
            <a:xfrm>
              <a:off x="10115928" y="3444460"/>
              <a:ext cx="85981" cy="83436"/>
            </a:xfrm>
            <a:custGeom>
              <a:avLst/>
              <a:gdLst/>
              <a:ahLst/>
              <a:cxnLst/>
              <a:rect l="l" t="t" r="r" b="b"/>
              <a:pathLst>
                <a:path w="85981" h="83436" extrusionOk="0">
                  <a:moveTo>
                    <a:pt x="0" y="83101"/>
                  </a:moveTo>
                  <a:lnTo>
                    <a:pt x="85981" y="0"/>
                  </a:lnTo>
                  <a:lnTo>
                    <a:pt x="85766" y="4299"/>
                  </a:lnTo>
                  <a:cubicBezTo>
                    <a:pt x="85551" y="8039"/>
                    <a:pt x="84047" y="11608"/>
                    <a:pt x="81467" y="14316"/>
                  </a:cubicBezTo>
                  <a:cubicBezTo>
                    <a:pt x="74588" y="21624"/>
                    <a:pt x="55156" y="41314"/>
                    <a:pt x="9845" y="80865"/>
                  </a:cubicBezTo>
                  <a:cubicBezTo>
                    <a:pt x="7179" y="83144"/>
                    <a:pt x="3568" y="84004"/>
                    <a:pt x="172" y="83058"/>
                  </a:cubicBezTo>
                  <a:lnTo>
                    <a:pt x="0" y="83058"/>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9" name="Google Shape;749;p61"/>
            <p:cNvSpPr/>
            <p:nvPr/>
          </p:nvSpPr>
          <p:spPr>
            <a:xfrm>
              <a:off x="10179614" y="3409697"/>
              <a:ext cx="11771" cy="11815"/>
            </a:xfrm>
            <a:custGeom>
              <a:avLst/>
              <a:gdLst/>
              <a:ahLst/>
              <a:cxnLst/>
              <a:rect l="l" t="t" r="r" b="b"/>
              <a:pathLst>
                <a:path w="11771" h="11815" extrusionOk="0">
                  <a:moveTo>
                    <a:pt x="2864" y="714"/>
                  </a:moveTo>
                  <a:cubicBezTo>
                    <a:pt x="155" y="2477"/>
                    <a:pt x="-791" y="6002"/>
                    <a:pt x="715" y="8882"/>
                  </a:cubicBezTo>
                  <a:cubicBezTo>
                    <a:pt x="2391" y="11677"/>
                    <a:pt x="5959" y="12622"/>
                    <a:pt x="8796" y="11075"/>
                  </a:cubicBezTo>
                  <a:cubicBezTo>
                    <a:pt x="11634" y="9183"/>
                    <a:pt x="12580" y="5486"/>
                    <a:pt x="11032" y="2477"/>
                  </a:cubicBezTo>
                  <a:cubicBezTo>
                    <a:pt x="8968" y="-189"/>
                    <a:pt x="5229" y="-791"/>
                    <a:pt x="2434" y="1101"/>
                  </a:cubicBezTo>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0" name="Google Shape;750;p61"/>
            <p:cNvSpPr/>
            <p:nvPr/>
          </p:nvSpPr>
          <p:spPr>
            <a:xfrm>
              <a:off x="10121388" y="3471519"/>
              <a:ext cx="20326" cy="12500"/>
            </a:xfrm>
            <a:custGeom>
              <a:avLst/>
              <a:gdLst/>
              <a:ahLst/>
              <a:cxnLst/>
              <a:rect l="l" t="t" r="r" b="b"/>
              <a:pathLst>
                <a:path w="20326" h="12500" extrusionOk="0">
                  <a:moveTo>
                    <a:pt x="20205" y="12492"/>
                  </a:moveTo>
                  <a:cubicBezTo>
                    <a:pt x="19646" y="12750"/>
                    <a:pt x="17583" y="7290"/>
                    <a:pt x="11607" y="4109"/>
                  </a:cubicBezTo>
                  <a:cubicBezTo>
                    <a:pt x="7953" y="2432"/>
                    <a:pt x="3998" y="1443"/>
                    <a:pt x="0" y="1228"/>
                  </a:cubicBezTo>
                  <a:cubicBezTo>
                    <a:pt x="0" y="971"/>
                    <a:pt x="1246" y="240"/>
                    <a:pt x="3654" y="25"/>
                  </a:cubicBezTo>
                  <a:cubicBezTo>
                    <a:pt x="6835" y="-147"/>
                    <a:pt x="9973" y="584"/>
                    <a:pt x="12725" y="2131"/>
                  </a:cubicBezTo>
                  <a:cubicBezTo>
                    <a:pt x="15519" y="3636"/>
                    <a:pt x="17798" y="5957"/>
                    <a:pt x="19260" y="8752"/>
                  </a:cubicBezTo>
                  <a:cubicBezTo>
                    <a:pt x="20378" y="11030"/>
                    <a:pt x="20464" y="12492"/>
                    <a:pt x="20205" y="12492"/>
                  </a:cubicBezTo>
                  <a:lnTo>
                    <a:pt x="20205" y="1249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1" name="Google Shape;751;p61"/>
            <p:cNvSpPr/>
            <p:nvPr/>
          </p:nvSpPr>
          <p:spPr>
            <a:xfrm>
              <a:off x="10114897" y="3489320"/>
              <a:ext cx="18806" cy="8147"/>
            </a:xfrm>
            <a:custGeom>
              <a:avLst/>
              <a:gdLst/>
              <a:ahLst/>
              <a:cxnLst/>
              <a:rect l="l" t="t" r="r" b="b"/>
              <a:pathLst>
                <a:path w="18806" h="8147" extrusionOk="0">
                  <a:moveTo>
                    <a:pt x="18743" y="8147"/>
                  </a:moveTo>
                  <a:cubicBezTo>
                    <a:pt x="13370" y="3977"/>
                    <a:pt x="6792" y="1613"/>
                    <a:pt x="0" y="1484"/>
                  </a:cubicBezTo>
                  <a:cubicBezTo>
                    <a:pt x="3267" y="-365"/>
                    <a:pt x="7265" y="-494"/>
                    <a:pt x="10662" y="1140"/>
                  </a:cubicBezTo>
                  <a:cubicBezTo>
                    <a:pt x="16594" y="3290"/>
                    <a:pt x="19260" y="7890"/>
                    <a:pt x="18743" y="8147"/>
                  </a:cubicBezTo>
                  <a:lnTo>
                    <a:pt x="18743" y="814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2" name="Google Shape;752;p61"/>
            <p:cNvSpPr/>
            <p:nvPr/>
          </p:nvSpPr>
          <p:spPr>
            <a:xfrm>
              <a:off x="10128137" y="3453918"/>
              <a:ext cx="27900" cy="13412"/>
            </a:xfrm>
            <a:custGeom>
              <a:avLst/>
              <a:gdLst/>
              <a:ahLst/>
              <a:cxnLst/>
              <a:rect l="l" t="t" r="r" b="b"/>
              <a:pathLst>
                <a:path w="27900" h="13412" extrusionOk="0">
                  <a:moveTo>
                    <a:pt x="27901" y="13413"/>
                  </a:moveTo>
                  <a:cubicBezTo>
                    <a:pt x="23817" y="10188"/>
                    <a:pt x="19518" y="7351"/>
                    <a:pt x="15004" y="4815"/>
                  </a:cubicBezTo>
                  <a:cubicBezTo>
                    <a:pt x="10103" y="3009"/>
                    <a:pt x="5117" y="1590"/>
                    <a:pt x="0" y="515"/>
                  </a:cubicBezTo>
                  <a:cubicBezTo>
                    <a:pt x="5417" y="-645"/>
                    <a:pt x="11049" y="171"/>
                    <a:pt x="15907" y="2794"/>
                  </a:cubicBezTo>
                  <a:cubicBezTo>
                    <a:pt x="21066" y="4772"/>
                    <a:pt x="25322" y="8555"/>
                    <a:pt x="27901" y="1341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3" name="Google Shape;753;p61"/>
            <p:cNvSpPr/>
            <p:nvPr/>
          </p:nvSpPr>
          <p:spPr>
            <a:xfrm>
              <a:off x="10132953" y="3430851"/>
              <a:ext cx="26610" cy="5487"/>
            </a:xfrm>
            <a:custGeom>
              <a:avLst/>
              <a:gdLst/>
              <a:ahLst/>
              <a:cxnLst/>
              <a:rect l="l" t="t" r="r" b="b"/>
              <a:pathLst>
                <a:path w="26610" h="5487" extrusionOk="0">
                  <a:moveTo>
                    <a:pt x="26611" y="5398"/>
                  </a:moveTo>
                  <a:cubicBezTo>
                    <a:pt x="26310" y="6000"/>
                    <a:pt x="20765" y="3378"/>
                    <a:pt x="13456" y="2733"/>
                  </a:cubicBezTo>
                  <a:cubicBezTo>
                    <a:pt x="6147" y="2088"/>
                    <a:pt x="215" y="3549"/>
                    <a:pt x="0" y="2733"/>
                  </a:cubicBezTo>
                  <a:cubicBezTo>
                    <a:pt x="4127" y="325"/>
                    <a:pt x="8985" y="-535"/>
                    <a:pt x="13671" y="325"/>
                  </a:cubicBezTo>
                  <a:cubicBezTo>
                    <a:pt x="18443" y="454"/>
                    <a:pt x="23042" y="2260"/>
                    <a:pt x="26611" y="539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4" name="Google Shape;754;p61"/>
            <p:cNvSpPr/>
            <p:nvPr/>
          </p:nvSpPr>
          <p:spPr>
            <a:xfrm>
              <a:off x="10134027" y="3400904"/>
              <a:ext cx="27341" cy="5423"/>
            </a:xfrm>
            <a:custGeom>
              <a:avLst/>
              <a:gdLst/>
              <a:ahLst/>
              <a:cxnLst/>
              <a:rect l="l" t="t" r="r" b="b"/>
              <a:pathLst>
                <a:path w="27341" h="5423" extrusionOk="0">
                  <a:moveTo>
                    <a:pt x="27341" y="5423"/>
                  </a:moveTo>
                  <a:cubicBezTo>
                    <a:pt x="22999" y="3747"/>
                    <a:pt x="18400" y="2672"/>
                    <a:pt x="13757" y="2242"/>
                  </a:cubicBezTo>
                  <a:cubicBezTo>
                    <a:pt x="9070" y="2500"/>
                    <a:pt x="4428" y="3403"/>
                    <a:pt x="0" y="4950"/>
                  </a:cubicBezTo>
                  <a:cubicBezTo>
                    <a:pt x="0" y="4692"/>
                    <a:pt x="1032" y="3489"/>
                    <a:pt x="3482" y="2242"/>
                  </a:cubicBezTo>
                  <a:cubicBezTo>
                    <a:pt x="6707" y="694"/>
                    <a:pt x="10231" y="-79"/>
                    <a:pt x="13800" y="6"/>
                  </a:cubicBezTo>
                  <a:cubicBezTo>
                    <a:pt x="17368" y="6"/>
                    <a:pt x="20850" y="909"/>
                    <a:pt x="23989" y="2586"/>
                  </a:cubicBezTo>
                  <a:cubicBezTo>
                    <a:pt x="26182" y="3919"/>
                    <a:pt x="27341" y="5208"/>
                    <a:pt x="27341" y="5423"/>
                  </a:cubicBezTo>
                  <a:lnTo>
                    <a:pt x="27341" y="542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5" name="Google Shape;755;p61"/>
            <p:cNvSpPr/>
            <p:nvPr/>
          </p:nvSpPr>
          <p:spPr>
            <a:xfrm>
              <a:off x="10132490" y="3377911"/>
              <a:ext cx="30631" cy="19517"/>
            </a:xfrm>
            <a:custGeom>
              <a:avLst/>
              <a:gdLst/>
              <a:ahLst/>
              <a:cxnLst/>
              <a:rect l="l" t="t" r="r" b="b"/>
              <a:pathLst>
                <a:path w="30631" h="19517" extrusionOk="0">
                  <a:moveTo>
                    <a:pt x="15552" y="19518"/>
                  </a:moveTo>
                  <a:cubicBezTo>
                    <a:pt x="15251" y="18228"/>
                    <a:pt x="15251" y="16938"/>
                    <a:pt x="15552" y="15648"/>
                  </a:cubicBezTo>
                  <a:cubicBezTo>
                    <a:pt x="16068" y="12123"/>
                    <a:pt x="17315" y="8727"/>
                    <a:pt x="19163" y="5718"/>
                  </a:cubicBezTo>
                  <a:cubicBezTo>
                    <a:pt x="20324" y="3353"/>
                    <a:pt x="22173" y="1419"/>
                    <a:pt x="24537" y="258"/>
                  </a:cubicBezTo>
                  <a:cubicBezTo>
                    <a:pt x="26214" y="-344"/>
                    <a:pt x="28062" y="129"/>
                    <a:pt x="29223" y="1461"/>
                  </a:cubicBezTo>
                  <a:cubicBezTo>
                    <a:pt x="30255" y="2794"/>
                    <a:pt x="30771" y="4471"/>
                    <a:pt x="30599" y="6148"/>
                  </a:cubicBezTo>
                  <a:cubicBezTo>
                    <a:pt x="29696" y="13155"/>
                    <a:pt x="23978" y="18572"/>
                    <a:pt x="16928" y="19045"/>
                  </a:cubicBezTo>
                  <a:cubicBezTo>
                    <a:pt x="9963" y="19389"/>
                    <a:pt x="3515" y="15476"/>
                    <a:pt x="549" y="9200"/>
                  </a:cubicBezTo>
                  <a:cubicBezTo>
                    <a:pt x="-183" y="7609"/>
                    <a:pt x="-183" y="5804"/>
                    <a:pt x="549" y="4213"/>
                  </a:cubicBezTo>
                  <a:cubicBezTo>
                    <a:pt x="1451" y="2751"/>
                    <a:pt x="3171" y="2020"/>
                    <a:pt x="4848" y="2278"/>
                  </a:cubicBezTo>
                  <a:cubicBezTo>
                    <a:pt x="7340" y="2966"/>
                    <a:pt x="9576" y="4299"/>
                    <a:pt x="11382" y="6104"/>
                  </a:cubicBezTo>
                  <a:cubicBezTo>
                    <a:pt x="14047" y="8469"/>
                    <a:pt x="16283" y="11263"/>
                    <a:pt x="17960" y="14402"/>
                  </a:cubicBezTo>
                  <a:cubicBezTo>
                    <a:pt x="18691" y="15476"/>
                    <a:pt x="19121" y="16723"/>
                    <a:pt x="19335" y="18013"/>
                  </a:cubicBezTo>
                  <a:cubicBezTo>
                    <a:pt x="16885" y="14015"/>
                    <a:pt x="13832" y="10404"/>
                    <a:pt x="10351" y="7308"/>
                  </a:cubicBezTo>
                  <a:cubicBezTo>
                    <a:pt x="8716" y="5760"/>
                    <a:pt x="6739" y="4686"/>
                    <a:pt x="4547" y="4127"/>
                  </a:cubicBezTo>
                  <a:cubicBezTo>
                    <a:pt x="3601" y="3912"/>
                    <a:pt x="2612" y="4342"/>
                    <a:pt x="2139" y="5159"/>
                  </a:cubicBezTo>
                  <a:cubicBezTo>
                    <a:pt x="1753" y="6233"/>
                    <a:pt x="1839" y="7437"/>
                    <a:pt x="2354" y="8426"/>
                  </a:cubicBezTo>
                  <a:cubicBezTo>
                    <a:pt x="5063" y="13800"/>
                    <a:pt x="10651" y="17067"/>
                    <a:pt x="16670" y="16809"/>
                  </a:cubicBezTo>
                  <a:cubicBezTo>
                    <a:pt x="22645" y="16336"/>
                    <a:pt x="27504" y="11822"/>
                    <a:pt x="28407" y="5932"/>
                  </a:cubicBezTo>
                  <a:cubicBezTo>
                    <a:pt x="28536" y="4772"/>
                    <a:pt x="28234" y="3568"/>
                    <a:pt x="27590" y="2579"/>
                  </a:cubicBezTo>
                  <a:cubicBezTo>
                    <a:pt x="26944" y="1848"/>
                    <a:pt x="25913" y="1547"/>
                    <a:pt x="25010" y="1891"/>
                  </a:cubicBezTo>
                  <a:cubicBezTo>
                    <a:pt x="23076" y="2837"/>
                    <a:pt x="21442" y="4342"/>
                    <a:pt x="20367" y="6190"/>
                  </a:cubicBezTo>
                  <a:cubicBezTo>
                    <a:pt x="17960" y="10317"/>
                    <a:pt x="16326" y="14832"/>
                    <a:pt x="15552" y="19518"/>
                  </a:cubicBezTo>
                  <a:lnTo>
                    <a:pt x="15552" y="1951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6" name="Google Shape;756;p61"/>
            <p:cNvSpPr/>
            <p:nvPr/>
          </p:nvSpPr>
          <p:spPr>
            <a:xfrm>
              <a:off x="10027324" y="2665168"/>
              <a:ext cx="220327" cy="735699"/>
            </a:xfrm>
            <a:custGeom>
              <a:avLst/>
              <a:gdLst/>
              <a:ahLst/>
              <a:cxnLst/>
              <a:rect l="l" t="t" r="r" b="b"/>
              <a:pathLst>
                <a:path w="220327" h="735699" extrusionOk="0">
                  <a:moveTo>
                    <a:pt x="220327" y="16336"/>
                  </a:moveTo>
                  <a:lnTo>
                    <a:pt x="200251" y="726929"/>
                  </a:lnTo>
                  <a:lnTo>
                    <a:pt x="91054" y="735699"/>
                  </a:lnTo>
                  <a:lnTo>
                    <a:pt x="0" y="0"/>
                  </a:lnTo>
                  <a:lnTo>
                    <a:pt x="220327" y="16336"/>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7" name="Google Shape;757;p61"/>
            <p:cNvSpPr/>
            <p:nvPr/>
          </p:nvSpPr>
          <p:spPr>
            <a:xfrm>
              <a:off x="10158317" y="2672433"/>
              <a:ext cx="236577" cy="709613"/>
            </a:xfrm>
            <a:custGeom>
              <a:avLst/>
              <a:gdLst/>
              <a:ahLst/>
              <a:cxnLst/>
              <a:rect l="l" t="t" r="r" b="b"/>
              <a:pathLst>
                <a:path w="236577" h="709613" extrusionOk="0">
                  <a:moveTo>
                    <a:pt x="236578" y="0"/>
                  </a:moveTo>
                  <a:cubicBezTo>
                    <a:pt x="236578" y="0"/>
                    <a:pt x="221789" y="225529"/>
                    <a:pt x="207688" y="310049"/>
                  </a:cubicBezTo>
                  <a:cubicBezTo>
                    <a:pt x="193587" y="394569"/>
                    <a:pt x="159238" y="699974"/>
                    <a:pt x="143202" y="707025"/>
                  </a:cubicBezTo>
                  <a:cubicBezTo>
                    <a:pt x="127167" y="714075"/>
                    <a:pt x="33447" y="704488"/>
                    <a:pt x="33447" y="704488"/>
                  </a:cubicBezTo>
                  <a:lnTo>
                    <a:pt x="0" y="7136"/>
                  </a:lnTo>
                  <a:lnTo>
                    <a:pt x="236578" y="0"/>
                  </a:lnTo>
                  <a:lnTo>
                    <a:pt x="236578"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8" name="Google Shape;758;p61"/>
            <p:cNvSpPr/>
            <p:nvPr/>
          </p:nvSpPr>
          <p:spPr>
            <a:xfrm>
              <a:off x="10066188" y="2716628"/>
              <a:ext cx="325654" cy="34650"/>
            </a:xfrm>
            <a:custGeom>
              <a:avLst/>
              <a:gdLst/>
              <a:ahLst/>
              <a:cxnLst/>
              <a:rect l="l" t="t" r="r" b="b"/>
              <a:pathLst>
                <a:path w="325654" h="34650" extrusionOk="0">
                  <a:moveTo>
                    <a:pt x="325654" y="0"/>
                  </a:moveTo>
                  <a:lnTo>
                    <a:pt x="324709" y="12725"/>
                  </a:lnTo>
                  <a:lnTo>
                    <a:pt x="150855" y="34650"/>
                  </a:lnTo>
                  <a:lnTo>
                    <a:pt x="100684" y="6148"/>
                  </a:lnTo>
                  <a:lnTo>
                    <a:pt x="0" y="903"/>
                  </a:lnTo>
                  <a:lnTo>
                    <a:pt x="325654"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9" name="Google Shape;759;p61"/>
            <p:cNvSpPr/>
            <p:nvPr/>
          </p:nvSpPr>
          <p:spPr>
            <a:xfrm>
              <a:off x="10216960" y="2735501"/>
              <a:ext cx="14438" cy="649632"/>
            </a:xfrm>
            <a:custGeom>
              <a:avLst/>
              <a:gdLst/>
              <a:ahLst/>
              <a:cxnLst/>
              <a:rect l="l" t="t" r="r" b="b"/>
              <a:pathLst>
                <a:path w="14438" h="649632" extrusionOk="0">
                  <a:moveTo>
                    <a:pt x="14355" y="649632"/>
                  </a:moveTo>
                  <a:cubicBezTo>
                    <a:pt x="14957" y="649632"/>
                    <a:pt x="12248" y="504152"/>
                    <a:pt x="8294" y="324794"/>
                  </a:cubicBezTo>
                  <a:cubicBezTo>
                    <a:pt x="4339" y="145437"/>
                    <a:pt x="684" y="-43"/>
                    <a:pt x="83" y="0"/>
                  </a:cubicBezTo>
                  <a:cubicBezTo>
                    <a:pt x="-520" y="43"/>
                    <a:pt x="2232" y="145394"/>
                    <a:pt x="6187" y="324838"/>
                  </a:cubicBezTo>
                  <a:cubicBezTo>
                    <a:pt x="10142" y="504281"/>
                    <a:pt x="13797" y="649632"/>
                    <a:pt x="14355" y="64963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0" name="Google Shape;760;p61"/>
            <p:cNvSpPr/>
            <p:nvPr/>
          </p:nvSpPr>
          <p:spPr>
            <a:xfrm>
              <a:off x="10004341" y="2104398"/>
              <a:ext cx="440766" cy="615669"/>
            </a:xfrm>
            <a:custGeom>
              <a:avLst/>
              <a:gdLst/>
              <a:ahLst/>
              <a:cxnLst/>
              <a:rect l="l" t="t" r="r" b="b"/>
              <a:pathLst>
                <a:path w="440766" h="615669" extrusionOk="0">
                  <a:moveTo>
                    <a:pt x="353753" y="272432"/>
                  </a:moveTo>
                  <a:lnTo>
                    <a:pt x="440766" y="241694"/>
                  </a:lnTo>
                  <a:cubicBezTo>
                    <a:pt x="440766" y="241694"/>
                    <a:pt x="385352" y="51202"/>
                    <a:pt x="375593" y="48966"/>
                  </a:cubicBezTo>
                  <a:cubicBezTo>
                    <a:pt x="365834" y="46731"/>
                    <a:pt x="259174" y="0"/>
                    <a:pt x="259174" y="0"/>
                  </a:cubicBezTo>
                  <a:lnTo>
                    <a:pt x="195032" y="129445"/>
                  </a:lnTo>
                  <a:lnTo>
                    <a:pt x="97099" y="17411"/>
                  </a:lnTo>
                  <a:cubicBezTo>
                    <a:pt x="97099" y="17411"/>
                    <a:pt x="5744" y="85938"/>
                    <a:pt x="284" y="101157"/>
                  </a:cubicBezTo>
                  <a:cubicBezTo>
                    <a:pt x="-5176" y="116376"/>
                    <a:pt x="69929" y="335026"/>
                    <a:pt x="69929" y="335026"/>
                  </a:cubicBezTo>
                  <a:cubicBezTo>
                    <a:pt x="69929" y="335026"/>
                    <a:pt x="36182" y="387260"/>
                    <a:pt x="29690" y="445985"/>
                  </a:cubicBezTo>
                  <a:cubicBezTo>
                    <a:pt x="23198" y="504711"/>
                    <a:pt x="36182" y="615669"/>
                    <a:pt x="36182" y="615669"/>
                  </a:cubicBezTo>
                  <a:lnTo>
                    <a:pt x="406890" y="612273"/>
                  </a:lnTo>
                  <a:cubicBezTo>
                    <a:pt x="406890" y="612273"/>
                    <a:pt x="410845" y="448393"/>
                    <a:pt x="382644" y="362927"/>
                  </a:cubicBezTo>
                  <a:cubicBezTo>
                    <a:pt x="371423" y="329051"/>
                    <a:pt x="359342" y="290445"/>
                    <a:pt x="353753" y="272432"/>
                  </a:cubicBez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1" name="Google Shape;761;p61"/>
            <p:cNvSpPr/>
            <p:nvPr/>
          </p:nvSpPr>
          <p:spPr>
            <a:xfrm>
              <a:off x="10062490" y="2284642"/>
              <a:ext cx="124931" cy="138875"/>
            </a:xfrm>
            <a:custGeom>
              <a:avLst/>
              <a:gdLst/>
              <a:ahLst/>
              <a:cxnLst/>
              <a:rect l="l" t="t" r="r" b="b"/>
              <a:pathLst>
                <a:path w="124931" h="138875" extrusionOk="0">
                  <a:moveTo>
                    <a:pt x="111088" y="2294"/>
                  </a:moveTo>
                  <a:cubicBezTo>
                    <a:pt x="110487" y="1993"/>
                    <a:pt x="109798" y="1735"/>
                    <a:pt x="109154" y="1563"/>
                  </a:cubicBezTo>
                  <a:cubicBezTo>
                    <a:pt x="107220" y="875"/>
                    <a:pt x="105199" y="445"/>
                    <a:pt x="103135" y="230"/>
                  </a:cubicBezTo>
                  <a:cubicBezTo>
                    <a:pt x="95354" y="-458"/>
                    <a:pt x="87529" y="402"/>
                    <a:pt x="80092" y="2724"/>
                  </a:cubicBezTo>
                  <a:cubicBezTo>
                    <a:pt x="70419" y="5303"/>
                    <a:pt x="58984" y="9473"/>
                    <a:pt x="45700" y="13944"/>
                  </a:cubicBezTo>
                  <a:cubicBezTo>
                    <a:pt x="39122" y="16180"/>
                    <a:pt x="32115" y="18243"/>
                    <a:pt x="24592" y="20350"/>
                  </a:cubicBezTo>
                  <a:cubicBezTo>
                    <a:pt x="16853" y="22585"/>
                    <a:pt x="8856" y="23875"/>
                    <a:pt x="775" y="24219"/>
                  </a:cubicBezTo>
                  <a:lnTo>
                    <a:pt x="0" y="24219"/>
                  </a:lnTo>
                  <a:lnTo>
                    <a:pt x="0" y="25294"/>
                  </a:lnTo>
                  <a:cubicBezTo>
                    <a:pt x="5632" y="56376"/>
                    <a:pt x="12210" y="92832"/>
                    <a:pt x="19175" y="131610"/>
                  </a:cubicBezTo>
                  <a:cubicBezTo>
                    <a:pt x="19561" y="133630"/>
                    <a:pt x="19905" y="135565"/>
                    <a:pt x="20249" y="137500"/>
                  </a:cubicBezTo>
                  <a:lnTo>
                    <a:pt x="20507" y="138875"/>
                  </a:lnTo>
                  <a:lnTo>
                    <a:pt x="21754" y="138316"/>
                  </a:lnTo>
                  <a:cubicBezTo>
                    <a:pt x="30653" y="134232"/>
                    <a:pt x="39466" y="130449"/>
                    <a:pt x="48279" y="126924"/>
                  </a:cubicBezTo>
                  <a:cubicBezTo>
                    <a:pt x="56662" y="123356"/>
                    <a:pt x="65261" y="120346"/>
                    <a:pt x="74074" y="117982"/>
                  </a:cubicBezTo>
                  <a:cubicBezTo>
                    <a:pt x="90539" y="114628"/>
                    <a:pt x="107177" y="112436"/>
                    <a:pt x="123942" y="111447"/>
                  </a:cubicBezTo>
                  <a:lnTo>
                    <a:pt x="124931" y="111447"/>
                  </a:lnTo>
                  <a:lnTo>
                    <a:pt x="124931" y="110501"/>
                  </a:lnTo>
                  <a:cubicBezTo>
                    <a:pt x="120890" y="78043"/>
                    <a:pt x="117494" y="50959"/>
                    <a:pt x="115129" y="31828"/>
                  </a:cubicBezTo>
                  <a:cubicBezTo>
                    <a:pt x="113882" y="22542"/>
                    <a:pt x="112937" y="15191"/>
                    <a:pt x="112249" y="9989"/>
                  </a:cubicBezTo>
                  <a:cubicBezTo>
                    <a:pt x="111905" y="7582"/>
                    <a:pt x="111648" y="5690"/>
                    <a:pt x="111476" y="4271"/>
                  </a:cubicBezTo>
                  <a:cubicBezTo>
                    <a:pt x="111433" y="3626"/>
                    <a:pt x="111303" y="2982"/>
                    <a:pt x="111088" y="2380"/>
                  </a:cubicBezTo>
                  <a:lnTo>
                    <a:pt x="111088" y="4443"/>
                  </a:lnTo>
                  <a:cubicBezTo>
                    <a:pt x="111088" y="5905"/>
                    <a:pt x="111433" y="7840"/>
                    <a:pt x="111691" y="10290"/>
                  </a:cubicBezTo>
                  <a:cubicBezTo>
                    <a:pt x="112249" y="15578"/>
                    <a:pt x="113066" y="23187"/>
                    <a:pt x="114054" y="32387"/>
                  </a:cubicBezTo>
                  <a:cubicBezTo>
                    <a:pt x="116247" y="51432"/>
                    <a:pt x="119299" y="78387"/>
                    <a:pt x="122997" y="110716"/>
                  </a:cubicBezTo>
                  <a:lnTo>
                    <a:pt x="123813" y="109685"/>
                  </a:lnTo>
                  <a:cubicBezTo>
                    <a:pt x="107004" y="110587"/>
                    <a:pt x="90237" y="112694"/>
                    <a:pt x="73730" y="115961"/>
                  </a:cubicBezTo>
                  <a:cubicBezTo>
                    <a:pt x="64744" y="118369"/>
                    <a:pt x="55974" y="121335"/>
                    <a:pt x="47419" y="124946"/>
                  </a:cubicBezTo>
                  <a:cubicBezTo>
                    <a:pt x="38649" y="128471"/>
                    <a:pt x="29793" y="132298"/>
                    <a:pt x="20808" y="136382"/>
                  </a:cubicBezTo>
                  <a:lnTo>
                    <a:pt x="22313" y="137156"/>
                  </a:lnTo>
                  <a:cubicBezTo>
                    <a:pt x="21969" y="135221"/>
                    <a:pt x="21624" y="133243"/>
                    <a:pt x="21238" y="131266"/>
                  </a:cubicBezTo>
                  <a:lnTo>
                    <a:pt x="1806" y="24950"/>
                  </a:lnTo>
                  <a:lnTo>
                    <a:pt x="818" y="26068"/>
                  </a:lnTo>
                  <a:cubicBezTo>
                    <a:pt x="9071" y="25724"/>
                    <a:pt x="17282" y="24348"/>
                    <a:pt x="25193" y="22026"/>
                  </a:cubicBezTo>
                  <a:cubicBezTo>
                    <a:pt x="32759" y="20006"/>
                    <a:pt x="39809" y="17727"/>
                    <a:pt x="46344" y="15406"/>
                  </a:cubicBezTo>
                  <a:cubicBezTo>
                    <a:pt x="59456" y="10806"/>
                    <a:pt x="70807" y="6507"/>
                    <a:pt x="80393" y="3798"/>
                  </a:cubicBezTo>
                  <a:cubicBezTo>
                    <a:pt x="90195" y="15"/>
                    <a:pt x="100943" y="-501"/>
                    <a:pt x="111088" y="2294"/>
                  </a:cubicBezTo>
                  <a:lnTo>
                    <a:pt x="111088" y="229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2" name="Google Shape;762;p61"/>
            <p:cNvSpPr/>
            <p:nvPr/>
          </p:nvSpPr>
          <p:spPr>
            <a:xfrm>
              <a:off x="9948093" y="2205512"/>
              <a:ext cx="126176" cy="254719"/>
            </a:xfrm>
            <a:custGeom>
              <a:avLst/>
              <a:gdLst/>
              <a:ahLst/>
              <a:cxnLst/>
              <a:rect l="l" t="t" r="r" b="b"/>
              <a:pathLst>
                <a:path w="126176" h="254719" extrusionOk="0">
                  <a:moveTo>
                    <a:pt x="56532" y="0"/>
                  </a:moveTo>
                  <a:lnTo>
                    <a:pt x="0" y="213234"/>
                  </a:lnTo>
                  <a:lnTo>
                    <a:pt x="114527" y="254720"/>
                  </a:lnTo>
                  <a:lnTo>
                    <a:pt x="126177" y="233912"/>
                  </a:lnTo>
                  <a:lnTo>
                    <a:pt x="56532"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3" name="Google Shape;763;p61"/>
            <p:cNvSpPr/>
            <p:nvPr/>
          </p:nvSpPr>
          <p:spPr>
            <a:xfrm>
              <a:off x="10292223" y="2520289"/>
              <a:ext cx="119011" cy="164436"/>
            </a:xfrm>
            <a:custGeom>
              <a:avLst/>
              <a:gdLst/>
              <a:ahLst/>
              <a:cxnLst/>
              <a:rect l="l" t="t" r="r" b="b"/>
              <a:pathLst>
                <a:path w="119011" h="164436" extrusionOk="0">
                  <a:moveTo>
                    <a:pt x="119008" y="155196"/>
                  </a:moveTo>
                  <a:lnTo>
                    <a:pt x="118062" y="155196"/>
                  </a:lnTo>
                  <a:lnTo>
                    <a:pt x="115353" y="155669"/>
                  </a:lnTo>
                  <a:lnTo>
                    <a:pt x="104821" y="157432"/>
                  </a:lnTo>
                  <a:cubicBezTo>
                    <a:pt x="95707" y="158893"/>
                    <a:pt x="82466" y="160914"/>
                    <a:pt x="66129" y="162075"/>
                  </a:cubicBezTo>
                  <a:cubicBezTo>
                    <a:pt x="57187" y="162763"/>
                    <a:pt x="48159" y="162763"/>
                    <a:pt x="39217" y="162075"/>
                  </a:cubicBezTo>
                  <a:cubicBezTo>
                    <a:pt x="36766" y="161860"/>
                    <a:pt x="34360" y="161516"/>
                    <a:pt x="31952" y="161043"/>
                  </a:cubicBezTo>
                  <a:cubicBezTo>
                    <a:pt x="30748" y="160785"/>
                    <a:pt x="29501" y="160613"/>
                    <a:pt x="28297" y="160269"/>
                  </a:cubicBezTo>
                  <a:lnTo>
                    <a:pt x="24730" y="159109"/>
                  </a:lnTo>
                  <a:cubicBezTo>
                    <a:pt x="19914" y="157776"/>
                    <a:pt x="17292" y="152703"/>
                    <a:pt x="15100" y="147974"/>
                  </a:cubicBezTo>
                  <a:cubicBezTo>
                    <a:pt x="12993" y="142858"/>
                    <a:pt x="11359" y="137527"/>
                    <a:pt x="10241" y="132110"/>
                  </a:cubicBezTo>
                  <a:cubicBezTo>
                    <a:pt x="8994" y="126522"/>
                    <a:pt x="8006" y="120804"/>
                    <a:pt x="7189" y="114914"/>
                  </a:cubicBezTo>
                  <a:cubicBezTo>
                    <a:pt x="5513" y="103178"/>
                    <a:pt x="4438" y="90925"/>
                    <a:pt x="3664" y="78329"/>
                  </a:cubicBezTo>
                  <a:cubicBezTo>
                    <a:pt x="2031" y="50858"/>
                    <a:pt x="1815" y="24677"/>
                    <a:pt x="2203" y="1548"/>
                  </a:cubicBezTo>
                  <a:lnTo>
                    <a:pt x="1257" y="2493"/>
                  </a:lnTo>
                  <a:lnTo>
                    <a:pt x="77737" y="860"/>
                  </a:lnTo>
                  <a:lnTo>
                    <a:pt x="99490" y="258"/>
                  </a:lnTo>
                  <a:lnTo>
                    <a:pt x="105251" y="0"/>
                  </a:lnTo>
                  <a:cubicBezTo>
                    <a:pt x="105896" y="86"/>
                    <a:pt x="106584" y="86"/>
                    <a:pt x="107229" y="0"/>
                  </a:cubicBezTo>
                  <a:lnTo>
                    <a:pt x="77737" y="0"/>
                  </a:lnTo>
                  <a:lnTo>
                    <a:pt x="1214" y="860"/>
                  </a:lnTo>
                  <a:lnTo>
                    <a:pt x="267" y="860"/>
                  </a:lnTo>
                  <a:lnTo>
                    <a:pt x="267" y="1806"/>
                  </a:lnTo>
                  <a:cubicBezTo>
                    <a:pt x="-248" y="24978"/>
                    <a:pt x="-119" y="51202"/>
                    <a:pt x="1557" y="78759"/>
                  </a:cubicBezTo>
                  <a:cubicBezTo>
                    <a:pt x="2332" y="91398"/>
                    <a:pt x="3407" y="103693"/>
                    <a:pt x="5126" y="115516"/>
                  </a:cubicBezTo>
                  <a:cubicBezTo>
                    <a:pt x="5942" y="121449"/>
                    <a:pt x="6974" y="127209"/>
                    <a:pt x="8264" y="132712"/>
                  </a:cubicBezTo>
                  <a:cubicBezTo>
                    <a:pt x="9468" y="138258"/>
                    <a:pt x="11144" y="143675"/>
                    <a:pt x="13294" y="148920"/>
                  </a:cubicBezTo>
                  <a:cubicBezTo>
                    <a:pt x="14454" y="151499"/>
                    <a:pt x="15873" y="153907"/>
                    <a:pt x="17593" y="156142"/>
                  </a:cubicBezTo>
                  <a:cubicBezTo>
                    <a:pt x="18453" y="157217"/>
                    <a:pt x="19442" y="158249"/>
                    <a:pt x="20517" y="159151"/>
                  </a:cubicBezTo>
                  <a:cubicBezTo>
                    <a:pt x="21678" y="159968"/>
                    <a:pt x="22923" y="160613"/>
                    <a:pt x="24256" y="161043"/>
                  </a:cubicBezTo>
                  <a:lnTo>
                    <a:pt x="27997" y="162247"/>
                  </a:lnTo>
                  <a:cubicBezTo>
                    <a:pt x="29286" y="162591"/>
                    <a:pt x="30533" y="162763"/>
                    <a:pt x="31780" y="163021"/>
                  </a:cubicBezTo>
                  <a:cubicBezTo>
                    <a:pt x="34231" y="163537"/>
                    <a:pt x="36724" y="163837"/>
                    <a:pt x="39217" y="164009"/>
                  </a:cubicBezTo>
                  <a:cubicBezTo>
                    <a:pt x="48246" y="164654"/>
                    <a:pt x="57359" y="164568"/>
                    <a:pt x="66387" y="163751"/>
                  </a:cubicBezTo>
                  <a:cubicBezTo>
                    <a:pt x="79457" y="162677"/>
                    <a:pt x="92440" y="160914"/>
                    <a:pt x="105294" y="158421"/>
                  </a:cubicBezTo>
                  <a:cubicBezTo>
                    <a:pt x="109850" y="157561"/>
                    <a:pt x="113333" y="156787"/>
                    <a:pt x="115741" y="156271"/>
                  </a:cubicBezTo>
                  <a:lnTo>
                    <a:pt x="118407" y="155583"/>
                  </a:lnTo>
                  <a:cubicBezTo>
                    <a:pt x="118707" y="155497"/>
                    <a:pt x="119051" y="155239"/>
                    <a:pt x="119008" y="155196"/>
                  </a:cubicBezTo>
                  <a:lnTo>
                    <a:pt x="119008" y="15519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4" name="Google Shape;764;p61"/>
            <p:cNvSpPr/>
            <p:nvPr/>
          </p:nvSpPr>
          <p:spPr>
            <a:xfrm>
              <a:off x="10294383" y="2547589"/>
              <a:ext cx="109023" cy="2149"/>
            </a:xfrm>
            <a:custGeom>
              <a:avLst/>
              <a:gdLst/>
              <a:ahLst/>
              <a:cxnLst/>
              <a:rect l="l" t="t" r="r" b="b"/>
              <a:pathLst>
                <a:path w="109023" h="2149" extrusionOk="0">
                  <a:moveTo>
                    <a:pt x="0" y="1075"/>
                  </a:moveTo>
                  <a:cubicBezTo>
                    <a:pt x="0" y="1677"/>
                    <a:pt x="24418" y="2150"/>
                    <a:pt x="54512" y="2150"/>
                  </a:cubicBezTo>
                  <a:cubicBezTo>
                    <a:pt x="84605" y="2150"/>
                    <a:pt x="109024" y="1677"/>
                    <a:pt x="109024" y="1075"/>
                  </a:cubicBezTo>
                  <a:cubicBezTo>
                    <a:pt x="109024" y="473"/>
                    <a:pt x="84605" y="0"/>
                    <a:pt x="54512" y="0"/>
                  </a:cubicBezTo>
                  <a:cubicBezTo>
                    <a:pt x="24418" y="0"/>
                    <a:pt x="0" y="516"/>
                    <a:pt x="0" y="107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5" name="Google Shape;765;p61"/>
            <p:cNvSpPr/>
            <p:nvPr/>
          </p:nvSpPr>
          <p:spPr>
            <a:xfrm>
              <a:off x="10245110" y="2310708"/>
              <a:ext cx="126922" cy="167326"/>
            </a:xfrm>
            <a:custGeom>
              <a:avLst/>
              <a:gdLst/>
              <a:ahLst/>
              <a:cxnLst/>
              <a:rect l="l" t="t" r="r" b="b"/>
              <a:pathLst>
                <a:path w="126922" h="167326" extrusionOk="0">
                  <a:moveTo>
                    <a:pt x="6" y="2"/>
                  </a:moveTo>
                  <a:cubicBezTo>
                    <a:pt x="-467" y="346"/>
                    <a:pt x="27520" y="38135"/>
                    <a:pt x="62557" y="84350"/>
                  </a:cubicBezTo>
                  <a:cubicBezTo>
                    <a:pt x="97595" y="130565"/>
                    <a:pt x="126312" y="167795"/>
                    <a:pt x="126913" y="167322"/>
                  </a:cubicBezTo>
                  <a:cubicBezTo>
                    <a:pt x="127516" y="166849"/>
                    <a:pt x="99400" y="129189"/>
                    <a:pt x="64363" y="82931"/>
                  </a:cubicBezTo>
                  <a:cubicBezTo>
                    <a:pt x="29325" y="36673"/>
                    <a:pt x="478" y="-342"/>
                    <a:pt x="6" y="2"/>
                  </a:cubicBezTo>
                  <a:lnTo>
                    <a:pt x="6" y="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6" name="Google Shape;766;p61"/>
            <p:cNvSpPr/>
            <p:nvPr/>
          </p:nvSpPr>
          <p:spPr>
            <a:xfrm>
              <a:off x="10363417" y="2167766"/>
              <a:ext cx="6941" cy="167190"/>
            </a:xfrm>
            <a:custGeom>
              <a:avLst/>
              <a:gdLst/>
              <a:ahLst/>
              <a:cxnLst/>
              <a:rect l="l" t="t" r="r" b="b"/>
              <a:pathLst>
                <a:path w="6941" h="167190" extrusionOk="0">
                  <a:moveTo>
                    <a:pt x="8" y="167191"/>
                  </a:moveTo>
                  <a:cubicBezTo>
                    <a:pt x="611" y="165084"/>
                    <a:pt x="998" y="162892"/>
                    <a:pt x="1212" y="160699"/>
                  </a:cubicBezTo>
                  <a:cubicBezTo>
                    <a:pt x="1857" y="156400"/>
                    <a:pt x="2631" y="150424"/>
                    <a:pt x="3448" y="142858"/>
                  </a:cubicBezTo>
                  <a:cubicBezTo>
                    <a:pt x="5640" y="123168"/>
                    <a:pt x="6801" y="103393"/>
                    <a:pt x="6930" y="83617"/>
                  </a:cubicBezTo>
                  <a:cubicBezTo>
                    <a:pt x="7059" y="63798"/>
                    <a:pt x="6070" y="43979"/>
                    <a:pt x="3878" y="24290"/>
                  </a:cubicBezTo>
                  <a:cubicBezTo>
                    <a:pt x="3018" y="16766"/>
                    <a:pt x="2158" y="10662"/>
                    <a:pt x="1470" y="6449"/>
                  </a:cubicBezTo>
                  <a:cubicBezTo>
                    <a:pt x="1212" y="4256"/>
                    <a:pt x="783" y="2107"/>
                    <a:pt x="180" y="0"/>
                  </a:cubicBezTo>
                  <a:cubicBezTo>
                    <a:pt x="180" y="2193"/>
                    <a:pt x="309" y="4385"/>
                    <a:pt x="654" y="6578"/>
                  </a:cubicBezTo>
                  <a:cubicBezTo>
                    <a:pt x="1083" y="10877"/>
                    <a:pt x="1685" y="16895"/>
                    <a:pt x="2373" y="24462"/>
                  </a:cubicBezTo>
                  <a:cubicBezTo>
                    <a:pt x="3706" y="39551"/>
                    <a:pt x="4953" y="60445"/>
                    <a:pt x="4824" y="83574"/>
                  </a:cubicBezTo>
                  <a:cubicBezTo>
                    <a:pt x="4694" y="106703"/>
                    <a:pt x="3232" y="127596"/>
                    <a:pt x="1987" y="142729"/>
                  </a:cubicBezTo>
                  <a:cubicBezTo>
                    <a:pt x="1341" y="149994"/>
                    <a:pt x="783" y="156013"/>
                    <a:pt x="395" y="160613"/>
                  </a:cubicBezTo>
                  <a:cubicBezTo>
                    <a:pt x="94" y="162806"/>
                    <a:pt x="-35" y="164998"/>
                    <a:pt x="8" y="167191"/>
                  </a:cubicBezTo>
                  <a:lnTo>
                    <a:pt x="8" y="16719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7" name="Google Shape;767;p61"/>
            <p:cNvSpPr/>
            <p:nvPr/>
          </p:nvSpPr>
          <p:spPr>
            <a:xfrm>
              <a:off x="10280797" y="2266602"/>
              <a:ext cx="66850" cy="138558"/>
            </a:xfrm>
            <a:custGeom>
              <a:avLst/>
              <a:gdLst/>
              <a:ahLst/>
              <a:cxnLst/>
              <a:rect l="l" t="t" r="r" b="b"/>
              <a:pathLst>
                <a:path w="66850" h="138558" extrusionOk="0">
                  <a:moveTo>
                    <a:pt x="0" y="0"/>
                  </a:moveTo>
                  <a:cubicBezTo>
                    <a:pt x="473" y="1978"/>
                    <a:pt x="1118" y="3912"/>
                    <a:pt x="1935" y="5761"/>
                  </a:cubicBezTo>
                  <a:cubicBezTo>
                    <a:pt x="3310" y="9415"/>
                    <a:pt x="5417" y="14617"/>
                    <a:pt x="8083" y="21065"/>
                  </a:cubicBezTo>
                  <a:cubicBezTo>
                    <a:pt x="13457" y="33963"/>
                    <a:pt x="20980" y="51546"/>
                    <a:pt x="30438" y="70720"/>
                  </a:cubicBezTo>
                  <a:cubicBezTo>
                    <a:pt x="39895" y="89893"/>
                    <a:pt x="48666" y="106918"/>
                    <a:pt x="55416" y="119127"/>
                  </a:cubicBezTo>
                  <a:cubicBezTo>
                    <a:pt x="58769" y="125232"/>
                    <a:pt x="61563" y="130133"/>
                    <a:pt x="63583" y="133443"/>
                  </a:cubicBezTo>
                  <a:cubicBezTo>
                    <a:pt x="64529" y="135249"/>
                    <a:pt x="65604" y="136968"/>
                    <a:pt x="66851" y="138559"/>
                  </a:cubicBezTo>
                  <a:cubicBezTo>
                    <a:pt x="66163" y="136667"/>
                    <a:pt x="65347" y="134819"/>
                    <a:pt x="64314" y="133056"/>
                  </a:cubicBezTo>
                  <a:cubicBezTo>
                    <a:pt x="62336" y="129273"/>
                    <a:pt x="59801" y="124458"/>
                    <a:pt x="56749" y="118396"/>
                  </a:cubicBezTo>
                  <a:cubicBezTo>
                    <a:pt x="50342" y="106058"/>
                    <a:pt x="41616" y="88905"/>
                    <a:pt x="32372" y="69774"/>
                  </a:cubicBezTo>
                  <a:cubicBezTo>
                    <a:pt x="23130" y="50643"/>
                    <a:pt x="15176" y="33189"/>
                    <a:pt x="9459" y="20464"/>
                  </a:cubicBezTo>
                  <a:lnTo>
                    <a:pt x="2709" y="5417"/>
                  </a:lnTo>
                  <a:cubicBezTo>
                    <a:pt x="1935" y="3525"/>
                    <a:pt x="1032" y="1720"/>
                    <a:pt x="0" y="0"/>
                  </a:cubicBezTo>
                  <a:lnTo>
                    <a:pt x="0"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8" name="Google Shape;768;p61"/>
            <p:cNvSpPr/>
            <p:nvPr/>
          </p:nvSpPr>
          <p:spPr>
            <a:xfrm>
              <a:off x="10074270" y="2119659"/>
              <a:ext cx="224798" cy="159194"/>
            </a:xfrm>
            <a:custGeom>
              <a:avLst/>
              <a:gdLst/>
              <a:ahLst/>
              <a:cxnLst/>
              <a:rect l="l" t="t" r="r" b="b"/>
              <a:pathLst>
                <a:path w="224798" h="159194" extrusionOk="0">
                  <a:moveTo>
                    <a:pt x="0" y="23000"/>
                  </a:moveTo>
                  <a:cubicBezTo>
                    <a:pt x="516" y="23989"/>
                    <a:pt x="1161" y="24935"/>
                    <a:pt x="1892" y="25794"/>
                  </a:cubicBezTo>
                  <a:cubicBezTo>
                    <a:pt x="3267" y="27729"/>
                    <a:pt x="5203" y="30351"/>
                    <a:pt x="7609" y="33619"/>
                  </a:cubicBezTo>
                  <a:lnTo>
                    <a:pt x="29105" y="62379"/>
                  </a:lnTo>
                  <a:lnTo>
                    <a:pt x="102404" y="158808"/>
                  </a:lnTo>
                  <a:lnTo>
                    <a:pt x="102705" y="159194"/>
                  </a:lnTo>
                  <a:lnTo>
                    <a:pt x="149995" y="159194"/>
                  </a:lnTo>
                  <a:lnTo>
                    <a:pt x="150296" y="158593"/>
                  </a:lnTo>
                  <a:cubicBezTo>
                    <a:pt x="171318" y="114097"/>
                    <a:pt x="189977" y="74589"/>
                    <a:pt x="203518" y="46000"/>
                  </a:cubicBezTo>
                  <a:cubicBezTo>
                    <a:pt x="210096" y="31856"/>
                    <a:pt x="215384" y="20206"/>
                    <a:pt x="219167" y="12338"/>
                  </a:cubicBezTo>
                  <a:lnTo>
                    <a:pt x="223466" y="3224"/>
                  </a:lnTo>
                  <a:cubicBezTo>
                    <a:pt x="223896" y="2279"/>
                    <a:pt x="224197" y="1462"/>
                    <a:pt x="224498" y="817"/>
                  </a:cubicBezTo>
                  <a:cubicBezTo>
                    <a:pt x="224626" y="559"/>
                    <a:pt x="224712" y="258"/>
                    <a:pt x="224798" y="0"/>
                  </a:cubicBezTo>
                  <a:cubicBezTo>
                    <a:pt x="224798" y="0"/>
                    <a:pt x="224798" y="215"/>
                    <a:pt x="224326" y="731"/>
                  </a:cubicBezTo>
                  <a:lnTo>
                    <a:pt x="223122" y="3052"/>
                  </a:lnTo>
                  <a:lnTo>
                    <a:pt x="218608" y="12037"/>
                  </a:lnTo>
                  <a:lnTo>
                    <a:pt x="202400" y="45355"/>
                  </a:lnTo>
                  <a:cubicBezTo>
                    <a:pt x="188730" y="73901"/>
                    <a:pt x="169813" y="113323"/>
                    <a:pt x="148533" y="157647"/>
                  </a:cubicBezTo>
                  <a:lnTo>
                    <a:pt x="149522" y="157045"/>
                  </a:lnTo>
                  <a:lnTo>
                    <a:pt x="103307" y="157045"/>
                  </a:lnTo>
                  <a:lnTo>
                    <a:pt x="104167" y="157475"/>
                  </a:lnTo>
                  <a:lnTo>
                    <a:pt x="30309" y="61692"/>
                  </a:lnTo>
                  <a:lnTo>
                    <a:pt x="8212" y="33318"/>
                  </a:lnTo>
                  <a:lnTo>
                    <a:pt x="2193" y="25751"/>
                  </a:lnTo>
                  <a:cubicBezTo>
                    <a:pt x="1548" y="24763"/>
                    <a:pt x="818" y="23860"/>
                    <a:pt x="0" y="2300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9" name="Google Shape;769;p61"/>
            <p:cNvSpPr/>
            <p:nvPr/>
          </p:nvSpPr>
          <p:spPr>
            <a:xfrm>
              <a:off x="10082512" y="2427816"/>
              <a:ext cx="44387" cy="104467"/>
            </a:xfrm>
            <a:custGeom>
              <a:avLst/>
              <a:gdLst/>
              <a:ahLst/>
              <a:cxnLst/>
              <a:rect l="l" t="t" r="r" b="b"/>
              <a:pathLst>
                <a:path w="44387" h="104467" extrusionOk="0">
                  <a:moveTo>
                    <a:pt x="13" y="104467"/>
                  </a:moveTo>
                  <a:cubicBezTo>
                    <a:pt x="1131" y="103436"/>
                    <a:pt x="2162" y="102318"/>
                    <a:pt x="2979" y="101028"/>
                  </a:cubicBezTo>
                  <a:cubicBezTo>
                    <a:pt x="4784" y="98750"/>
                    <a:pt x="7278" y="95353"/>
                    <a:pt x="10158" y="91011"/>
                  </a:cubicBezTo>
                  <a:cubicBezTo>
                    <a:pt x="25162" y="68269"/>
                    <a:pt x="35866" y="42991"/>
                    <a:pt x="41757" y="16422"/>
                  </a:cubicBezTo>
                  <a:cubicBezTo>
                    <a:pt x="42874" y="11307"/>
                    <a:pt x="43605" y="7180"/>
                    <a:pt x="43992" y="4299"/>
                  </a:cubicBezTo>
                  <a:cubicBezTo>
                    <a:pt x="44293" y="2880"/>
                    <a:pt x="44421" y="1462"/>
                    <a:pt x="44379" y="0"/>
                  </a:cubicBezTo>
                  <a:cubicBezTo>
                    <a:pt x="44035" y="0"/>
                    <a:pt x="42874" y="6234"/>
                    <a:pt x="40080" y="16294"/>
                  </a:cubicBezTo>
                  <a:cubicBezTo>
                    <a:pt x="33417" y="42432"/>
                    <a:pt x="22841" y="67452"/>
                    <a:pt x="8654" y="90409"/>
                  </a:cubicBezTo>
                  <a:cubicBezTo>
                    <a:pt x="3452" y="99008"/>
                    <a:pt x="-245" y="104252"/>
                    <a:pt x="13" y="10446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0" name="Google Shape;770;p61"/>
            <p:cNvSpPr/>
            <p:nvPr/>
          </p:nvSpPr>
          <p:spPr>
            <a:xfrm>
              <a:off x="10070358" y="2436270"/>
              <a:ext cx="40720" cy="35010"/>
            </a:xfrm>
            <a:custGeom>
              <a:avLst/>
              <a:gdLst/>
              <a:ahLst/>
              <a:cxnLst/>
              <a:rect l="l" t="t" r="r" b="b"/>
              <a:pathLst>
                <a:path w="40720" h="35010" extrusionOk="0">
                  <a:moveTo>
                    <a:pt x="40712" y="35010"/>
                  </a:moveTo>
                  <a:cubicBezTo>
                    <a:pt x="41056" y="34451"/>
                    <a:pt x="31211" y="27616"/>
                    <a:pt x="19991" y="17814"/>
                  </a:cubicBezTo>
                  <a:cubicBezTo>
                    <a:pt x="8770" y="8012"/>
                    <a:pt x="430" y="-414"/>
                    <a:pt x="0" y="16"/>
                  </a:cubicBezTo>
                  <a:cubicBezTo>
                    <a:pt x="5245" y="7324"/>
                    <a:pt x="11521" y="13859"/>
                    <a:pt x="18615" y="19448"/>
                  </a:cubicBezTo>
                  <a:cubicBezTo>
                    <a:pt x="25236" y="25595"/>
                    <a:pt x="32673" y="30840"/>
                    <a:pt x="40712" y="35010"/>
                  </a:cubicBezTo>
                  <a:lnTo>
                    <a:pt x="40712" y="3501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1" name="Google Shape;771;p61"/>
            <p:cNvSpPr/>
            <p:nvPr/>
          </p:nvSpPr>
          <p:spPr>
            <a:xfrm>
              <a:off x="10007592" y="2215486"/>
              <a:ext cx="63325" cy="252871"/>
            </a:xfrm>
            <a:custGeom>
              <a:avLst/>
              <a:gdLst/>
              <a:ahLst/>
              <a:cxnLst/>
              <a:rect l="l" t="t" r="r" b="b"/>
              <a:pathLst>
                <a:path w="63325" h="252871" extrusionOk="0">
                  <a:moveTo>
                    <a:pt x="51072" y="252871"/>
                  </a:moveTo>
                  <a:cubicBezTo>
                    <a:pt x="51460" y="252441"/>
                    <a:pt x="51760" y="251925"/>
                    <a:pt x="52018" y="251409"/>
                  </a:cubicBezTo>
                  <a:lnTo>
                    <a:pt x="54426" y="247110"/>
                  </a:lnTo>
                  <a:cubicBezTo>
                    <a:pt x="56618" y="243069"/>
                    <a:pt x="59584" y="237566"/>
                    <a:pt x="63325" y="230731"/>
                  </a:cubicBezTo>
                  <a:lnTo>
                    <a:pt x="63325" y="230258"/>
                  </a:lnTo>
                  <a:cubicBezTo>
                    <a:pt x="57349" y="207301"/>
                    <a:pt x="47247" y="169641"/>
                    <a:pt x="35724" y="127080"/>
                  </a:cubicBezTo>
                  <a:cubicBezTo>
                    <a:pt x="26052" y="92043"/>
                    <a:pt x="17281" y="60359"/>
                    <a:pt x="10876" y="37101"/>
                  </a:cubicBezTo>
                  <a:lnTo>
                    <a:pt x="3138" y="9888"/>
                  </a:lnTo>
                  <a:cubicBezTo>
                    <a:pt x="2235" y="6878"/>
                    <a:pt x="1504" y="4428"/>
                    <a:pt x="903" y="2536"/>
                  </a:cubicBezTo>
                  <a:cubicBezTo>
                    <a:pt x="731" y="1677"/>
                    <a:pt x="386" y="817"/>
                    <a:pt x="0" y="0"/>
                  </a:cubicBezTo>
                  <a:cubicBezTo>
                    <a:pt x="128" y="903"/>
                    <a:pt x="300" y="1763"/>
                    <a:pt x="515" y="2622"/>
                  </a:cubicBezTo>
                  <a:lnTo>
                    <a:pt x="2321" y="10103"/>
                  </a:lnTo>
                  <a:cubicBezTo>
                    <a:pt x="4084" y="16809"/>
                    <a:pt x="6620" y="26095"/>
                    <a:pt x="9415" y="37488"/>
                  </a:cubicBezTo>
                  <a:cubicBezTo>
                    <a:pt x="15691" y="60789"/>
                    <a:pt x="24246" y="92516"/>
                    <a:pt x="33661" y="127768"/>
                  </a:cubicBezTo>
                  <a:cubicBezTo>
                    <a:pt x="45225" y="170200"/>
                    <a:pt x="55630" y="207774"/>
                    <a:pt x="62121" y="230602"/>
                  </a:cubicBezTo>
                  <a:lnTo>
                    <a:pt x="62121" y="230129"/>
                  </a:lnTo>
                  <a:lnTo>
                    <a:pt x="53738" y="246809"/>
                  </a:lnTo>
                  <a:lnTo>
                    <a:pt x="51631" y="251109"/>
                  </a:lnTo>
                  <a:cubicBezTo>
                    <a:pt x="51374" y="251667"/>
                    <a:pt x="51158" y="252269"/>
                    <a:pt x="51072" y="252871"/>
                  </a:cubicBezTo>
                  <a:lnTo>
                    <a:pt x="51072" y="25287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2" name="Google Shape;772;p61"/>
            <p:cNvSpPr/>
            <p:nvPr/>
          </p:nvSpPr>
          <p:spPr>
            <a:xfrm>
              <a:off x="10261276" y="2316213"/>
              <a:ext cx="102148" cy="153906"/>
            </a:xfrm>
            <a:custGeom>
              <a:avLst/>
              <a:gdLst/>
              <a:ahLst/>
              <a:cxnLst/>
              <a:rect l="l" t="t" r="r" b="b"/>
              <a:pathLst>
                <a:path w="102148" h="153906" extrusionOk="0">
                  <a:moveTo>
                    <a:pt x="7097" y="0"/>
                  </a:moveTo>
                  <a:cubicBezTo>
                    <a:pt x="43983" y="47892"/>
                    <a:pt x="75839" y="99480"/>
                    <a:pt x="102149" y="153907"/>
                  </a:cubicBezTo>
                  <a:lnTo>
                    <a:pt x="99312" y="152531"/>
                  </a:lnTo>
                  <a:lnTo>
                    <a:pt x="72357" y="115000"/>
                  </a:lnTo>
                  <a:lnTo>
                    <a:pt x="6194" y="23043"/>
                  </a:lnTo>
                  <a:cubicBezTo>
                    <a:pt x="3142" y="19475"/>
                    <a:pt x="1078" y="15219"/>
                    <a:pt x="132" y="10619"/>
                  </a:cubicBezTo>
                  <a:cubicBezTo>
                    <a:pt x="-685" y="5804"/>
                    <a:pt x="2368" y="1204"/>
                    <a:pt x="7097" y="0"/>
                  </a:cubicBezTo>
                  <a:lnTo>
                    <a:pt x="7097"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3" name="Google Shape;773;p61"/>
            <p:cNvSpPr/>
            <p:nvPr/>
          </p:nvSpPr>
          <p:spPr>
            <a:xfrm>
              <a:off x="10363425" y="2211444"/>
              <a:ext cx="16366" cy="123512"/>
            </a:xfrm>
            <a:custGeom>
              <a:avLst/>
              <a:gdLst/>
              <a:ahLst/>
              <a:cxnLst/>
              <a:rect l="l" t="t" r="r" b="b"/>
              <a:pathLst>
                <a:path w="16366" h="123512" extrusionOk="0">
                  <a:moveTo>
                    <a:pt x="0" y="123512"/>
                  </a:moveTo>
                  <a:cubicBezTo>
                    <a:pt x="20034" y="85121"/>
                    <a:pt x="21754" y="39809"/>
                    <a:pt x="4729" y="0"/>
                  </a:cubicBezTo>
                  <a:cubicBezTo>
                    <a:pt x="4729" y="0"/>
                    <a:pt x="4299" y="103436"/>
                    <a:pt x="0" y="123512"/>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4" name="Google Shape;774;p61"/>
            <p:cNvSpPr/>
            <p:nvPr/>
          </p:nvSpPr>
          <p:spPr>
            <a:xfrm>
              <a:off x="10068854" y="2306196"/>
              <a:ext cx="107433" cy="26568"/>
            </a:xfrm>
            <a:custGeom>
              <a:avLst/>
              <a:gdLst/>
              <a:ahLst/>
              <a:cxnLst/>
              <a:rect l="l" t="t" r="r" b="b"/>
              <a:pathLst>
                <a:path w="107433" h="26568" extrusionOk="0">
                  <a:moveTo>
                    <a:pt x="0" y="26568"/>
                  </a:moveTo>
                  <a:cubicBezTo>
                    <a:pt x="1461" y="26568"/>
                    <a:pt x="2880" y="26482"/>
                    <a:pt x="4299" y="26181"/>
                  </a:cubicBezTo>
                  <a:cubicBezTo>
                    <a:pt x="7093" y="25794"/>
                    <a:pt x="11091" y="25150"/>
                    <a:pt x="16035" y="24290"/>
                  </a:cubicBezTo>
                  <a:cubicBezTo>
                    <a:pt x="25922" y="22527"/>
                    <a:pt x="39508" y="19733"/>
                    <a:pt x="54383" y="16079"/>
                  </a:cubicBezTo>
                  <a:cubicBezTo>
                    <a:pt x="69257" y="12424"/>
                    <a:pt x="82542" y="8555"/>
                    <a:pt x="92129" y="5503"/>
                  </a:cubicBezTo>
                  <a:cubicBezTo>
                    <a:pt x="96900" y="3955"/>
                    <a:pt x="100727" y="2665"/>
                    <a:pt x="103392" y="1720"/>
                  </a:cubicBezTo>
                  <a:cubicBezTo>
                    <a:pt x="104811" y="1333"/>
                    <a:pt x="106187" y="774"/>
                    <a:pt x="107434" y="0"/>
                  </a:cubicBezTo>
                  <a:cubicBezTo>
                    <a:pt x="105972" y="129"/>
                    <a:pt x="104510" y="430"/>
                    <a:pt x="103135" y="903"/>
                  </a:cubicBezTo>
                  <a:lnTo>
                    <a:pt x="91698" y="4041"/>
                  </a:lnTo>
                  <a:cubicBezTo>
                    <a:pt x="82025" y="6707"/>
                    <a:pt x="68699" y="10361"/>
                    <a:pt x="53866" y="14015"/>
                  </a:cubicBezTo>
                  <a:cubicBezTo>
                    <a:pt x="39035" y="17669"/>
                    <a:pt x="25536" y="20679"/>
                    <a:pt x="15734" y="22828"/>
                  </a:cubicBezTo>
                  <a:lnTo>
                    <a:pt x="4170" y="25365"/>
                  </a:lnTo>
                  <a:cubicBezTo>
                    <a:pt x="2751" y="25579"/>
                    <a:pt x="1332" y="25966"/>
                    <a:pt x="0" y="2656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5" name="Google Shape;775;p61"/>
            <p:cNvSpPr/>
            <p:nvPr/>
          </p:nvSpPr>
          <p:spPr>
            <a:xfrm>
              <a:off x="10083986" y="2395034"/>
              <a:ext cx="102533" cy="28328"/>
            </a:xfrm>
            <a:custGeom>
              <a:avLst/>
              <a:gdLst/>
              <a:ahLst/>
              <a:cxnLst/>
              <a:rect l="l" t="t" r="r" b="b"/>
              <a:pathLst>
                <a:path w="102533" h="28328" extrusionOk="0">
                  <a:moveTo>
                    <a:pt x="102533" y="109"/>
                  </a:moveTo>
                  <a:cubicBezTo>
                    <a:pt x="102533" y="109"/>
                    <a:pt x="30093" y="35362"/>
                    <a:pt x="0" y="27064"/>
                  </a:cubicBezTo>
                  <a:cubicBezTo>
                    <a:pt x="0" y="27064"/>
                    <a:pt x="51589" y="-1997"/>
                    <a:pt x="102533" y="109"/>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6" name="Google Shape;776;p61"/>
            <p:cNvSpPr/>
            <p:nvPr/>
          </p:nvSpPr>
          <p:spPr>
            <a:xfrm>
              <a:off x="10020502" y="2264538"/>
              <a:ext cx="46545" cy="171962"/>
            </a:xfrm>
            <a:custGeom>
              <a:avLst/>
              <a:gdLst/>
              <a:ahLst/>
              <a:cxnLst/>
              <a:rect l="l" t="t" r="r" b="b"/>
              <a:pathLst>
                <a:path w="46545" h="171962" extrusionOk="0">
                  <a:moveTo>
                    <a:pt x="46546" y="171963"/>
                  </a:moveTo>
                  <a:cubicBezTo>
                    <a:pt x="46546" y="171963"/>
                    <a:pt x="-9342" y="136968"/>
                    <a:pt x="1362" y="0"/>
                  </a:cubicBezTo>
                  <a:lnTo>
                    <a:pt x="46546" y="171963"/>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7" name="Google Shape;777;p61"/>
            <p:cNvSpPr/>
            <p:nvPr/>
          </p:nvSpPr>
          <p:spPr>
            <a:xfrm>
              <a:off x="9978939" y="2432073"/>
              <a:ext cx="75641" cy="267659"/>
            </a:xfrm>
            <a:custGeom>
              <a:avLst/>
              <a:gdLst/>
              <a:ahLst/>
              <a:cxnLst/>
              <a:rect l="l" t="t" r="r" b="b"/>
              <a:pathLst>
                <a:path w="75641" h="267659" extrusionOk="0">
                  <a:moveTo>
                    <a:pt x="5524" y="0"/>
                  </a:moveTo>
                  <a:cubicBezTo>
                    <a:pt x="5524" y="0"/>
                    <a:pt x="-2430" y="132970"/>
                    <a:pt x="751" y="153434"/>
                  </a:cubicBezTo>
                  <a:cubicBezTo>
                    <a:pt x="3933" y="173897"/>
                    <a:pt x="15713" y="267660"/>
                    <a:pt x="15713" y="267660"/>
                  </a:cubicBezTo>
                  <a:lnTo>
                    <a:pt x="62744" y="257858"/>
                  </a:lnTo>
                  <a:lnTo>
                    <a:pt x="75642" y="25192"/>
                  </a:lnTo>
                  <a:lnTo>
                    <a:pt x="5524" y="0"/>
                  </a:lnTo>
                  <a:lnTo>
                    <a:pt x="5524"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8" name="Google Shape;778;p61"/>
            <p:cNvSpPr/>
            <p:nvPr/>
          </p:nvSpPr>
          <p:spPr>
            <a:xfrm>
              <a:off x="9973672" y="2632538"/>
              <a:ext cx="89847" cy="169136"/>
            </a:xfrm>
            <a:custGeom>
              <a:avLst/>
              <a:gdLst/>
              <a:ahLst/>
              <a:cxnLst/>
              <a:rect l="l" t="t" r="r" b="b"/>
              <a:pathLst>
                <a:path w="89847" h="169136" extrusionOk="0">
                  <a:moveTo>
                    <a:pt x="89077" y="147071"/>
                  </a:moveTo>
                  <a:cubicBezTo>
                    <a:pt x="85852" y="135808"/>
                    <a:pt x="88518" y="114355"/>
                    <a:pt x="86927" y="106832"/>
                  </a:cubicBezTo>
                  <a:cubicBezTo>
                    <a:pt x="86153" y="103307"/>
                    <a:pt x="75019" y="65647"/>
                    <a:pt x="72052" y="61176"/>
                  </a:cubicBezTo>
                  <a:lnTo>
                    <a:pt x="74889" y="0"/>
                  </a:lnTo>
                  <a:lnTo>
                    <a:pt x="0" y="3138"/>
                  </a:lnTo>
                  <a:lnTo>
                    <a:pt x="15949" y="63583"/>
                  </a:lnTo>
                  <a:cubicBezTo>
                    <a:pt x="12081" y="72181"/>
                    <a:pt x="0" y="111131"/>
                    <a:pt x="0" y="112894"/>
                  </a:cubicBezTo>
                  <a:cubicBezTo>
                    <a:pt x="0" y="114656"/>
                    <a:pt x="2709" y="145996"/>
                    <a:pt x="2709" y="145996"/>
                  </a:cubicBezTo>
                  <a:lnTo>
                    <a:pt x="17627" y="162376"/>
                  </a:lnTo>
                  <a:cubicBezTo>
                    <a:pt x="19303" y="164052"/>
                    <a:pt x="22012" y="164052"/>
                    <a:pt x="23688" y="162376"/>
                  </a:cubicBezTo>
                  <a:cubicBezTo>
                    <a:pt x="23860" y="162204"/>
                    <a:pt x="23989" y="162032"/>
                    <a:pt x="24161" y="161860"/>
                  </a:cubicBezTo>
                  <a:lnTo>
                    <a:pt x="25751" y="159409"/>
                  </a:lnTo>
                  <a:cubicBezTo>
                    <a:pt x="26869" y="163451"/>
                    <a:pt x="30223" y="166546"/>
                    <a:pt x="34350" y="167320"/>
                  </a:cubicBezTo>
                  <a:cubicBezTo>
                    <a:pt x="42948" y="168824"/>
                    <a:pt x="42948" y="166374"/>
                    <a:pt x="42948" y="166374"/>
                  </a:cubicBezTo>
                  <a:lnTo>
                    <a:pt x="44925" y="158851"/>
                  </a:lnTo>
                  <a:cubicBezTo>
                    <a:pt x="44925" y="158851"/>
                    <a:pt x="57393" y="168652"/>
                    <a:pt x="60617" y="169125"/>
                  </a:cubicBezTo>
                  <a:cubicBezTo>
                    <a:pt x="63842" y="169598"/>
                    <a:pt x="65991" y="155110"/>
                    <a:pt x="65991" y="155110"/>
                  </a:cubicBezTo>
                  <a:lnTo>
                    <a:pt x="55286" y="131509"/>
                  </a:lnTo>
                  <a:lnTo>
                    <a:pt x="58468" y="107907"/>
                  </a:lnTo>
                  <a:cubicBezTo>
                    <a:pt x="58468" y="107907"/>
                    <a:pt x="75664" y="158851"/>
                    <a:pt x="80263" y="158851"/>
                  </a:cubicBezTo>
                  <a:cubicBezTo>
                    <a:pt x="84864" y="158851"/>
                    <a:pt x="92258" y="158335"/>
                    <a:pt x="89077" y="147071"/>
                  </a:cubicBezTo>
                  <a:lnTo>
                    <a:pt x="89077" y="147071"/>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9" name="Google Shape;779;p61"/>
            <p:cNvSpPr/>
            <p:nvPr/>
          </p:nvSpPr>
          <p:spPr>
            <a:xfrm>
              <a:off x="10055053" y="2716149"/>
              <a:ext cx="356221" cy="3509"/>
            </a:xfrm>
            <a:custGeom>
              <a:avLst/>
              <a:gdLst/>
              <a:ahLst/>
              <a:cxnLst/>
              <a:rect l="l" t="t" r="r" b="b"/>
              <a:pathLst>
                <a:path w="356221" h="3509" extrusionOk="0">
                  <a:moveTo>
                    <a:pt x="356221" y="478"/>
                  </a:moveTo>
                  <a:cubicBezTo>
                    <a:pt x="356221" y="1123"/>
                    <a:pt x="276473" y="2198"/>
                    <a:pt x="178111" y="2929"/>
                  </a:cubicBezTo>
                  <a:cubicBezTo>
                    <a:pt x="79748" y="3660"/>
                    <a:pt x="43" y="3746"/>
                    <a:pt x="0" y="2929"/>
                  </a:cubicBezTo>
                  <a:cubicBezTo>
                    <a:pt x="-43" y="2112"/>
                    <a:pt x="79748" y="1252"/>
                    <a:pt x="178111" y="521"/>
                  </a:cubicBezTo>
                  <a:cubicBezTo>
                    <a:pt x="276473" y="-209"/>
                    <a:pt x="356178" y="-123"/>
                    <a:pt x="356221" y="47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0" name="Google Shape;780;p61"/>
            <p:cNvSpPr/>
            <p:nvPr/>
          </p:nvSpPr>
          <p:spPr>
            <a:xfrm>
              <a:off x="10002243" y="2742508"/>
              <a:ext cx="16224" cy="48337"/>
            </a:xfrm>
            <a:custGeom>
              <a:avLst/>
              <a:gdLst/>
              <a:ahLst/>
              <a:cxnLst/>
              <a:rect l="l" t="t" r="r" b="b"/>
              <a:pathLst>
                <a:path w="16224" h="48337" extrusionOk="0">
                  <a:moveTo>
                    <a:pt x="2082" y="0"/>
                  </a:moveTo>
                  <a:cubicBezTo>
                    <a:pt x="2425" y="2579"/>
                    <a:pt x="2425" y="5159"/>
                    <a:pt x="2082" y="7738"/>
                  </a:cubicBezTo>
                  <a:cubicBezTo>
                    <a:pt x="1737" y="13843"/>
                    <a:pt x="2253" y="19948"/>
                    <a:pt x="3586" y="25923"/>
                  </a:cubicBezTo>
                  <a:cubicBezTo>
                    <a:pt x="5306" y="31727"/>
                    <a:pt x="8143" y="37187"/>
                    <a:pt x="11926" y="41916"/>
                  </a:cubicBezTo>
                  <a:cubicBezTo>
                    <a:pt x="13646" y="43850"/>
                    <a:pt x="15064" y="46000"/>
                    <a:pt x="16225" y="48321"/>
                  </a:cubicBezTo>
                  <a:cubicBezTo>
                    <a:pt x="16011" y="48537"/>
                    <a:pt x="13818" y="46516"/>
                    <a:pt x="10637" y="42905"/>
                  </a:cubicBezTo>
                  <a:cubicBezTo>
                    <a:pt x="6338" y="38219"/>
                    <a:pt x="3156" y="32587"/>
                    <a:pt x="1350" y="26482"/>
                  </a:cubicBezTo>
                  <a:cubicBezTo>
                    <a:pt x="-68" y="20292"/>
                    <a:pt x="-369" y="13929"/>
                    <a:pt x="447" y="7652"/>
                  </a:cubicBezTo>
                  <a:cubicBezTo>
                    <a:pt x="620" y="5030"/>
                    <a:pt x="1178" y="2450"/>
                    <a:pt x="2082" y="0"/>
                  </a:cubicBezTo>
                  <a:lnTo>
                    <a:pt x="2082"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1" name="Google Shape;781;p61"/>
            <p:cNvSpPr/>
            <p:nvPr/>
          </p:nvSpPr>
          <p:spPr>
            <a:xfrm>
              <a:off x="9984893" y="2746162"/>
              <a:ext cx="13843" cy="45672"/>
            </a:xfrm>
            <a:custGeom>
              <a:avLst/>
              <a:gdLst/>
              <a:ahLst/>
              <a:cxnLst/>
              <a:rect l="l" t="t" r="r" b="b"/>
              <a:pathLst>
                <a:path w="13843" h="45672" extrusionOk="0">
                  <a:moveTo>
                    <a:pt x="214" y="0"/>
                  </a:moveTo>
                  <a:cubicBezTo>
                    <a:pt x="1461" y="2150"/>
                    <a:pt x="2064" y="4643"/>
                    <a:pt x="1978" y="7136"/>
                  </a:cubicBezTo>
                  <a:cubicBezTo>
                    <a:pt x="2450" y="11693"/>
                    <a:pt x="1547" y="17970"/>
                    <a:pt x="2579" y="24333"/>
                  </a:cubicBezTo>
                  <a:cubicBezTo>
                    <a:pt x="3869" y="29878"/>
                    <a:pt x="6363" y="35080"/>
                    <a:pt x="9844" y="39594"/>
                  </a:cubicBezTo>
                  <a:cubicBezTo>
                    <a:pt x="11435" y="41443"/>
                    <a:pt x="12768" y="43464"/>
                    <a:pt x="13843" y="45656"/>
                  </a:cubicBezTo>
                  <a:cubicBezTo>
                    <a:pt x="13628" y="45871"/>
                    <a:pt x="11565" y="43979"/>
                    <a:pt x="8598" y="40540"/>
                  </a:cubicBezTo>
                  <a:cubicBezTo>
                    <a:pt x="4513" y="36069"/>
                    <a:pt x="1676" y="30609"/>
                    <a:pt x="387" y="24720"/>
                  </a:cubicBezTo>
                  <a:cubicBezTo>
                    <a:pt x="-129" y="18830"/>
                    <a:pt x="-129" y="12940"/>
                    <a:pt x="387" y="7050"/>
                  </a:cubicBezTo>
                  <a:cubicBezTo>
                    <a:pt x="473" y="2665"/>
                    <a:pt x="-172" y="86"/>
                    <a:pt x="214" y="0"/>
                  </a:cubicBezTo>
                  <a:lnTo>
                    <a:pt x="214"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2" name="Google Shape;782;p61"/>
            <p:cNvSpPr/>
            <p:nvPr/>
          </p:nvSpPr>
          <p:spPr>
            <a:xfrm>
              <a:off x="10414541" y="2389469"/>
              <a:ext cx="22367" cy="24511"/>
            </a:xfrm>
            <a:custGeom>
              <a:avLst/>
              <a:gdLst/>
              <a:ahLst/>
              <a:cxnLst/>
              <a:rect l="l" t="t" r="r" b="b"/>
              <a:pathLst>
                <a:path w="22367" h="24511" extrusionOk="0">
                  <a:moveTo>
                    <a:pt x="22355" y="0"/>
                  </a:moveTo>
                  <a:cubicBezTo>
                    <a:pt x="22699" y="602"/>
                    <a:pt x="16078" y="4299"/>
                    <a:pt x="9974" y="11135"/>
                  </a:cubicBezTo>
                  <a:cubicBezTo>
                    <a:pt x="3869" y="17970"/>
                    <a:pt x="644" y="24763"/>
                    <a:pt x="0" y="24505"/>
                  </a:cubicBezTo>
                  <a:cubicBezTo>
                    <a:pt x="3224" y="13284"/>
                    <a:pt x="11478" y="4213"/>
                    <a:pt x="22355" y="0"/>
                  </a:cubicBezTo>
                  <a:lnTo>
                    <a:pt x="22355"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3" name="Google Shape;783;p61"/>
            <p:cNvSpPr/>
            <p:nvPr/>
          </p:nvSpPr>
          <p:spPr>
            <a:xfrm>
              <a:off x="10484616" y="2332334"/>
              <a:ext cx="177685" cy="135678"/>
            </a:xfrm>
            <a:custGeom>
              <a:avLst/>
              <a:gdLst/>
              <a:ahLst/>
              <a:cxnLst/>
              <a:rect l="l" t="t" r="r" b="b"/>
              <a:pathLst>
                <a:path w="177685" h="135678" extrusionOk="0">
                  <a:moveTo>
                    <a:pt x="162290" y="34994"/>
                  </a:moveTo>
                  <a:cubicBezTo>
                    <a:pt x="167061" y="32888"/>
                    <a:pt x="171403" y="29965"/>
                    <a:pt x="175187" y="26396"/>
                  </a:cubicBezTo>
                  <a:cubicBezTo>
                    <a:pt x="177895" y="22742"/>
                    <a:pt x="178454" y="17927"/>
                    <a:pt x="176605" y="13757"/>
                  </a:cubicBezTo>
                  <a:lnTo>
                    <a:pt x="164912" y="18056"/>
                  </a:lnTo>
                  <a:cubicBezTo>
                    <a:pt x="168867" y="16766"/>
                    <a:pt x="172263" y="14144"/>
                    <a:pt x="174498" y="10662"/>
                  </a:cubicBezTo>
                  <a:cubicBezTo>
                    <a:pt x="177164" y="7609"/>
                    <a:pt x="176863" y="2966"/>
                    <a:pt x="173768" y="301"/>
                  </a:cubicBezTo>
                  <a:cubicBezTo>
                    <a:pt x="173639" y="215"/>
                    <a:pt x="173553" y="86"/>
                    <a:pt x="173424" y="0"/>
                  </a:cubicBezTo>
                  <a:cubicBezTo>
                    <a:pt x="173424" y="0"/>
                    <a:pt x="153132" y="8125"/>
                    <a:pt x="145180" y="10705"/>
                  </a:cubicBezTo>
                  <a:cubicBezTo>
                    <a:pt x="144062" y="11479"/>
                    <a:pt x="102747" y="27299"/>
                    <a:pt x="100555" y="29621"/>
                  </a:cubicBezTo>
                  <a:lnTo>
                    <a:pt x="61863" y="70892"/>
                  </a:lnTo>
                  <a:lnTo>
                    <a:pt x="5116" y="57994"/>
                  </a:lnTo>
                  <a:lnTo>
                    <a:pt x="0" y="135679"/>
                  </a:lnTo>
                  <a:cubicBezTo>
                    <a:pt x="0" y="135679"/>
                    <a:pt x="71622" y="128327"/>
                    <a:pt x="83660" y="124802"/>
                  </a:cubicBezTo>
                  <a:cubicBezTo>
                    <a:pt x="95697" y="121277"/>
                    <a:pt x="126952" y="91441"/>
                    <a:pt x="126952" y="91441"/>
                  </a:cubicBezTo>
                  <a:lnTo>
                    <a:pt x="141095" y="72697"/>
                  </a:lnTo>
                  <a:lnTo>
                    <a:pt x="166202" y="58768"/>
                  </a:lnTo>
                  <a:cubicBezTo>
                    <a:pt x="170501" y="55759"/>
                    <a:pt x="175058" y="50170"/>
                    <a:pt x="171145" y="44839"/>
                  </a:cubicBezTo>
                  <a:lnTo>
                    <a:pt x="171145" y="44839"/>
                  </a:lnTo>
                  <a:cubicBezTo>
                    <a:pt x="179099" y="39723"/>
                    <a:pt x="174972" y="29707"/>
                    <a:pt x="174972" y="29707"/>
                  </a:cubicBezTo>
                  <a:lnTo>
                    <a:pt x="162290" y="34994"/>
                  </a:lnTo>
                  <a:lnTo>
                    <a:pt x="162290" y="3499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4" name="Google Shape;784;p61"/>
            <p:cNvSpPr/>
            <p:nvPr/>
          </p:nvSpPr>
          <p:spPr>
            <a:xfrm>
              <a:off x="10583709" y="2374078"/>
              <a:ext cx="63663" cy="59714"/>
            </a:xfrm>
            <a:custGeom>
              <a:avLst/>
              <a:gdLst/>
              <a:ahLst/>
              <a:cxnLst/>
              <a:rect l="l" t="t" r="r" b="b"/>
              <a:pathLst>
                <a:path w="63663" h="59714" extrusionOk="0">
                  <a:moveTo>
                    <a:pt x="8856" y="59714"/>
                  </a:moveTo>
                  <a:cubicBezTo>
                    <a:pt x="12253" y="57522"/>
                    <a:pt x="15477" y="55114"/>
                    <a:pt x="18572" y="52492"/>
                  </a:cubicBezTo>
                  <a:cubicBezTo>
                    <a:pt x="21926" y="49353"/>
                    <a:pt x="24506" y="45570"/>
                    <a:pt x="26225" y="41314"/>
                  </a:cubicBezTo>
                  <a:cubicBezTo>
                    <a:pt x="28460" y="35854"/>
                    <a:pt x="29148" y="29922"/>
                    <a:pt x="28202" y="24118"/>
                  </a:cubicBezTo>
                  <a:lnTo>
                    <a:pt x="28202" y="23215"/>
                  </a:lnTo>
                  <a:lnTo>
                    <a:pt x="29019" y="22957"/>
                  </a:lnTo>
                  <a:lnTo>
                    <a:pt x="44797" y="17927"/>
                  </a:lnTo>
                  <a:cubicBezTo>
                    <a:pt x="47591" y="17110"/>
                    <a:pt x="50343" y="16122"/>
                    <a:pt x="53008" y="14918"/>
                  </a:cubicBezTo>
                  <a:cubicBezTo>
                    <a:pt x="55631" y="13671"/>
                    <a:pt x="57952" y="11822"/>
                    <a:pt x="59715" y="9501"/>
                  </a:cubicBezTo>
                  <a:cubicBezTo>
                    <a:pt x="61434" y="7008"/>
                    <a:pt x="62208" y="3912"/>
                    <a:pt x="61778" y="903"/>
                  </a:cubicBezTo>
                  <a:lnTo>
                    <a:pt x="62896" y="1763"/>
                  </a:lnTo>
                  <a:lnTo>
                    <a:pt x="24204" y="2665"/>
                  </a:lnTo>
                  <a:lnTo>
                    <a:pt x="24720" y="2665"/>
                  </a:lnTo>
                  <a:lnTo>
                    <a:pt x="6793" y="15563"/>
                  </a:lnTo>
                  <a:lnTo>
                    <a:pt x="1806" y="19002"/>
                  </a:lnTo>
                  <a:cubicBezTo>
                    <a:pt x="1247" y="19432"/>
                    <a:pt x="645" y="19819"/>
                    <a:pt x="0" y="20120"/>
                  </a:cubicBezTo>
                  <a:cubicBezTo>
                    <a:pt x="1849" y="18099"/>
                    <a:pt x="3913" y="16337"/>
                    <a:pt x="6191" y="14789"/>
                  </a:cubicBezTo>
                  <a:cubicBezTo>
                    <a:pt x="10491" y="11522"/>
                    <a:pt x="16294" y="6964"/>
                    <a:pt x="23688" y="1376"/>
                  </a:cubicBezTo>
                  <a:lnTo>
                    <a:pt x="24161" y="1376"/>
                  </a:lnTo>
                  <a:lnTo>
                    <a:pt x="62638" y="0"/>
                  </a:lnTo>
                  <a:lnTo>
                    <a:pt x="63454" y="0"/>
                  </a:lnTo>
                  <a:lnTo>
                    <a:pt x="63454" y="903"/>
                  </a:lnTo>
                  <a:cubicBezTo>
                    <a:pt x="64100" y="4600"/>
                    <a:pt x="63240" y="8426"/>
                    <a:pt x="61048" y="11479"/>
                  </a:cubicBezTo>
                  <a:cubicBezTo>
                    <a:pt x="56921" y="16294"/>
                    <a:pt x="51246" y="19561"/>
                    <a:pt x="44969" y="20722"/>
                  </a:cubicBezTo>
                  <a:lnTo>
                    <a:pt x="29191" y="25623"/>
                  </a:lnTo>
                  <a:lnTo>
                    <a:pt x="29836" y="24462"/>
                  </a:lnTo>
                  <a:cubicBezTo>
                    <a:pt x="30782" y="30609"/>
                    <a:pt x="29965" y="36886"/>
                    <a:pt x="27472" y="42561"/>
                  </a:cubicBezTo>
                  <a:cubicBezTo>
                    <a:pt x="25580" y="46946"/>
                    <a:pt x="22699" y="50858"/>
                    <a:pt x="19089" y="53953"/>
                  </a:cubicBezTo>
                  <a:lnTo>
                    <a:pt x="16939" y="55759"/>
                  </a:lnTo>
                  <a:lnTo>
                    <a:pt x="14919" y="57135"/>
                  </a:lnTo>
                  <a:cubicBezTo>
                    <a:pt x="13844" y="57866"/>
                    <a:pt x="12726" y="58510"/>
                    <a:pt x="11522" y="59069"/>
                  </a:cubicBezTo>
                  <a:cubicBezTo>
                    <a:pt x="10663" y="59413"/>
                    <a:pt x="9759" y="59628"/>
                    <a:pt x="8856" y="5971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5" name="Google Shape;785;p61"/>
            <p:cNvSpPr/>
            <p:nvPr/>
          </p:nvSpPr>
          <p:spPr>
            <a:xfrm>
              <a:off x="10607440" y="2346048"/>
              <a:ext cx="53781" cy="27170"/>
            </a:xfrm>
            <a:custGeom>
              <a:avLst/>
              <a:gdLst/>
              <a:ahLst/>
              <a:cxnLst/>
              <a:rect l="l" t="t" r="r" b="b"/>
              <a:pathLst>
                <a:path w="53781" h="27170" extrusionOk="0">
                  <a:moveTo>
                    <a:pt x="7695" y="27170"/>
                  </a:moveTo>
                  <a:cubicBezTo>
                    <a:pt x="5246" y="25923"/>
                    <a:pt x="2967" y="24376"/>
                    <a:pt x="904" y="22570"/>
                  </a:cubicBezTo>
                  <a:lnTo>
                    <a:pt x="0" y="21882"/>
                  </a:lnTo>
                  <a:lnTo>
                    <a:pt x="1032" y="21323"/>
                  </a:lnTo>
                  <a:cubicBezTo>
                    <a:pt x="6148" y="18443"/>
                    <a:pt x="13929" y="14531"/>
                    <a:pt x="23000" y="10662"/>
                  </a:cubicBezTo>
                  <a:cubicBezTo>
                    <a:pt x="31297" y="7050"/>
                    <a:pt x="38950" y="4213"/>
                    <a:pt x="44496" y="2364"/>
                  </a:cubicBezTo>
                  <a:cubicBezTo>
                    <a:pt x="47462" y="1204"/>
                    <a:pt x="50600" y="387"/>
                    <a:pt x="53781" y="0"/>
                  </a:cubicBezTo>
                  <a:cubicBezTo>
                    <a:pt x="51030" y="1591"/>
                    <a:pt x="48150" y="2880"/>
                    <a:pt x="45183" y="3869"/>
                  </a:cubicBezTo>
                  <a:cubicBezTo>
                    <a:pt x="39723" y="6062"/>
                    <a:pt x="32286" y="9157"/>
                    <a:pt x="23989" y="12467"/>
                  </a:cubicBezTo>
                  <a:cubicBezTo>
                    <a:pt x="15047" y="16336"/>
                    <a:pt x="7094" y="19991"/>
                    <a:pt x="1763" y="22441"/>
                  </a:cubicBezTo>
                  <a:lnTo>
                    <a:pt x="1763" y="21194"/>
                  </a:lnTo>
                  <a:cubicBezTo>
                    <a:pt x="3999" y="22914"/>
                    <a:pt x="5976" y="24935"/>
                    <a:pt x="7695" y="2717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6" name="Google Shape;786;p61"/>
            <p:cNvSpPr/>
            <p:nvPr/>
          </p:nvSpPr>
          <p:spPr>
            <a:xfrm>
              <a:off x="10632547" y="2361912"/>
              <a:ext cx="27513" cy="11306"/>
            </a:xfrm>
            <a:custGeom>
              <a:avLst/>
              <a:gdLst/>
              <a:ahLst/>
              <a:cxnLst/>
              <a:rect l="l" t="t" r="r" b="b"/>
              <a:pathLst>
                <a:path w="27513" h="11306" extrusionOk="0">
                  <a:moveTo>
                    <a:pt x="0" y="11307"/>
                  </a:moveTo>
                  <a:cubicBezTo>
                    <a:pt x="4041" y="8426"/>
                    <a:pt x="8512" y="6148"/>
                    <a:pt x="13241" y="4643"/>
                  </a:cubicBezTo>
                  <a:cubicBezTo>
                    <a:pt x="17756" y="2407"/>
                    <a:pt x="22570" y="860"/>
                    <a:pt x="27514" y="0"/>
                  </a:cubicBezTo>
                  <a:cubicBezTo>
                    <a:pt x="23430" y="2837"/>
                    <a:pt x="19002" y="5116"/>
                    <a:pt x="14273" y="6664"/>
                  </a:cubicBezTo>
                  <a:cubicBezTo>
                    <a:pt x="9759" y="8899"/>
                    <a:pt x="4944" y="10447"/>
                    <a:pt x="0" y="1130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87" name="Google Shape;787;p61"/>
          <p:cNvGrpSpPr/>
          <p:nvPr/>
        </p:nvGrpSpPr>
        <p:grpSpPr>
          <a:xfrm>
            <a:off x="3415678" y="1618255"/>
            <a:ext cx="2668623" cy="3041958"/>
            <a:chOff x="10091037" y="1694267"/>
            <a:chExt cx="1553874" cy="1771258"/>
          </a:xfrm>
        </p:grpSpPr>
        <p:sp>
          <p:nvSpPr>
            <p:cNvPr id="788" name="Google Shape;788;p61"/>
            <p:cNvSpPr/>
            <p:nvPr/>
          </p:nvSpPr>
          <p:spPr>
            <a:xfrm>
              <a:off x="10834431" y="1694267"/>
              <a:ext cx="33661" cy="1700581"/>
            </a:xfrm>
            <a:custGeom>
              <a:avLst/>
              <a:gdLst/>
              <a:ahLst/>
              <a:cxnLst/>
              <a:rect l="l" t="t" r="r" b="b"/>
              <a:pathLst>
                <a:path w="33661" h="1700581" extrusionOk="0">
                  <a:moveTo>
                    <a:pt x="0" y="0"/>
                  </a:moveTo>
                  <a:lnTo>
                    <a:pt x="33662" y="0"/>
                  </a:lnTo>
                  <a:lnTo>
                    <a:pt x="33662" y="1700582"/>
                  </a:lnTo>
                  <a:lnTo>
                    <a:pt x="0" y="170058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9" name="Google Shape;789;p61"/>
            <p:cNvSpPr/>
            <p:nvPr/>
          </p:nvSpPr>
          <p:spPr>
            <a:xfrm>
              <a:off x="10644671" y="1723070"/>
              <a:ext cx="404026" cy="40454"/>
            </a:xfrm>
            <a:custGeom>
              <a:avLst/>
              <a:gdLst/>
              <a:ahLst/>
              <a:cxnLst/>
              <a:rect l="l" t="t" r="r" b="b"/>
              <a:pathLst>
                <a:path w="404026" h="40454" extrusionOk="0">
                  <a:moveTo>
                    <a:pt x="30437" y="40454"/>
                  </a:moveTo>
                  <a:cubicBezTo>
                    <a:pt x="10748" y="40454"/>
                    <a:pt x="1032" y="7308"/>
                    <a:pt x="0" y="3396"/>
                  </a:cubicBezTo>
                  <a:lnTo>
                    <a:pt x="12424" y="0"/>
                  </a:lnTo>
                  <a:cubicBezTo>
                    <a:pt x="15734" y="11994"/>
                    <a:pt x="23988" y="28159"/>
                    <a:pt x="30953" y="27514"/>
                  </a:cubicBezTo>
                  <a:cubicBezTo>
                    <a:pt x="37617" y="26138"/>
                    <a:pt x="43549" y="22484"/>
                    <a:pt x="47762" y="17153"/>
                  </a:cubicBezTo>
                  <a:cubicBezTo>
                    <a:pt x="53695" y="10404"/>
                    <a:pt x="62293" y="6578"/>
                    <a:pt x="71278" y="6621"/>
                  </a:cubicBezTo>
                  <a:lnTo>
                    <a:pt x="330426" y="6621"/>
                  </a:lnTo>
                  <a:cubicBezTo>
                    <a:pt x="339497" y="6621"/>
                    <a:pt x="348224" y="10146"/>
                    <a:pt x="354802" y="16379"/>
                  </a:cubicBezTo>
                  <a:cubicBezTo>
                    <a:pt x="362196" y="23301"/>
                    <a:pt x="369419" y="27084"/>
                    <a:pt x="375094" y="27084"/>
                  </a:cubicBezTo>
                  <a:cubicBezTo>
                    <a:pt x="383692" y="27084"/>
                    <a:pt x="389667" y="17110"/>
                    <a:pt x="391687" y="10361"/>
                  </a:cubicBezTo>
                  <a:lnTo>
                    <a:pt x="404026" y="14144"/>
                  </a:lnTo>
                  <a:cubicBezTo>
                    <a:pt x="400113" y="27041"/>
                    <a:pt x="389667" y="39938"/>
                    <a:pt x="375094" y="39938"/>
                  </a:cubicBezTo>
                  <a:cubicBezTo>
                    <a:pt x="363614" y="39938"/>
                    <a:pt x="352953" y="32200"/>
                    <a:pt x="345989" y="25751"/>
                  </a:cubicBezTo>
                  <a:cubicBezTo>
                    <a:pt x="341776" y="21753"/>
                    <a:pt x="336230" y="19518"/>
                    <a:pt x="330426" y="19475"/>
                  </a:cubicBezTo>
                  <a:lnTo>
                    <a:pt x="71278" y="19475"/>
                  </a:lnTo>
                  <a:cubicBezTo>
                    <a:pt x="66033" y="19475"/>
                    <a:pt x="61090" y="21753"/>
                    <a:pt x="57607" y="25665"/>
                  </a:cubicBezTo>
                  <a:cubicBezTo>
                    <a:pt x="51374" y="33490"/>
                    <a:pt x="42431" y="38692"/>
                    <a:pt x="32543" y="40282"/>
                  </a:cubicBezTo>
                  <a:lnTo>
                    <a:pt x="30437" y="40454"/>
                  </a:lnTo>
                  <a:lnTo>
                    <a:pt x="30437" y="40454"/>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0" name="Google Shape;790;p61"/>
            <p:cNvSpPr/>
            <p:nvPr/>
          </p:nvSpPr>
          <p:spPr>
            <a:xfrm>
              <a:off x="10712424" y="1738160"/>
              <a:ext cx="132926" cy="2235"/>
            </a:xfrm>
            <a:custGeom>
              <a:avLst/>
              <a:gdLst/>
              <a:ahLst/>
              <a:cxnLst/>
              <a:rect l="l" t="t" r="r" b="b"/>
              <a:pathLst>
                <a:path w="132926" h="2235" extrusionOk="0">
                  <a:moveTo>
                    <a:pt x="132927" y="1118"/>
                  </a:moveTo>
                  <a:cubicBezTo>
                    <a:pt x="132927" y="1763"/>
                    <a:pt x="103135" y="2236"/>
                    <a:pt x="66463" y="2236"/>
                  </a:cubicBezTo>
                  <a:cubicBezTo>
                    <a:pt x="29792" y="2236"/>
                    <a:pt x="0" y="1763"/>
                    <a:pt x="0" y="1118"/>
                  </a:cubicBezTo>
                  <a:cubicBezTo>
                    <a:pt x="0" y="473"/>
                    <a:pt x="29749" y="0"/>
                    <a:pt x="66463" y="0"/>
                  </a:cubicBezTo>
                  <a:cubicBezTo>
                    <a:pt x="103178" y="0"/>
                    <a:pt x="132927" y="387"/>
                    <a:pt x="132927" y="111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1" name="Google Shape;791;p61"/>
            <p:cNvSpPr/>
            <p:nvPr/>
          </p:nvSpPr>
          <p:spPr>
            <a:xfrm>
              <a:off x="10844022" y="1732505"/>
              <a:ext cx="3147" cy="6597"/>
            </a:xfrm>
            <a:custGeom>
              <a:avLst/>
              <a:gdLst/>
              <a:ahLst/>
              <a:cxnLst/>
              <a:rect l="l" t="t" r="r" b="b"/>
              <a:pathLst>
                <a:path w="3147" h="6597" extrusionOk="0">
                  <a:moveTo>
                    <a:pt x="898" y="6472"/>
                  </a:moveTo>
                  <a:cubicBezTo>
                    <a:pt x="512" y="6042"/>
                    <a:pt x="898" y="4709"/>
                    <a:pt x="898" y="3291"/>
                  </a:cubicBezTo>
                  <a:cubicBezTo>
                    <a:pt x="898" y="1872"/>
                    <a:pt x="-219" y="754"/>
                    <a:pt x="39" y="195"/>
                  </a:cubicBezTo>
                  <a:cubicBezTo>
                    <a:pt x="297" y="-364"/>
                    <a:pt x="2619" y="195"/>
                    <a:pt x="3091" y="2947"/>
                  </a:cubicBezTo>
                  <a:cubicBezTo>
                    <a:pt x="3564" y="5698"/>
                    <a:pt x="898" y="7031"/>
                    <a:pt x="898" y="647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2" name="Google Shape;792;p61"/>
            <p:cNvSpPr/>
            <p:nvPr/>
          </p:nvSpPr>
          <p:spPr>
            <a:xfrm>
              <a:off x="10867233" y="1695685"/>
              <a:ext cx="2235" cy="131379"/>
            </a:xfrm>
            <a:custGeom>
              <a:avLst/>
              <a:gdLst/>
              <a:ahLst/>
              <a:cxnLst/>
              <a:rect l="l" t="t" r="r" b="b"/>
              <a:pathLst>
                <a:path w="2235" h="131379" extrusionOk="0">
                  <a:moveTo>
                    <a:pt x="1118" y="131379"/>
                  </a:moveTo>
                  <a:cubicBezTo>
                    <a:pt x="515" y="131379"/>
                    <a:pt x="0" y="101974"/>
                    <a:pt x="0" y="65690"/>
                  </a:cubicBezTo>
                  <a:cubicBezTo>
                    <a:pt x="0" y="29406"/>
                    <a:pt x="515" y="0"/>
                    <a:pt x="1118" y="0"/>
                  </a:cubicBezTo>
                  <a:cubicBezTo>
                    <a:pt x="1719" y="0"/>
                    <a:pt x="2236" y="29406"/>
                    <a:pt x="2236" y="65690"/>
                  </a:cubicBezTo>
                  <a:cubicBezTo>
                    <a:pt x="2236" y="101974"/>
                    <a:pt x="1762" y="131379"/>
                    <a:pt x="1118" y="13137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3" name="Google Shape;793;p61"/>
            <p:cNvSpPr/>
            <p:nvPr/>
          </p:nvSpPr>
          <p:spPr>
            <a:xfrm>
              <a:off x="10678848" y="2076325"/>
              <a:ext cx="131895" cy="114484"/>
            </a:xfrm>
            <a:custGeom>
              <a:avLst/>
              <a:gdLst/>
              <a:ahLst/>
              <a:cxnLst/>
              <a:rect l="l" t="t" r="r" b="b"/>
              <a:pathLst>
                <a:path w="131895" h="114484" extrusionOk="0">
                  <a:moveTo>
                    <a:pt x="131895" y="114484"/>
                  </a:moveTo>
                  <a:lnTo>
                    <a:pt x="0" y="114484"/>
                  </a:lnTo>
                  <a:lnTo>
                    <a:pt x="0" y="43936"/>
                  </a:lnTo>
                  <a:cubicBezTo>
                    <a:pt x="0" y="19690"/>
                    <a:pt x="19647" y="43"/>
                    <a:pt x="43893" y="0"/>
                  </a:cubicBezTo>
                  <a:lnTo>
                    <a:pt x="88002" y="0"/>
                  </a:lnTo>
                  <a:cubicBezTo>
                    <a:pt x="112249" y="0"/>
                    <a:pt x="131895" y="19690"/>
                    <a:pt x="131895" y="43936"/>
                  </a:cubicBezTo>
                  <a:lnTo>
                    <a:pt x="131895" y="114484"/>
                  </a:lnTo>
                  <a:close/>
                  <a:moveTo>
                    <a:pt x="17196" y="97288"/>
                  </a:moveTo>
                  <a:lnTo>
                    <a:pt x="114699" y="97288"/>
                  </a:lnTo>
                  <a:lnTo>
                    <a:pt x="114699" y="43936"/>
                  </a:lnTo>
                  <a:cubicBezTo>
                    <a:pt x="114699" y="29191"/>
                    <a:pt x="102747" y="17239"/>
                    <a:pt x="88002" y="17196"/>
                  </a:cubicBezTo>
                  <a:lnTo>
                    <a:pt x="43893" y="17196"/>
                  </a:lnTo>
                  <a:cubicBezTo>
                    <a:pt x="29148" y="17196"/>
                    <a:pt x="17196" y="29191"/>
                    <a:pt x="17196" y="43936"/>
                  </a:cubicBezTo>
                  <a:lnTo>
                    <a:pt x="17196" y="97288"/>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4" name="Google Shape;794;p61"/>
            <p:cNvSpPr/>
            <p:nvPr/>
          </p:nvSpPr>
          <p:spPr>
            <a:xfrm>
              <a:off x="10635384" y="2166562"/>
              <a:ext cx="215727" cy="267144"/>
            </a:xfrm>
            <a:custGeom>
              <a:avLst/>
              <a:gdLst/>
              <a:ahLst/>
              <a:cxnLst/>
              <a:rect l="l" t="t" r="r" b="b"/>
              <a:pathLst>
                <a:path w="215727" h="267144" extrusionOk="0">
                  <a:moveTo>
                    <a:pt x="0" y="0"/>
                  </a:moveTo>
                  <a:lnTo>
                    <a:pt x="215726" y="0"/>
                  </a:lnTo>
                  <a:lnTo>
                    <a:pt x="215726" y="267144"/>
                  </a:lnTo>
                  <a:lnTo>
                    <a:pt x="0" y="267144"/>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5" name="Google Shape;795;p61"/>
            <p:cNvSpPr/>
            <p:nvPr/>
          </p:nvSpPr>
          <p:spPr>
            <a:xfrm>
              <a:off x="10635384" y="2166562"/>
              <a:ext cx="152401" cy="264736"/>
            </a:xfrm>
            <a:custGeom>
              <a:avLst/>
              <a:gdLst/>
              <a:ahLst/>
              <a:cxnLst/>
              <a:rect l="l" t="t" r="r" b="b"/>
              <a:pathLst>
                <a:path w="152401" h="264736" extrusionOk="0">
                  <a:moveTo>
                    <a:pt x="0" y="0"/>
                  </a:moveTo>
                  <a:lnTo>
                    <a:pt x="152401" y="0"/>
                  </a:lnTo>
                  <a:lnTo>
                    <a:pt x="152401" y="264737"/>
                  </a:lnTo>
                  <a:lnTo>
                    <a:pt x="0" y="264737"/>
                  </a:lnTo>
                  <a:close/>
                </a:path>
              </a:pathLst>
            </a:custGeom>
            <a:solidFill>
              <a:srgbClr val="F5F5F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6" name="Google Shape;796;p61"/>
            <p:cNvSpPr/>
            <p:nvPr/>
          </p:nvSpPr>
          <p:spPr>
            <a:xfrm>
              <a:off x="10654644" y="2192443"/>
              <a:ext cx="113839" cy="113839"/>
            </a:xfrm>
            <a:custGeom>
              <a:avLst/>
              <a:gdLst/>
              <a:ahLst/>
              <a:cxnLst/>
              <a:rect l="l" t="t" r="r" b="b"/>
              <a:pathLst>
                <a:path w="113839" h="113839" extrusionOk="0">
                  <a:moveTo>
                    <a:pt x="-1" y="0"/>
                  </a:moveTo>
                  <a:lnTo>
                    <a:pt x="113839" y="0"/>
                  </a:lnTo>
                  <a:lnTo>
                    <a:pt x="113839" y="113839"/>
                  </a:lnTo>
                  <a:lnTo>
                    <a:pt x="-1" y="113839"/>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7" name="Google Shape;797;p61"/>
            <p:cNvSpPr/>
            <p:nvPr/>
          </p:nvSpPr>
          <p:spPr>
            <a:xfrm>
              <a:off x="10654042" y="2191024"/>
              <a:ext cx="115902" cy="115300"/>
            </a:xfrm>
            <a:custGeom>
              <a:avLst/>
              <a:gdLst/>
              <a:ahLst/>
              <a:cxnLst/>
              <a:rect l="l" t="t" r="r" b="b"/>
              <a:pathLst>
                <a:path w="115902" h="115300" extrusionOk="0">
                  <a:moveTo>
                    <a:pt x="114399" y="115000"/>
                  </a:moveTo>
                  <a:lnTo>
                    <a:pt x="114399" y="106617"/>
                  </a:lnTo>
                  <a:cubicBezTo>
                    <a:pt x="114399" y="101071"/>
                    <a:pt x="114399" y="93247"/>
                    <a:pt x="114140" y="83402"/>
                  </a:cubicBezTo>
                  <a:cubicBezTo>
                    <a:pt x="114140" y="63368"/>
                    <a:pt x="113839" y="35080"/>
                    <a:pt x="113667" y="1204"/>
                  </a:cubicBezTo>
                  <a:lnTo>
                    <a:pt x="114613" y="2150"/>
                  </a:lnTo>
                  <a:lnTo>
                    <a:pt x="817" y="2150"/>
                  </a:lnTo>
                  <a:cubicBezTo>
                    <a:pt x="559" y="2150"/>
                    <a:pt x="2923" y="43"/>
                    <a:pt x="1934" y="1032"/>
                  </a:cubicBezTo>
                  <a:lnTo>
                    <a:pt x="1934" y="1032"/>
                  </a:lnTo>
                  <a:lnTo>
                    <a:pt x="1934" y="114742"/>
                  </a:lnTo>
                  <a:lnTo>
                    <a:pt x="989" y="113796"/>
                  </a:lnTo>
                  <a:lnTo>
                    <a:pt x="83187" y="114269"/>
                  </a:lnTo>
                  <a:lnTo>
                    <a:pt x="106402" y="114527"/>
                  </a:lnTo>
                  <a:lnTo>
                    <a:pt x="114785" y="114527"/>
                  </a:lnTo>
                  <a:cubicBezTo>
                    <a:pt x="114140" y="114527"/>
                    <a:pt x="113452" y="114527"/>
                    <a:pt x="112807" y="114527"/>
                  </a:cubicBezTo>
                  <a:lnTo>
                    <a:pt x="106832" y="114527"/>
                  </a:lnTo>
                  <a:lnTo>
                    <a:pt x="83789" y="114785"/>
                  </a:lnTo>
                  <a:lnTo>
                    <a:pt x="989" y="115301"/>
                  </a:lnTo>
                  <a:lnTo>
                    <a:pt x="0" y="115301"/>
                  </a:lnTo>
                  <a:lnTo>
                    <a:pt x="0" y="1118"/>
                  </a:lnTo>
                  <a:lnTo>
                    <a:pt x="0" y="1118"/>
                  </a:lnTo>
                  <a:lnTo>
                    <a:pt x="1118" y="0"/>
                  </a:lnTo>
                  <a:lnTo>
                    <a:pt x="115903" y="0"/>
                  </a:lnTo>
                  <a:lnTo>
                    <a:pt x="115903" y="989"/>
                  </a:lnTo>
                  <a:cubicBezTo>
                    <a:pt x="115688" y="35123"/>
                    <a:pt x="115516" y="63626"/>
                    <a:pt x="115387" y="83789"/>
                  </a:cubicBezTo>
                  <a:cubicBezTo>
                    <a:pt x="115387" y="93591"/>
                    <a:pt x="115387" y="101329"/>
                    <a:pt x="115129" y="106832"/>
                  </a:cubicBezTo>
                  <a:lnTo>
                    <a:pt x="115129" y="112807"/>
                  </a:lnTo>
                  <a:cubicBezTo>
                    <a:pt x="114957" y="113581"/>
                    <a:pt x="114699" y="114312"/>
                    <a:pt x="114399" y="115000"/>
                  </a:cubicBezTo>
                  <a:lnTo>
                    <a:pt x="114399" y="11500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8" name="Google Shape;798;p61"/>
            <p:cNvSpPr/>
            <p:nvPr/>
          </p:nvSpPr>
          <p:spPr>
            <a:xfrm>
              <a:off x="10635986" y="2165444"/>
              <a:ext cx="211427" cy="2235"/>
            </a:xfrm>
            <a:custGeom>
              <a:avLst/>
              <a:gdLst/>
              <a:ahLst/>
              <a:cxnLst/>
              <a:rect l="l" t="t" r="r" b="b"/>
              <a:pathLst>
                <a:path w="211427" h="2235" extrusionOk="0">
                  <a:moveTo>
                    <a:pt x="211428" y="1118"/>
                  </a:moveTo>
                  <a:cubicBezTo>
                    <a:pt x="211428" y="1720"/>
                    <a:pt x="164138" y="2236"/>
                    <a:pt x="105713" y="2236"/>
                  </a:cubicBezTo>
                  <a:cubicBezTo>
                    <a:pt x="47290" y="2236"/>
                    <a:pt x="0" y="1720"/>
                    <a:pt x="0" y="1118"/>
                  </a:cubicBezTo>
                  <a:cubicBezTo>
                    <a:pt x="0" y="516"/>
                    <a:pt x="47290" y="0"/>
                    <a:pt x="105713" y="0"/>
                  </a:cubicBezTo>
                  <a:cubicBezTo>
                    <a:pt x="164138" y="0"/>
                    <a:pt x="211428" y="516"/>
                    <a:pt x="211428" y="111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9" name="Google Shape;799;p61"/>
            <p:cNvSpPr/>
            <p:nvPr/>
          </p:nvSpPr>
          <p:spPr>
            <a:xfrm>
              <a:off x="10850037" y="2168583"/>
              <a:ext cx="2235" cy="265123"/>
            </a:xfrm>
            <a:custGeom>
              <a:avLst/>
              <a:gdLst/>
              <a:ahLst/>
              <a:cxnLst/>
              <a:rect l="l" t="t" r="r" b="b"/>
              <a:pathLst>
                <a:path w="2235" h="265123" extrusionOk="0">
                  <a:moveTo>
                    <a:pt x="1118" y="265123"/>
                  </a:moveTo>
                  <a:cubicBezTo>
                    <a:pt x="472" y="265123"/>
                    <a:pt x="0" y="205753"/>
                    <a:pt x="0" y="132540"/>
                  </a:cubicBezTo>
                  <a:cubicBezTo>
                    <a:pt x="0" y="59327"/>
                    <a:pt x="472" y="0"/>
                    <a:pt x="1118" y="0"/>
                  </a:cubicBezTo>
                  <a:cubicBezTo>
                    <a:pt x="1762" y="0"/>
                    <a:pt x="2236" y="59327"/>
                    <a:pt x="2236" y="132540"/>
                  </a:cubicBezTo>
                  <a:cubicBezTo>
                    <a:pt x="2236" y="205753"/>
                    <a:pt x="1719" y="265123"/>
                    <a:pt x="1118" y="26512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0" name="Google Shape;800;p61"/>
            <p:cNvSpPr/>
            <p:nvPr/>
          </p:nvSpPr>
          <p:spPr>
            <a:xfrm>
              <a:off x="10786669" y="2168583"/>
              <a:ext cx="2278" cy="265123"/>
            </a:xfrm>
            <a:custGeom>
              <a:avLst/>
              <a:gdLst/>
              <a:ahLst/>
              <a:cxnLst/>
              <a:rect l="l" t="t" r="r" b="b"/>
              <a:pathLst>
                <a:path w="2278" h="265123" extrusionOk="0">
                  <a:moveTo>
                    <a:pt x="1161" y="265123"/>
                  </a:moveTo>
                  <a:cubicBezTo>
                    <a:pt x="515" y="265123"/>
                    <a:pt x="0" y="205753"/>
                    <a:pt x="0" y="132540"/>
                  </a:cubicBezTo>
                  <a:cubicBezTo>
                    <a:pt x="0" y="59327"/>
                    <a:pt x="515" y="0"/>
                    <a:pt x="1161" y="0"/>
                  </a:cubicBezTo>
                  <a:cubicBezTo>
                    <a:pt x="1805" y="0"/>
                    <a:pt x="2279" y="59327"/>
                    <a:pt x="2279" y="132540"/>
                  </a:cubicBezTo>
                  <a:cubicBezTo>
                    <a:pt x="2279" y="205753"/>
                    <a:pt x="1762" y="265123"/>
                    <a:pt x="1161" y="26512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1" name="Google Shape;801;p61"/>
            <p:cNvSpPr/>
            <p:nvPr/>
          </p:nvSpPr>
          <p:spPr>
            <a:xfrm>
              <a:off x="10654644" y="2328379"/>
              <a:ext cx="17454" cy="17454"/>
            </a:xfrm>
            <a:custGeom>
              <a:avLst/>
              <a:gdLst/>
              <a:ahLst/>
              <a:cxnLst/>
              <a:rect l="l" t="t" r="r" b="b"/>
              <a:pathLst>
                <a:path w="17454" h="17454" extrusionOk="0">
                  <a:moveTo>
                    <a:pt x="-1" y="0"/>
                  </a:moveTo>
                  <a:lnTo>
                    <a:pt x="17454" y="0"/>
                  </a:lnTo>
                  <a:lnTo>
                    <a:pt x="17454" y="17454"/>
                  </a:lnTo>
                  <a:lnTo>
                    <a:pt x="-1"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2" name="Google Shape;802;p61"/>
            <p:cNvSpPr/>
            <p:nvPr/>
          </p:nvSpPr>
          <p:spPr>
            <a:xfrm>
              <a:off x="10678719" y="2328379"/>
              <a:ext cx="17454" cy="17454"/>
            </a:xfrm>
            <a:custGeom>
              <a:avLst/>
              <a:gdLst/>
              <a:ahLst/>
              <a:cxnLst/>
              <a:rect l="l" t="t" r="r" b="b"/>
              <a:pathLst>
                <a:path w="17454" h="17454" extrusionOk="0">
                  <a:moveTo>
                    <a:pt x="0" y="0"/>
                  </a:moveTo>
                  <a:lnTo>
                    <a:pt x="17454" y="0"/>
                  </a:lnTo>
                  <a:lnTo>
                    <a:pt x="17454"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3" name="Google Shape;803;p61"/>
            <p:cNvSpPr/>
            <p:nvPr/>
          </p:nvSpPr>
          <p:spPr>
            <a:xfrm>
              <a:off x="10702794" y="2328379"/>
              <a:ext cx="17454" cy="17454"/>
            </a:xfrm>
            <a:custGeom>
              <a:avLst/>
              <a:gdLst/>
              <a:ahLst/>
              <a:cxnLst/>
              <a:rect l="l" t="t" r="r" b="b"/>
              <a:pathLst>
                <a:path w="17454" h="17454" extrusionOk="0">
                  <a:moveTo>
                    <a:pt x="0" y="0"/>
                  </a:moveTo>
                  <a:lnTo>
                    <a:pt x="17455" y="0"/>
                  </a:lnTo>
                  <a:lnTo>
                    <a:pt x="17455"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4" name="Google Shape;804;p61"/>
            <p:cNvSpPr/>
            <p:nvPr/>
          </p:nvSpPr>
          <p:spPr>
            <a:xfrm>
              <a:off x="10726912" y="2328379"/>
              <a:ext cx="17454" cy="17454"/>
            </a:xfrm>
            <a:custGeom>
              <a:avLst/>
              <a:gdLst/>
              <a:ahLst/>
              <a:cxnLst/>
              <a:rect l="l" t="t" r="r" b="b"/>
              <a:pathLst>
                <a:path w="17454" h="17454" extrusionOk="0">
                  <a:moveTo>
                    <a:pt x="0" y="0"/>
                  </a:moveTo>
                  <a:lnTo>
                    <a:pt x="17454" y="0"/>
                  </a:lnTo>
                  <a:lnTo>
                    <a:pt x="17454"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5" name="Google Shape;805;p61"/>
            <p:cNvSpPr/>
            <p:nvPr/>
          </p:nvSpPr>
          <p:spPr>
            <a:xfrm>
              <a:off x="10750986" y="2328379"/>
              <a:ext cx="17454" cy="17454"/>
            </a:xfrm>
            <a:custGeom>
              <a:avLst/>
              <a:gdLst/>
              <a:ahLst/>
              <a:cxnLst/>
              <a:rect l="l" t="t" r="r" b="b"/>
              <a:pathLst>
                <a:path w="17454" h="17454" extrusionOk="0">
                  <a:moveTo>
                    <a:pt x="0" y="0"/>
                  </a:moveTo>
                  <a:lnTo>
                    <a:pt x="17455" y="0"/>
                  </a:lnTo>
                  <a:lnTo>
                    <a:pt x="17455"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6" name="Google Shape;806;p61"/>
            <p:cNvSpPr/>
            <p:nvPr/>
          </p:nvSpPr>
          <p:spPr>
            <a:xfrm>
              <a:off x="10654644" y="2351551"/>
              <a:ext cx="17454" cy="17454"/>
            </a:xfrm>
            <a:custGeom>
              <a:avLst/>
              <a:gdLst/>
              <a:ahLst/>
              <a:cxnLst/>
              <a:rect l="l" t="t" r="r" b="b"/>
              <a:pathLst>
                <a:path w="17454" h="17454" extrusionOk="0">
                  <a:moveTo>
                    <a:pt x="-1" y="0"/>
                  </a:moveTo>
                  <a:lnTo>
                    <a:pt x="17454" y="0"/>
                  </a:lnTo>
                  <a:lnTo>
                    <a:pt x="17454" y="17454"/>
                  </a:lnTo>
                  <a:lnTo>
                    <a:pt x="-1"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7" name="Google Shape;807;p61"/>
            <p:cNvSpPr/>
            <p:nvPr/>
          </p:nvSpPr>
          <p:spPr>
            <a:xfrm>
              <a:off x="10678719" y="2351551"/>
              <a:ext cx="17454" cy="17454"/>
            </a:xfrm>
            <a:custGeom>
              <a:avLst/>
              <a:gdLst/>
              <a:ahLst/>
              <a:cxnLst/>
              <a:rect l="l" t="t" r="r" b="b"/>
              <a:pathLst>
                <a:path w="17454" h="17454" extrusionOk="0">
                  <a:moveTo>
                    <a:pt x="0" y="0"/>
                  </a:moveTo>
                  <a:lnTo>
                    <a:pt x="17454" y="0"/>
                  </a:lnTo>
                  <a:lnTo>
                    <a:pt x="17454"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8" name="Google Shape;808;p61"/>
            <p:cNvSpPr/>
            <p:nvPr/>
          </p:nvSpPr>
          <p:spPr>
            <a:xfrm>
              <a:off x="10702794" y="2351551"/>
              <a:ext cx="17454" cy="17454"/>
            </a:xfrm>
            <a:custGeom>
              <a:avLst/>
              <a:gdLst/>
              <a:ahLst/>
              <a:cxnLst/>
              <a:rect l="l" t="t" r="r" b="b"/>
              <a:pathLst>
                <a:path w="17454" h="17454" extrusionOk="0">
                  <a:moveTo>
                    <a:pt x="0" y="0"/>
                  </a:moveTo>
                  <a:lnTo>
                    <a:pt x="17455" y="0"/>
                  </a:lnTo>
                  <a:lnTo>
                    <a:pt x="17455"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9" name="Google Shape;809;p61"/>
            <p:cNvSpPr/>
            <p:nvPr/>
          </p:nvSpPr>
          <p:spPr>
            <a:xfrm>
              <a:off x="10726912" y="2351551"/>
              <a:ext cx="17454" cy="17454"/>
            </a:xfrm>
            <a:custGeom>
              <a:avLst/>
              <a:gdLst/>
              <a:ahLst/>
              <a:cxnLst/>
              <a:rect l="l" t="t" r="r" b="b"/>
              <a:pathLst>
                <a:path w="17454" h="17454" extrusionOk="0">
                  <a:moveTo>
                    <a:pt x="0" y="0"/>
                  </a:moveTo>
                  <a:lnTo>
                    <a:pt x="17454" y="0"/>
                  </a:lnTo>
                  <a:lnTo>
                    <a:pt x="17454"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0" name="Google Shape;810;p61"/>
            <p:cNvSpPr/>
            <p:nvPr/>
          </p:nvSpPr>
          <p:spPr>
            <a:xfrm>
              <a:off x="10750986" y="2351551"/>
              <a:ext cx="17454" cy="17454"/>
            </a:xfrm>
            <a:custGeom>
              <a:avLst/>
              <a:gdLst/>
              <a:ahLst/>
              <a:cxnLst/>
              <a:rect l="l" t="t" r="r" b="b"/>
              <a:pathLst>
                <a:path w="17454" h="17454" extrusionOk="0">
                  <a:moveTo>
                    <a:pt x="0" y="0"/>
                  </a:moveTo>
                  <a:lnTo>
                    <a:pt x="17455" y="0"/>
                  </a:lnTo>
                  <a:lnTo>
                    <a:pt x="17455"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1" name="Google Shape;811;p61"/>
            <p:cNvSpPr/>
            <p:nvPr/>
          </p:nvSpPr>
          <p:spPr>
            <a:xfrm>
              <a:off x="10654644" y="2374680"/>
              <a:ext cx="17454" cy="17454"/>
            </a:xfrm>
            <a:custGeom>
              <a:avLst/>
              <a:gdLst/>
              <a:ahLst/>
              <a:cxnLst/>
              <a:rect l="l" t="t" r="r" b="b"/>
              <a:pathLst>
                <a:path w="17454" h="17454" extrusionOk="0">
                  <a:moveTo>
                    <a:pt x="-1" y="0"/>
                  </a:moveTo>
                  <a:lnTo>
                    <a:pt x="17454" y="0"/>
                  </a:lnTo>
                  <a:lnTo>
                    <a:pt x="17454" y="17454"/>
                  </a:lnTo>
                  <a:lnTo>
                    <a:pt x="-1"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2" name="Google Shape;812;p61"/>
            <p:cNvSpPr/>
            <p:nvPr/>
          </p:nvSpPr>
          <p:spPr>
            <a:xfrm>
              <a:off x="10678719" y="2374680"/>
              <a:ext cx="17454" cy="17454"/>
            </a:xfrm>
            <a:custGeom>
              <a:avLst/>
              <a:gdLst/>
              <a:ahLst/>
              <a:cxnLst/>
              <a:rect l="l" t="t" r="r" b="b"/>
              <a:pathLst>
                <a:path w="17454" h="17454" extrusionOk="0">
                  <a:moveTo>
                    <a:pt x="0" y="0"/>
                  </a:moveTo>
                  <a:lnTo>
                    <a:pt x="17454" y="0"/>
                  </a:lnTo>
                  <a:lnTo>
                    <a:pt x="17454"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3" name="Google Shape;813;p61"/>
            <p:cNvSpPr/>
            <p:nvPr/>
          </p:nvSpPr>
          <p:spPr>
            <a:xfrm>
              <a:off x="10702794" y="2374680"/>
              <a:ext cx="17454" cy="17454"/>
            </a:xfrm>
            <a:custGeom>
              <a:avLst/>
              <a:gdLst/>
              <a:ahLst/>
              <a:cxnLst/>
              <a:rect l="l" t="t" r="r" b="b"/>
              <a:pathLst>
                <a:path w="17454" h="17454" extrusionOk="0">
                  <a:moveTo>
                    <a:pt x="0" y="0"/>
                  </a:moveTo>
                  <a:lnTo>
                    <a:pt x="17455" y="0"/>
                  </a:lnTo>
                  <a:lnTo>
                    <a:pt x="17455" y="17454"/>
                  </a:lnTo>
                  <a:lnTo>
                    <a:pt x="0" y="174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4" name="Google Shape;814;p61"/>
            <p:cNvSpPr/>
            <p:nvPr/>
          </p:nvSpPr>
          <p:spPr>
            <a:xfrm>
              <a:off x="10726912" y="2374680"/>
              <a:ext cx="41571" cy="17454"/>
            </a:xfrm>
            <a:custGeom>
              <a:avLst/>
              <a:gdLst/>
              <a:ahLst/>
              <a:cxnLst/>
              <a:rect l="l" t="t" r="r" b="b"/>
              <a:pathLst>
                <a:path w="41571" h="17454" extrusionOk="0">
                  <a:moveTo>
                    <a:pt x="0" y="0"/>
                  </a:moveTo>
                  <a:lnTo>
                    <a:pt x="41571" y="0"/>
                  </a:lnTo>
                  <a:lnTo>
                    <a:pt x="41571" y="17454"/>
                  </a:lnTo>
                  <a:lnTo>
                    <a:pt x="0" y="17454"/>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5" name="Google Shape;815;p61"/>
            <p:cNvSpPr/>
            <p:nvPr/>
          </p:nvSpPr>
          <p:spPr>
            <a:xfrm>
              <a:off x="10660104" y="2226699"/>
              <a:ext cx="102621" cy="60812"/>
            </a:xfrm>
            <a:custGeom>
              <a:avLst/>
              <a:gdLst/>
              <a:ahLst/>
              <a:cxnLst/>
              <a:rect l="l" t="t" r="r" b="b"/>
              <a:pathLst>
                <a:path w="102621" h="60812" extrusionOk="0">
                  <a:moveTo>
                    <a:pt x="102619" y="24512"/>
                  </a:moveTo>
                  <a:cubicBezTo>
                    <a:pt x="102619" y="24512"/>
                    <a:pt x="99996" y="24254"/>
                    <a:pt x="95225" y="23867"/>
                  </a:cubicBezTo>
                  <a:cubicBezTo>
                    <a:pt x="92344" y="23609"/>
                    <a:pt x="89464" y="23738"/>
                    <a:pt x="86627" y="24254"/>
                  </a:cubicBezTo>
                  <a:cubicBezTo>
                    <a:pt x="82972" y="24899"/>
                    <a:pt x="79576" y="26704"/>
                    <a:pt x="77040" y="29413"/>
                  </a:cubicBezTo>
                  <a:cubicBezTo>
                    <a:pt x="74331" y="33024"/>
                    <a:pt x="73213" y="37581"/>
                    <a:pt x="73945" y="42052"/>
                  </a:cubicBezTo>
                  <a:cubicBezTo>
                    <a:pt x="74159" y="44717"/>
                    <a:pt x="74159" y="47383"/>
                    <a:pt x="73945" y="50048"/>
                  </a:cubicBezTo>
                  <a:cubicBezTo>
                    <a:pt x="73514" y="52971"/>
                    <a:pt x="72268" y="55723"/>
                    <a:pt x="70333" y="58001"/>
                  </a:cubicBezTo>
                  <a:cubicBezTo>
                    <a:pt x="68141" y="60667"/>
                    <a:pt x="64443" y="61527"/>
                    <a:pt x="61262" y="60194"/>
                  </a:cubicBezTo>
                  <a:cubicBezTo>
                    <a:pt x="58339" y="58603"/>
                    <a:pt x="56103" y="56024"/>
                    <a:pt x="54985" y="52885"/>
                  </a:cubicBezTo>
                  <a:cubicBezTo>
                    <a:pt x="52664" y="46824"/>
                    <a:pt x="51116" y="40504"/>
                    <a:pt x="50428" y="34056"/>
                  </a:cubicBezTo>
                  <a:cubicBezTo>
                    <a:pt x="49525" y="27478"/>
                    <a:pt x="50428" y="20900"/>
                    <a:pt x="49741" y="15011"/>
                  </a:cubicBezTo>
                  <a:cubicBezTo>
                    <a:pt x="49482" y="12173"/>
                    <a:pt x="48537" y="9422"/>
                    <a:pt x="46990" y="7014"/>
                  </a:cubicBezTo>
                  <a:cubicBezTo>
                    <a:pt x="45527" y="4779"/>
                    <a:pt x="43335" y="3145"/>
                    <a:pt x="40755" y="2371"/>
                  </a:cubicBezTo>
                  <a:cubicBezTo>
                    <a:pt x="38305" y="1856"/>
                    <a:pt x="35769" y="2457"/>
                    <a:pt x="33877" y="4091"/>
                  </a:cubicBezTo>
                  <a:cubicBezTo>
                    <a:pt x="32029" y="5682"/>
                    <a:pt x="30567" y="7702"/>
                    <a:pt x="29578" y="9938"/>
                  </a:cubicBezTo>
                  <a:cubicBezTo>
                    <a:pt x="27558" y="14237"/>
                    <a:pt x="26741" y="19138"/>
                    <a:pt x="24549" y="22835"/>
                  </a:cubicBezTo>
                  <a:cubicBezTo>
                    <a:pt x="22570" y="26403"/>
                    <a:pt x="19475" y="29198"/>
                    <a:pt x="15735" y="30745"/>
                  </a:cubicBezTo>
                  <a:cubicBezTo>
                    <a:pt x="13026" y="31906"/>
                    <a:pt x="10103" y="32465"/>
                    <a:pt x="7137" y="32293"/>
                  </a:cubicBezTo>
                  <a:cubicBezTo>
                    <a:pt x="5246" y="32207"/>
                    <a:pt x="3396" y="31820"/>
                    <a:pt x="1677" y="31089"/>
                  </a:cubicBezTo>
                  <a:cubicBezTo>
                    <a:pt x="1075" y="30874"/>
                    <a:pt x="516" y="30573"/>
                    <a:pt x="0" y="30143"/>
                  </a:cubicBezTo>
                  <a:cubicBezTo>
                    <a:pt x="2322" y="30917"/>
                    <a:pt x="4729" y="31347"/>
                    <a:pt x="7180" y="31433"/>
                  </a:cubicBezTo>
                  <a:cubicBezTo>
                    <a:pt x="10017" y="31433"/>
                    <a:pt x="12811" y="30788"/>
                    <a:pt x="15391" y="29585"/>
                  </a:cubicBezTo>
                  <a:cubicBezTo>
                    <a:pt x="18787" y="28037"/>
                    <a:pt x="21538" y="25414"/>
                    <a:pt x="23259" y="22104"/>
                  </a:cubicBezTo>
                  <a:cubicBezTo>
                    <a:pt x="25236" y="18450"/>
                    <a:pt x="25967" y="13764"/>
                    <a:pt x="28030" y="8992"/>
                  </a:cubicBezTo>
                  <a:cubicBezTo>
                    <a:pt x="29105" y="6456"/>
                    <a:pt x="30739" y="4177"/>
                    <a:pt x="32845" y="2371"/>
                  </a:cubicBezTo>
                  <a:cubicBezTo>
                    <a:pt x="35210" y="351"/>
                    <a:pt x="38391" y="-423"/>
                    <a:pt x="41444" y="222"/>
                  </a:cubicBezTo>
                  <a:cubicBezTo>
                    <a:pt x="47634" y="2328"/>
                    <a:pt x="51890" y="8046"/>
                    <a:pt x="52105" y="14581"/>
                  </a:cubicBezTo>
                  <a:cubicBezTo>
                    <a:pt x="52793" y="20986"/>
                    <a:pt x="52105" y="27220"/>
                    <a:pt x="52879" y="33626"/>
                  </a:cubicBezTo>
                  <a:cubicBezTo>
                    <a:pt x="53524" y="39859"/>
                    <a:pt x="54942" y="45964"/>
                    <a:pt x="57178" y="51811"/>
                  </a:cubicBezTo>
                  <a:cubicBezTo>
                    <a:pt x="58080" y="54433"/>
                    <a:pt x="59930" y="56669"/>
                    <a:pt x="62336" y="58044"/>
                  </a:cubicBezTo>
                  <a:cubicBezTo>
                    <a:pt x="64701" y="59076"/>
                    <a:pt x="67453" y="58388"/>
                    <a:pt x="69043" y="56411"/>
                  </a:cubicBezTo>
                  <a:cubicBezTo>
                    <a:pt x="70720" y="54476"/>
                    <a:pt x="71795" y="52069"/>
                    <a:pt x="72182" y="49532"/>
                  </a:cubicBezTo>
                  <a:cubicBezTo>
                    <a:pt x="72397" y="46996"/>
                    <a:pt x="72397" y="44502"/>
                    <a:pt x="72182" y="41966"/>
                  </a:cubicBezTo>
                  <a:cubicBezTo>
                    <a:pt x="72052" y="39472"/>
                    <a:pt x="72182" y="36936"/>
                    <a:pt x="72698" y="34485"/>
                  </a:cubicBezTo>
                  <a:cubicBezTo>
                    <a:pt x="73170" y="32121"/>
                    <a:pt x="74288" y="29971"/>
                    <a:pt x="75922" y="28209"/>
                  </a:cubicBezTo>
                  <a:cubicBezTo>
                    <a:pt x="78759" y="25328"/>
                    <a:pt x="82457" y="23437"/>
                    <a:pt x="86455" y="22835"/>
                  </a:cubicBezTo>
                  <a:cubicBezTo>
                    <a:pt x="89378" y="22405"/>
                    <a:pt x="92387" y="22405"/>
                    <a:pt x="95311" y="22835"/>
                  </a:cubicBezTo>
                  <a:cubicBezTo>
                    <a:pt x="97718" y="23136"/>
                    <a:pt x="99610" y="23523"/>
                    <a:pt x="100771" y="23781"/>
                  </a:cubicBezTo>
                  <a:cubicBezTo>
                    <a:pt x="101932" y="24039"/>
                    <a:pt x="102662" y="24426"/>
                    <a:pt x="102619" y="24512"/>
                  </a:cubicBezTo>
                  <a:lnTo>
                    <a:pt x="102619" y="24512"/>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6" name="Google Shape;816;p61"/>
            <p:cNvSpPr/>
            <p:nvPr/>
          </p:nvSpPr>
          <p:spPr>
            <a:xfrm>
              <a:off x="10725880" y="3394720"/>
              <a:ext cx="260910" cy="20506"/>
            </a:xfrm>
            <a:custGeom>
              <a:avLst/>
              <a:gdLst/>
              <a:ahLst/>
              <a:cxnLst/>
              <a:rect l="l" t="t" r="r" b="b"/>
              <a:pathLst>
                <a:path w="260910" h="20506" extrusionOk="0">
                  <a:moveTo>
                    <a:pt x="260910" y="20507"/>
                  </a:moveTo>
                  <a:lnTo>
                    <a:pt x="0" y="20507"/>
                  </a:lnTo>
                  <a:cubicBezTo>
                    <a:pt x="0" y="9200"/>
                    <a:pt x="9201" y="43"/>
                    <a:pt x="20507" y="0"/>
                  </a:cubicBezTo>
                  <a:lnTo>
                    <a:pt x="240275" y="0"/>
                  </a:lnTo>
                  <a:cubicBezTo>
                    <a:pt x="251625" y="-43"/>
                    <a:pt x="260867" y="9114"/>
                    <a:pt x="260910" y="20464"/>
                  </a:cubicBezTo>
                  <a:lnTo>
                    <a:pt x="260910" y="20464"/>
                  </a:lnTo>
                  <a:cubicBezTo>
                    <a:pt x="260910" y="20464"/>
                    <a:pt x="260910" y="20464"/>
                    <a:pt x="260910" y="20464"/>
                  </a:cubicBez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7" name="Google Shape;817;p61"/>
            <p:cNvSpPr/>
            <p:nvPr/>
          </p:nvSpPr>
          <p:spPr>
            <a:xfrm>
              <a:off x="10712639" y="3405037"/>
              <a:ext cx="58294" cy="58295"/>
            </a:xfrm>
            <a:custGeom>
              <a:avLst/>
              <a:gdLst/>
              <a:ahLst/>
              <a:cxnLst/>
              <a:rect l="l" t="t" r="r" b="b"/>
              <a:pathLst>
                <a:path w="58294" h="58295" extrusionOk="0">
                  <a:moveTo>
                    <a:pt x="58295" y="29148"/>
                  </a:moveTo>
                  <a:cubicBezTo>
                    <a:pt x="58295" y="45226"/>
                    <a:pt x="45225" y="58295"/>
                    <a:pt x="29147" y="58295"/>
                  </a:cubicBezTo>
                  <a:cubicBezTo>
                    <a:pt x="13068" y="58295"/>
                    <a:pt x="0" y="45226"/>
                    <a:pt x="0" y="29148"/>
                  </a:cubicBezTo>
                  <a:cubicBezTo>
                    <a:pt x="0" y="13069"/>
                    <a:pt x="13068" y="0"/>
                    <a:pt x="29147" y="0"/>
                  </a:cubicBezTo>
                  <a:cubicBezTo>
                    <a:pt x="45225" y="0"/>
                    <a:pt x="58295" y="13069"/>
                    <a:pt x="58295" y="29148"/>
                  </a:cubicBezTo>
                  <a:lnTo>
                    <a:pt x="58295" y="2914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8" name="Google Shape;818;p61"/>
            <p:cNvSpPr/>
            <p:nvPr/>
          </p:nvSpPr>
          <p:spPr>
            <a:xfrm>
              <a:off x="10955235" y="3405037"/>
              <a:ext cx="58295" cy="58295"/>
            </a:xfrm>
            <a:custGeom>
              <a:avLst/>
              <a:gdLst/>
              <a:ahLst/>
              <a:cxnLst/>
              <a:rect l="l" t="t" r="r" b="b"/>
              <a:pathLst>
                <a:path w="58295" h="58295" extrusionOk="0">
                  <a:moveTo>
                    <a:pt x="58296" y="29148"/>
                  </a:moveTo>
                  <a:cubicBezTo>
                    <a:pt x="58296" y="45226"/>
                    <a:pt x="45226" y="58295"/>
                    <a:pt x="29148" y="58295"/>
                  </a:cubicBezTo>
                  <a:cubicBezTo>
                    <a:pt x="13069" y="58295"/>
                    <a:pt x="0" y="45226"/>
                    <a:pt x="0" y="29148"/>
                  </a:cubicBezTo>
                  <a:cubicBezTo>
                    <a:pt x="0" y="13069"/>
                    <a:pt x="13069" y="0"/>
                    <a:pt x="29148" y="0"/>
                  </a:cubicBezTo>
                  <a:cubicBezTo>
                    <a:pt x="45226" y="0"/>
                    <a:pt x="58253" y="13069"/>
                    <a:pt x="58296" y="2914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9" name="Google Shape;819;p61"/>
            <p:cNvSpPr/>
            <p:nvPr/>
          </p:nvSpPr>
          <p:spPr>
            <a:xfrm>
              <a:off x="10827123" y="3405209"/>
              <a:ext cx="58295" cy="58295"/>
            </a:xfrm>
            <a:custGeom>
              <a:avLst/>
              <a:gdLst/>
              <a:ahLst/>
              <a:cxnLst/>
              <a:rect l="l" t="t" r="r" b="b"/>
              <a:pathLst>
                <a:path w="58295" h="58295" extrusionOk="0">
                  <a:moveTo>
                    <a:pt x="58296" y="29148"/>
                  </a:moveTo>
                  <a:cubicBezTo>
                    <a:pt x="58296" y="45246"/>
                    <a:pt x="45246" y="58296"/>
                    <a:pt x="29148" y="58296"/>
                  </a:cubicBezTo>
                  <a:cubicBezTo>
                    <a:pt x="13050" y="58296"/>
                    <a:pt x="0" y="45246"/>
                    <a:pt x="0" y="29148"/>
                  </a:cubicBezTo>
                  <a:cubicBezTo>
                    <a:pt x="0" y="13050"/>
                    <a:pt x="13049" y="0"/>
                    <a:pt x="29148" y="0"/>
                  </a:cubicBezTo>
                  <a:cubicBezTo>
                    <a:pt x="45245" y="0"/>
                    <a:pt x="58296" y="13050"/>
                    <a:pt x="58296" y="2914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0" name="Google Shape;820;p61"/>
            <p:cNvSpPr/>
            <p:nvPr/>
          </p:nvSpPr>
          <p:spPr>
            <a:xfrm>
              <a:off x="10601121" y="2732294"/>
              <a:ext cx="874258" cy="732457"/>
            </a:xfrm>
            <a:custGeom>
              <a:avLst/>
              <a:gdLst/>
              <a:ahLst/>
              <a:cxnLst/>
              <a:rect l="l" t="t" r="r" b="b"/>
              <a:pathLst>
                <a:path w="874258" h="732457" extrusionOk="0">
                  <a:moveTo>
                    <a:pt x="660208" y="56085"/>
                  </a:moveTo>
                  <a:cubicBezTo>
                    <a:pt x="650535" y="24831"/>
                    <a:pt x="621818" y="3421"/>
                    <a:pt x="589101" y="3035"/>
                  </a:cubicBezTo>
                  <a:lnTo>
                    <a:pt x="527754" y="2046"/>
                  </a:lnTo>
                  <a:cubicBezTo>
                    <a:pt x="440225" y="498"/>
                    <a:pt x="331243" y="-1393"/>
                    <a:pt x="281074" y="1530"/>
                  </a:cubicBezTo>
                  <a:cubicBezTo>
                    <a:pt x="232580" y="4367"/>
                    <a:pt x="203949" y="27324"/>
                    <a:pt x="188515" y="46154"/>
                  </a:cubicBezTo>
                  <a:cubicBezTo>
                    <a:pt x="178282" y="58278"/>
                    <a:pt x="170716" y="72379"/>
                    <a:pt x="166246" y="87597"/>
                  </a:cubicBezTo>
                  <a:lnTo>
                    <a:pt x="166246" y="88285"/>
                  </a:lnTo>
                  <a:cubicBezTo>
                    <a:pt x="130176" y="261838"/>
                    <a:pt x="2537" y="720764"/>
                    <a:pt x="0" y="731211"/>
                  </a:cubicBezTo>
                  <a:lnTo>
                    <a:pt x="35855" y="730695"/>
                  </a:lnTo>
                  <a:cubicBezTo>
                    <a:pt x="38735" y="719173"/>
                    <a:pt x="187225" y="149461"/>
                    <a:pt x="198446" y="95464"/>
                  </a:cubicBezTo>
                  <a:cubicBezTo>
                    <a:pt x="199821" y="90521"/>
                    <a:pt x="216286" y="38373"/>
                    <a:pt x="283180" y="34461"/>
                  </a:cubicBezTo>
                  <a:cubicBezTo>
                    <a:pt x="332103" y="31623"/>
                    <a:pt x="440354" y="33515"/>
                    <a:pt x="527367" y="35020"/>
                  </a:cubicBezTo>
                  <a:cubicBezTo>
                    <a:pt x="549894" y="35407"/>
                    <a:pt x="571175" y="35793"/>
                    <a:pt x="588843" y="36008"/>
                  </a:cubicBezTo>
                  <a:cubicBezTo>
                    <a:pt x="607329" y="36266"/>
                    <a:pt x="623494" y="48433"/>
                    <a:pt x="628868" y="66102"/>
                  </a:cubicBezTo>
                  <a:lnTo>
                    <a:pt x="839522" y="732457"/>
                  </a:lnTo>
                  <a:lnTo>
                    <a:pt x="874259" y="731297"/>
                  </a:lnTo>
                  <a:lnTo>
                    <a:pt x="660208" y="56085"/>
                  </a:lnTo>
                  <a:lnTo>
                    <a:pt x="660208" y="5608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1" name="Google Shape;821;p61"/>
            <p:cNvSpPr/>
            <p:nvPr/>
          </p:nvSpPr>
          <p:spPr>
            <a:xfrm>
              <a:off x="10599487" y="2731761"/>
              <a:ext cx="876794" cy="733764"/>
            </a:xfrm>
            <a:custGeom>
              <a:avLst/>
              <a:gdLst/>
              <a:ahLst/>
              <a:cxnLst/>
              <a:rect l="l" t="t" r="r" b="b"/>
              <a:pathLst>
                <a:path w="876794" h="733764" extrusionOk="0">
                  <a:moveTo>
                    <a:pt x="661841" y="56619"/>
                  </a:moveTo>
                  <a:cubicBezTo>
                    <a:pt x="661841" y="56619"/>
                    <a:pt x="663217" y="60660"/>
                    <a:pt x="665753" y="68613"/>
                  </a:cubicBezTo>
                  <a:cubicBezTo>
                    <a:pt x="668290" y="76566"/>
                    <a:pt x="672072" y="88346"/>
                    <a:pt x="677017" y="103779"/>
                  </a:cubicBezTo>
                  <a:cubicBezTo>
                    <a:pt x="686905" y="134690"/>
                    <a:pt x="701392" y="180217"/>
                    <a:pt x="720008" y="238641"/>
                  </a:cubicBezTo>
                  <a:cubicBezTo>
                    <a:pt x="757022" y="355619"/>
                    <a:pt x="810675" y="524357"/>
                    <a:pt x="876450" y="731486"/>
                  </a:cubicBezTo>
                  <a:lnTo>
                    <a:pt x="876795" y="732604"/>
                  </a:lnTo>
                  <a:lnTo>
                    <a:pt x="875634" y="732604"/>
                  </a:lnTo>
                  <a:lnTo>
                    <a:pt x="840897" y="733765"/>
                  </a:lnTo>
                  <a:lnTo>
                    <a:pt x="840252" y="733765"/>
                  </a:lnTo>
                  <a:lnTo>
                    <a:pt x="840037" y="733120"/>
                  </a:lnTo>
                  <a:cubicBezTo>
                    <a:pt x="791931" y="581062"/>
                    <a:pt x="737161" y="407852"/>
                    <a:pt x="677748" y="219940"/>
                  </a:cubicBezTo>
                  <a:cubicBezTo>
                    <a:pt x="662873" y="172952"/>
                    <a:pt x="647740" y="125060"/>
                    <a:pt x="632349" y="76308"/>
                  </a:cubicBezTo>
                  <a:cubicBezTo>
                    <a:pt x="630759" y="70161"/>
                    <a:pt x="628523" y="64228"/>
                    <a:pt x="625729" y="58553"/>
                  </a:cubicBezTo>
                  <a:cubicBezTo>
                    <a:pt x="619409" y="47419"/>
                    <a:pt x="608318" y="39852"/>
                    <a:pt x="595636" y="38047"/>
                  </a:cubicBezTo>
                  <a:cubicBezTo>
                    <a:pt x="592455" y="37660"/>
                    <a:pt x="589273" y="37488"/>
                    <a:pt x="586091" y="37531"/>
                  </a:cubicBezTo>
                  <a:lnTo>
                    <a:pt x="576376" y="37531"/>
                  </a:lnTo>
                  <a:lnTo>
                    <a:pt x="497875" y="36241"/>
                  </a:lnTo>
                  <a:cubicBezTo>
                    <a:pt x="445126" y="35424"/>
                    <a:pt x="391644" y="34478"/>
                    <a:pt x="337520" y="34865"/>
                  </a:cubicBezTo>
                  <a:cubicBezTo>
                    <a:pt x="324020" y="34865"/>
                    <a:pt x="310435" y="35166"/>
                    <a:pt x="296851" y="35682"/>
                  </a:cubicBezTo>
                  <a:cubicBezTo>
                    <a:pt x="283265" y="35682"/>
                    <a:pt x="269810" y="37574"/>
                    <a:pt x="256783" y="41443"/>
                  </a:cubicBezTo>
                  <a:cubicBezTo>
                    <a:pt x="243843" y="45527"/>
                    <a:pt x="232064" y="52621"/>
                    <a:pt x="222391" y="62121"/>
                  </a:cubicBezTo>
                  <a:cubicBezTo>
                    <a:pt x="212546" y="71665"/>
                    <a:pt x="205194" y="83488"/>
                    <a:pt x="200895" y="96514"/>
                  </a:cubicBezTo>
                  <a:lnTo>
                    <a:pt x="200895" y="96514"/>
                  </a:lnTo>
                  <a:cubicBezTo>
                    <a:pt x="194533" y="124759"/>
                    <a:pt x="187353" y="152402"/>
                    <a:pt x="180432" y="180260"/>
                  </a:cubicBezTo>
                  <a:cubicBezTo>
                    <a:pt x="173510" y="208118"/>
                    <a:pt x="166417" y="235503"/>
                    <a:pt x="159452" y="262845"/>
                  </a:cubicBezTo>
                  <a:cubicBezTo>
                    <a:pt x="145395" y="317486"/>
                    <a:pt x="131551" y="371353"/>
                    <a:pt x="117880" y="424490"/>
                  </a:cubicBezTo>
                  <a:cubicBezTo>
                    <a:pt x="90366" y="530634"/>
                    <a:pt x="63754" y="633382"/>
                    <a:pt x="38261" y="731701"/>
                  </a:cubicBezTo>
                  <a:lnTo>
                    <a:pt x="38046" y="732475"/>
                  </a:lnTo>
                  <a:lnTo>
                    <a:pt x="37230" y="732475"/>
                  </a:lnTo>
                  <a:lnTo>
                    <a:pt x="1376" y="732948"/>
                  </a:lnTo>
                  <a:lnTo>
                    <a:pt x="0" y="732948"/>
                  </a:lnTo>
                  <a:lnTo>
                    <a:pt x="343" y="731615"/>
                  </a:lnTo>
                  <a:cubicBezTo>
                    <a:pt x="47633" y="559094"/>
                    <a:pt x="90968" y="399125"/>
                    <a:pt x="127252" y="255666"/>
                  </a:cubicBezTo>
                  <a:cubicBezTo>
                    <a:pt x="136237" y="219768"/>
                    <a:pt x="144921" y="184946"/>
                    <a:pt x="153046" y="151155"/>
                  </a:cubicBezTo>
                  <a:lnTo>
                    <a:pt x="158893" y="126006"/>
                  </a:lnTo>
                  <a:cubicBezTo>
                    <a:pt x="160742" y="117708"/>
                    <a:pt x="162548" y="109454"/>
                    <a:pt x="164310" y="101243"/>
                  </a:cubicBezTo>
                  <a:lnTo>
                    <a:pt x="167018" y="89034"/>
                  </a:lnTo>
                  <a:cubicBezTo>
                    <a:pt x="168007" y="84993"/>
                    <a:pt x="169340" y="80994"/>
                    <a:pt x="171017" y="77168"/>
                  </a:cubicBezTo>
                  <a:cubicBezTo>
                    <a:pt x="174198" y="69645"/>
                    <a:pt x="178110" y="62422"/>
                    <a:pt x="182753" y="55673"/>
                  </a:cubicBezTo>
                  <a:cubicBezTo>
                    <a:pt x="191695" y="42432"/>
                    <a:pt x="203174" y="31125"/>
                    <a:pt x="216543" y="22398"/>
                  </a:cubicBezTo>
                  <a:cubicBezTo>
                    <a:pt x="229398" y="14101"/>
                    <a:pt x="243628" y="8168"/>
                    <a:pt x="258588" y="4944"/>
                  </a:cubicBezTo>
                  <a:cubicBezTo>
                    <a:pt x="272905" y="2150"/>
                    <a:pt x="287435" y="688"/>
                    <a:pt x="302009" y="645"/>
                  </a:cubicBezTo>
                  <a:cubicBezTo>
                    <a:pt x="316197" y="215"/>
                    <a:pt x="330039" y="86"/>
                    <a:pt x="343538" y="0"/>
                  </a:cubicBezTo>
                  <a:cubicBezTo>
                    <a:pt x="397492" y="0"/>
                    <a:pt x="445856" y="688"/>
                    <a:pt x="488030" y="1419"/>
                  </a:cubicBezTo>
                  <a:cubicBezTo>
                    <a:pt x="530203" y="2150"/>
                    <a:pt x="566230" y="2622"/>
                    <a:pt x="595507" y="3525"/>
                  </a:cubicBezTo>
                  <a:cubicBezTo>
                    <a:pt x="608533" y="4514"/>
                    <a:pt x="621086" y="8856"/>
                    <a:pt x="631920" y="16122"/>
                  </a:cubicBezTo>
                  <a:cubicBezTo>
                    <a:pt x="639787" y="21366"/>
                    <a:pt x="646579" y="28073"/>
                    <a:pt x="651953" y="35897"/>
                  </a:cubicBezTo>
                  <a:cubicBezTo>
                    <a:pt x="655220" y="40626"/>
                    <a:pt x="657929" y="45742"/>
                    <a:pt x="660036" y="51116"/>
                  </a:cubicBezTo>
                  <a:cubicBezTo>
                    <a:pt x="661325" y="54813"/>
                    <a:pt x="661927" y="56662"/>
                    <a:pt x="661927" y="56662"/>
                  </a:cubicBezTo>
                  <a:cubicBezTo>
                    <a:pt x="661927" y="56662"/>
                    <a:pt x="661197" y="54813"/>
                    <a:pt x="659864" y="51202"/>
                  </a:cubicBezTo>
                  <a:cubicBezTo>
                    <a:pt x="657714" y="45871"/>
                    <a:pt x="654962" y="40798"/>
                    <a:pt x="651652" y="36069"/>
                  </a:cubicBezTo>
                  <a:cubicBezTo>
                    <a:pt x="638670" y="17497"/>
                    <a:pt x="617991" y="5804"/>
                    <a:pt x="595378" y="4170"/>
                  </a:cubicBezTo>
                  <a:cubicBezTo>
                    <a:pt x="566144" y="3396"/>
                    <a:pt x="530075" y="3095"/>
                    <a:pt x="487901" y="2364"/>
                  </a:cubicBezTo>
                  <a:cubicBezTo>
                    <a:pt x="445727" y="1634"/>
                    <a:pt x="397362" y="989"/>
                    <a:pt x="343409" y="1247"/>
                  </a:cubicBezTo>
                  <a:cubicBezTo>
                    <a:pt x="329910" y="1247"/>
                    <a:pt x="316068" y="1505"/>
                    <a:pt x="301923" y="1935"/>
                  </a:cubicBezTo>
                  <a:cubicBezTo>
                    <a:pt x="287478" y="2021"/>
                    <a:pt x="273077" y="3439"/>
                    <a:pt x="258933" y="6234"/>
                  </a:cubicBezTo>
                  <a:cubicBezTo>
                    <a:pt x="244144" y="9415"/>
                    <a:pt x="230043" y="15219"/>
                    <a:pt x="217361" y="23430"/>
                  </a:cubicBezTo>
                  <a:cubicBezTo>
                    <a:pt x="204163" y="32071"/>
                    <a:pt x="192813" y="43249"/>
                    <a:pt x="184000" y="56318"/>
                  </a:cubicBezTo>
                  <a:cubicBezTo>
                    <a:pt x="179443" y="63067"/>
                    <a:pt x="175573" y="70290"/>
                    <a:pt x="172478" y="77813"/>
                  </a:cubicBezTo>
                  <a:cubicBezTo>
                    <a:pt x="170845" y="81596"/>
                    <a:pt x="169555" y="85465"/>
                    <a:pt x="168523" y="89421"/>
                  </a:cubicBezTo>
                  <a:cubicBezTo>
                    <a:pt x="167664" y="93462"/>
                    <a:pt x="166761" y="97546"/>
                    <a:pt x="165900" y="101630"/>
                  </a:cubicBezTo>
                  <a:cubicBezTo>
                    <a:pt x="164095" y="109841"/>
                    <a:pt x="162290" y="118138"/>
                    <a:pt x="160483" y="126436"/>
                  </a:cubicBezTo>
                  <a:lnTo>
                    <a:pt x="154637" y="151585"/>
                  </a:lnTo>
                  <a:cubicBezTo>
                    <a:pt x="146770" y="185376"/>
                    <a:pt x="138129" y="220370"/>
                    <a:pt x="129187" y="256138"/>
                  </a:cubicBezTo>
                  <a:cubicBezTo>
                    <a:pt x="93031" y="399641"/>
                    <a:pt x="49782" y="559696"/>
                    <a:pt x="2579" y="732174"/>
                  </a:cubicBezTo>
                  <a:lnTo>
                    <a:pt x="1547" y="730884"/>
                  </a:lnTo>
                  <a:lnTo>
                    <a:pt x="37445" y="730368"/>
                  </a:lnTo>
                  <a:lnTo>
                    <a:pt x="36413" y="731142"/>
                  </a:lnTo>
                  <a:cubicBezTo>
                    <a:pt x="61863" y="632823"/>
                    <a:pt x="88474" y="530075"/>
                    <a:pt x="115989" y="423931"/>
                  </a:cubicBezTo>
                  <a:cubicBezTo>
                    <a:pt x="129616" y="370838"/>
                    <a:pt x="143459" y="316927"/>
                    <a:pt x="157517" y="262243"/>
                  </a:cubicBezTo>
                  <a:cubicBezTo>
                    <a:pt x="164439" y="234901"/>
                    <a:pt x="171403" y="207387"/>
                    <a:pt x="178497" y="179701"/>
                  </a:cubicBezTo>
                  <a:cubicBezTo>
                    <a:pt x="185375" y="151972"/>
                    <a:pt x="192555" y="124114"/>
                    <a:pt x="198918" y="95998"/>
                  </a:cubicBezTo>
                  <a:lnTo>
                    <a:pt x="198918" y="95998"/>
                  </a:lnTo>
                  <a:cubicBezTo>
                    <a:pt x="203260" y="82628"/>
                    <a:pt x="210783" y="70505"/>
                    <a:pt x="220843" y="60703"/>
                  </a:cubicBezTo>
                  <a:cubicBezTo>
                    <a:pt x="230817" y="50944"/>
                    <a:pt x="242940" y="43679"/>
                    <a:pt x="256267" y="39508"/>
                  </a:cubicBezTo>
                  <a:cubicBezTo>
                    <a:pt x="269465" y="35596"/>
                    <a:pt x="283179" y="33619"/>
                    <a:pt x="296937" y="33619"/>
                  </a:cubicBezTo>
                  <a:cubicBezTo>
                    <a:pt x="310565" y="33103"/>
                    <a:pt x="324149" y="32931"/>
                    <a:pt x="337692" y="32802"/>
                  </a:cubicBezTo>
                  <a:cubicBezTo>
                    <a:pt x="391860" y="32458"/>
                    <a:pt x="445169" y="33361"/>
                    <a:pt x="498089" y="34221"/>
                  </a:cubicBezTo>
                  <a:lnTo>
                    <a:pt x="576547" y="35510"/>
                  </a:lnTo>
                  <a:lnTo>
                    <a:pt x="586306" y="35510"/>
                  </a:lnTo>
                  <a:cubicBezTo>
                    <a:pt x="589574" y="35467"/>
                    <a:pt x="592841" y="35639"/>
                    <a:pt x="596108" y="36069"/>
                  </a:cubicBezTo>
                  <a:cubicBezTo>
                    <a:pt x="609393" y="37961"/>
                    <a:pt x="621086" y="45871"/>
                    <a:pt x="627707" y="57564"/>
                  </a:cubicBezTo>
                  <a:cubicBezTo>
                    <a:pt x="630587" y="63368"/>
                    <a:pt x="632866" y="69473"/>
                    <a:pt x="634499" y="75750"/>
                  </a:cubicBezTo>
                  <a:lnTo>
                    <a:pt x="679639" y="219338"/>
                  </a:lnTo>
                  <a:cubicBezTo>
                    <a:pt x="738923" y="407337"/>
                    <a:pt x="793607" y="580460"/>
                    <a:pt x="841585" y="732647"/>
                  </a:cubicBezTo>
                  <a:lnTo>
                    <a:pt x="840726" y="732002"/>
                  </a:lnTo>
                  <a:lnTo>
                    <a:pt x="875462" y="730884"/>
                  </a:lnTo>
                  <a:lnTo>
                    <a:pt x="874645" y="732002"/>
                  </a:lnTo>
                  <a:lnTo>
                    <a:pt x="719062" y="238942"/>
                  </a:lnTo>
                  <a:cubicBezTo>
                    <a:pt x="700662" y="180432"/>
                    <a:pt x="686303" y="134862"/>
                    <a:pt x="676544" y="103908"/>
                  </a:cubicBezTo>
                  <a:lnTo>
                    <a:pt x="665539" y="68656"/>
                  </a:lnTo>
                  <a:cubicBezTo>
                    <a:pt x="663045" y="60746"/>
                    <a:pt x="661841" y="56619"/>
                    <a:pt x="661841" y="56619"/>
                  </a:cubicBezTo>
                  <a:lnTo>
                    <a:pt x="661841" y="5661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2" name="Google Shape;822;p61"/>
            <p:cNvSpPr/>
            <p:nvPr/>
          </p:nvSpPr>
          <p:spPr>
            <a:xfrm>
              <a:off x="10163304" y="3112529"/>
              <a:ext cx="245046" cy="185203"/>
            </a:xfrm>
            <a:custGeom>
              <a:avLst/>
              <a:gdLst/>
              <a:ahLst/>
              <a:cxnLst/>
              <a:rect l="l" t="t" r="r" b="b"/>
              <a:pathLst>
                <a:path w="245046" h="185203" extrusionOk="0">
                  <a:moveTo>
                    <a:pt x="154035" y="0"/>
                  </a:moveTo>
                  <a:lnTo>
                    <a:pt x="116633" y="95181"/>
                  </a:lnTo>
                  <a:cubicBezTo>
                    <a:pt x="116633" y="95181"/>
                    <a:pt x="8641" y="87357"/>
                    <a:pt x="0" y="104295"/>
                  </a:cubicBezTo>
                  <a:lnTo>
                    <a:pt x="180561" y="185204"/>
                  </a:lnTo>
                  <a:lnTo>
                    <a:pt x="245047" y="39293"/>
                  </a:lnTo>
                  <a:lnTo>
                    <a:pt x="154035" y="0"/>
                  </a:lnTo>
                  <a:lnTo>
                    <a:pt x="154035"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3" name="Google Shape;823;p61"/>
            <p:cNvSpPr/>
            <p:nvPr/>
          </p:nvSpPr>
          <p:spPr>
            <a:xfrm>
              <a:off x="10326014" y="3222532"/>
              <a:ext cx="15103" cy="15375"/>
            </a:xfrm>
            <a:custGeom>
              <a:avLst/>
              <a:gdLst/>
              <a:ahLst/>
              <a:cxnLst/>
              <a:rect l="l" t="t" r="r" b="b"/>
              <a:pathLst>
                <a:path w="15103" h="15375" extrusionOk="0">
                  <a:moveTo>
                    <a:pt x="12219" y="1601"/>
                  </a:moveTo>
                  <a:cubicBezTo>
                    <a:pt x="15400" y="4309"/>
                    <a:pt x="16044" y="8952"/>
                    <a:pt x="13681" y="12392"/>
                  </a:cubicBezTo>
                  <a:cubicBezTo>
                    <a:pt x="11101" y="15659"/>
                    <a:pt x="6415" y="16347"/>
                    <a:pt x="3018" y="13939"/>
                  </a:cubicBezTo>
                  <a:cubicBezTo>
                    <a:pt x="-334" y="11059"/>
                    <a:pt x="-980" y="6158"/>
                    <a:pt x="1514" y="2504"/>
                  </a:cubicBezTo>
                  <a:cubicBezTo>
                    <a:pt x="4566" y="-678"/>
                    <a:pt x="9553" y="-850"/>
                    <a:pt x="12820" y="2117"/>
                  </a:cubicBezTo>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4" name="Google Shape;824;p61"/>
            <p:cNvSpPr/>
            <p:nvPr/>
          </p:nvSpPr>
          <p:spPr>
            <a:xfrm>
              <a:off x="10161971" y="3211021"/>
              <a:ext cx="187095" cy="86669"/>
            </a:xfrm>
            <a:custGeom>
              <a:avLst/>
              <a:gdLst/>
              <a:ahLst/>
              <a:cxnLst/>
              <a:rect l="l" t="t" r="r" b="b"/>
              <a:pathLst>
                <a:path w="187095" h="86669" extrusionOk="0">
                  <a:moveTo>
                    <a:pt x="181937" y="86669"/>
                  </a:moveTo>
                  <a:lnTo>
                    <a:pt x="187095" y="75062"/>
                  </a:lnTo>
                  <a:lnTo>
                    <a:pt x="10188" y="0"/>
                  </a:lnTo>
                  <a:cubicBezTo>
                    <a:pt x="6061" y="645"/>
                    <a:pt x="2408" y="2923"/>
                    <a:pt x="0" y="6320"/>
                  </a:cubicBezTo>
                  <a:lnTo>
                    <a:pt x="181937" y="8666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5" name="Google Shape;825;p61"/>
            <p:cNvSpPr/>
            <p:nvPr/>
          </p:nvSpPr>
          <p:spPr>
            <a:xfrm>
              <a:off x="10277984" y="3207277"/>
              <a:ext cx="12776" cy="17887"/>
            </a:xfrm>
            <a:custGeom>
              <a:avLst/>
              <a:gdLst/>
              <a:ahLst/>
              <a:cxnLst/>
              <a:rect l="l" t="t" r="r" b="b"/>
              <a:pathLst>
                <a:path w="12776" h="17887" extrusionOk="0">
                  <a:moveTo>
                    <a:pt x="19" y="262"/>
                  </a:moveTo>
                  <a:cubicBezTo>
                    <a:pt x="-325" y="1164"/>
                    <a:pt x="3974" y="3529"/>
                    <a:pt x="7112" y="8301"/>
                  </a:cubicBezTo>
                  <a:cubicBezTo>
                    <a:pt x="10251" y="13073"/>
                    <a:pt x="10982" y="17888"/>
                    <a:pt x="11928" y="17888"/>
                  </a:cubicBezTo>
                  <a:cubicBezTo>
                    <a:pt x="12874" y="17888"/>
                    <a:pt x="13862" y="12170"/>
                    <a:pt x="9908" y="6409"/>
                  </a:cubicBezTo>
                  <a:cubicBezTo>
                    <a:pt x="5952" y="649"/>
                    <a:pt x="192" y="-641"/>
                    <a:pt x="19" y="26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6" name="Google Shape;826;p61"/>
            <p:cNvSpPr/>
            <p:nvPr/>
          </p:nvSpPr>
          <p:spPr>
            <a:xfrm>
              <a:off x="10255273" y="3206959"/>
              <a:ext cx="7970" cy="19126"/>
            </a:xfrm>
            <a:custGeom>
              <a:avLst/>
              <a:gdLst/>
              <a:ahLst/>
              <a:cxnLst/>
              <a:rect l="l" t="t" r="r" b="b"/>
              <a:pathLst>
                <a:path w="7970" h="19126" extrusionOk="0">
                  <a:moveTo>
                    <a:pt x="74" y="150"/>
                  </a:moveTo>
                  <a:cubicBezTo>
                    <a:pt x="-527" y="967"/>
                    <a:pt x="2697" y="4148"/>
                    <a:pt x="4072" y="9264"/>
                  </a:cubicBezTo>
                  <a:cubicBezTo>
                    <a:pt x="5448" y="14380"/>
                    <a:pt x="4588" y="18765"/>
                    <a:pt x="5534" y="19109"/>
                  </a:cubicBezTo>
                  <a:cubicBezTo>
                    <a:pt x="6480" y="19453"/>
                    <a:pt x="9188" y="14810"/>
                    <a:pt x="7339" y="8318"/>
                  </a:cubicBezTo>
                  <a:cubicBezTo>
                    <a:pt x="5491" y="1826"/>
                    <a:pt x="675" y="-667"/>
                    <a:pt x="74" y="15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7" name="Google Shape;827;p61"/>
            <p:cNvSpPr/>
            <p:nvPr/>
          </p:nvSpPr>
          <p:spPr>
            <a:xfrm>
              <a:off x="10233662" y="3206960"/>
              <a:ext cx="4538" cy="18472"/>
            </a:xfrm>
            <a:custGeom>
              <a:avLst/>
              <a:gdLst/>
              <a:ahLst/>
              <a:cxnLst/>
              <a:rect l="l" t="t" r="r" b="b"/>
              <a:pathLst>
                <a:path w="4538" h="18472" extrusionOk="0">
                  <a:moveTo>
                    <a:pt x="791" y="18420"/>
                  </a:moveTo>
                  <a:cubicBezTo>
                    <a:pt x="1523" y="18979"/>
                    <a:pt x="4704" y="15024"/>
                    <a:pt x="4532" y="9134"/>
                  </a:cubicBezTo>
                  <a:cubicBezTo>
                    <a:pt x="4360" y="3244"/>
                    <a:pt x="1049" y="-539"/>
                    <a:pt x="233" y="63"/>
                  </a:cubicBezTo>
                  <a:cubicBezTo>
                    <a:pt x="-584" y="665"/>
                    <a:pt x="1006" y="4362"/>
                    <a:pt x="1049" y="9220"/>
                  </a:cubicBezTo>
                  <a:cubicBezTo>
                    <a:pt x="1092" y="14078"/>
                    <a:pt x="-111" y="17947"/>
                    <a:pt x="791" y="18420"/>
                  </a:cubicBezTo>
                  <a:lnTo>
                    <a:pt x="791" y="184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8" name="Google Shape;828;p61"/>
            <p:cNvSpPr/>
            <p:nvPr/>
          </p:nvSpPr>
          <p:spPr>
            <a:xfrm>
              <a:off x="10289007" y="3185871"/>
              <a:ext cx="18673" cy="10469"/>
            </a:xfrm>
            <a:custGeom>
              <a:avLst/>
              <a:gdLst/>
              <a:ahLst/>
              <a:cxnLst/>
              <a:rect l="l" t="t" r="r" b="b"/>
              <a:pathLst>
                <a:path w="18673" h="10469" extrusionOk="0">
                  <a:moveTo>
                    <a:pt x="2" y="817"/>
                  </a:moveTo>
                  <a:cubicBezTo>
                    <a:pt x="2" y="1806"/>
                    <a:pt x="4688" y="2365"/>
                    <a:pt x="9589" y="5116"/>
                  </a:cubicBezTo>
                  <a:cubicBezTo>
                    <a:pt x="14490" y="7868"/>
                    <a:pt x="17757" y="10963"/>
                    <a:pt x="18530" y="10404"/>
                  </a:cubicBezTo>
                  <a:cubicBezTo>
                    <a:pt x="19305" y="9845"/>
                    <a:pt x="16940" y="4987"/>
                    <a:pt x="11136" y="2064"/>
                  </a:cubicBezTo>
                  <a:cubicBezTo>
                    <a:pt x="5333" y="-860"/>
                    <a:pt x="-127" y="-86"/>
                    <a:pt x="2" y="81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9" name="Google Shape;829;p61"/>
            <p:cNvSpPr/>
            <p:nvPr/>
          </p:nvSpPr>
          <p:spPr>
            <a:xfrm>
              <a:off x="10294640" y="3158873"/>
              <a:ext cx="32811" cy="11352"/>
            </a:xfrm>
            <a:custGeom>
              <a:avLst/>
              <a:gdLst/>
              <a:ahLst/>
              <a:cxnLst/>
              <a:rect l="l" t="t" r="r" b="b"/>
              <a:pathLst>
                <a:path w="32811" h="11352" extrusionOk="0">
                  <a:moveTo>
                    <a:pt x="0" y="6191"/>
                  </a:moveTo>
                  <a:cubicBezTo>
                    <a:pt x="2666" y="8297"/>
                    <a:pt x="5847" y="9630"/>
                    <a:pt x="9201" y="10103"/>
                  </a:cubicBezTo>
                  <a:cubicBezTo>
                    <a:pt x="12769" y="10963"/>
                    <a:pt x="16423" y="11393"/>
                    <a:pt x="20077" y="11349"/>
                  </a:cubicBezTo>
                  <a:cubicBezTo>
                    <a:pt x="22270" y="11349"/>
                    <a:pt x="24419" y="11177"/>
                    <a:pt x="26569" y="10834"/>
                  </a:cubicBezTo>
                  <a:cubicBezTo>
                    <a:pt x="27859" y="10748"/>
                    <a:pt x="29105" y="10404"/>
                    <a:pt x="30266" y="9888"/>
                  </a:cubicBezTo>
                  <a:cubicBezTo>
                    <a:pt x="32029" y="9114"/>
                    <a:pt x="33061" y="7222"/>
                    <a:pt x="32759" y="5331"/>
                  </a:cubicBezTo>
                  <a:cubicBezTo>
                    <a:pt x="32415" y="3654"/>
                    <a:pt x="31254" y="2235"/>
                    <a:pt x="29707" y="1548"/>
                  </a:cubicBezTo>
                  <a:cubicBezTo>
                    <a:pt x="28546" y="1075"/>
                    <a:pt x="27343" y="731"/>
                    <a:pt x="26096" y="516"/>
                  </a:cubicBezTo>
                  <a:cubicBezTo>
                    <a:pt x="23903" y="172"/>
                    <a:pt x="21710" y="0"/>
                    <a:pt x="19518" y="0"/>
                  </a:cubicBezTo>
                  <a:cubicBezTo>
                    <a:pt x="15821" y="43"/>
                    <a:pt x="12167" y="688"/>
                    <a:pt x="8641" y="1892"/>
                  </a:cubicBezTo>
                  <a:cubicBezTo>
                    <a:pt x="2666" y="3955"/>
                    <a:pt x="-214" y="6664"/>
                    <a:pt x="43" y="6964"/>
                  </a:cubicBezTo>
                  <a:cubicBezTo>
                    <a:pt x="301" y="7265"/>
                    <a:pt x="3612" y="5546"/>
                    <a:pt x="9330" y="4170"/>
                  </a:cubicBezTo>
                  <a:cubicBezTo>
                    <a:pt x="12683" y="3396"/>
                    <a:pt x="16122" y="3052"/>
                    <a:pt x="19561" y="3138"/>
                  </a:cubicBezTo>
                  <a:cubicBezTo>
                    <a:pt x="21581" y="3181"/>
                    <a:pt x="23560" y="3396"/>
                    <a:pt x="25537" y="3826"/>
                  </a:cubicBezTo>
                  <a:cubicBezTo>
                    <a:pt x="27687" y="4127"/>
                    <a:pt x="29320" y="4858"/>
                    <a:pt x="29449" y="5933"/>
                  </a:cubicBezTo>
                  <a:cubicBezTo>
                    <a:pt x="29449" y="6320"/>
                    <a:pt x="29449" y="6492"/>
                    <a:pt x="28805" y="6878"/>
                  </a:cubicBezTo>
                  <a:cubicBezTo>
                    <a:pt x="27944" y="7222"/>
                    <a:pt x="27041" y="7480"/>
                    <a:pt x="26096" y="7566"/>
                  </a:cubicBezTo>
                  <a:cubicBezTo>
                    <a:pt x="20636" y="8383"/>
                    <a:pt x="15133" y="8383"/>
                    <a:pt x="9673" y="7566"/>
                  </a:cubicBezTo>
                  <a:cubicBezTo>
                    <a:pt x="6492" y="6836"/>
                    <a:pt x="3267" y="6406"/>
                    <a:pt x="0" y="6191"/>
                  </a:cubicBezTo>
                  <a:lnTo>
                    <a:pt x="0" y="619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0" name="Google Shape;830;p61"/>
            <p:cNvSpPr/>
            <p:nvPr/>
          </p:nvSpPr>
          <p:spPr>
            <a:xfrm>
              <a:off x="10163304" y="3112529"/>
              <a:ext cx="245046" cy="185203"/>
            </a:xfrm>
            <a:custGeom>
              <a:avLst/>
              <a:gdLst/>
              <a:ahLst/>
              <a:cxnLst/>
              <a:rect l="l" t="t" r="r" b="b"/>
              <a:pathLst>
                <a:path w="245046" h="185203" extrusionOk="0">
                  <a:moveTo>
                    <a:pt x="154035" y="0"/>
                  </a:moveTo>
                  <a:lnTo>
                    <a:pt x="116633" y="95181"/>
                  </a:lnTo>
                  <a:cubicBezTo>
                    <a:pt x="116633" y="95181"/>
                    <a:pt x="8641" y="87357"/>
                    <a:pt x="0" y="104295"/>
                  </a:cubicBezTo>
                  <a:lnTo>
                    <a:pt x="180561" y="185204"/>
                  </a:lnTo>
                  <a:lnTo>
                    <a:pt x="245047" y="39293"/>
                  </a:lnTo>
                  <a:lnTo>
                    <a:pt x="154035" y="0"/>
                  </a:lnTo>
                  <a:lnTo>
                    <a:pt x="154035"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1" name="Google Shape;831;p61"/>
            <p:cNvSpPr/>
            <p:nvPr/>
          </p:nvSpPr>
          <p:spPr>
            <a:xfrm>
              <a:off x="10092370" y="3119622"/>
              <a:ext cx="251881" cy="182280"/>
            </a:xfrm>
            <a:custGeom>
              <a:avLst/>
              <a:gdLst/>
              <a:ahLst/>
              <a:cxnLst/>
              <a:rect l="l" t="t" r="r" b="b"/>
              <a:pathLst>
                <a:path w="251881" h="182280" extrusionOk="0">
                  <a:moveTo>
                    <a:pt x="181291" y="0"/>
                  </a:moveTo>
                  <a:lnTo>
                    <a:pt x="111990" y="75191"/>
                  </a:lnTo>
                  <a:cubicBezTo>
                    <a:pt x="111990" y="75191"/>
                    <a:pt x="14143" y="28804"/>
                    <a:pt x="0" y="41486"/>
                  </a:cubicBezTo>
                  <a:lnTo>
                    <a:pt x="139074" y="182280"/>
                  </a:lnTo>
                  <a:lnTo>
                    <a:pt x="251882" y="69602"/>
                  </a:lnTo>
                  <a:lnTo>
                    <a:pt x="181291"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2" name="Google Shape;832;p61"/>
            <p:cNvSpPr/>
            <p:nvPr/>
          </p:nvSpPr>
          <p:spPr>
            <a:xfrm>
              <a:off x="10238664" y="3227397"/>
              <a:ext cx="15078" cy="15449"/>
            </a:xfrm>
            <a:custGeom>
              <a:avLst/>
              <a:gdLst/>
              <a:ahLst/>
              <a:cxnLst/>
              <a:rect l="l" t="t" r="r" b="b"/>
              <a:pathLst>
                <a:path w="15078" h="15449" extrusionOk="0">
                  <a:moveTo>
                    <a:pt x="14103" y="3786"/>
                  </a:moveTo>
                  <a:cubicBezTo>
                    <a:pt x="16082" y="7440"/>
                    <a:pt x="14964" y="11997"/>
                    <a:pt x="11525" y="14362"/>
                  </a:cubicBezTo>
                  <a:cubicBezTo>
                    <a:pt x="7956" y="16468"/>
                    <a:pt x="3356" y="15436"/>
                    <a:pt x="1035" y="11954"/>
                  </a:cubicBezTo>
                  <a:cubicBezTo>
                    <a:pt x="-1071" y="8042"/>
                    <a:pt x="131" y="3227"/>
                    <a:pt x="3786" y="733"/>
                  </a:cubicBezTo>
                  <a:cubicBezTo>
                    <a:pt x="7784" y="-1072"/>
                    <a:pt x="12470" y="561"/>
                    <a:pt x="14448" y="4474"/>
                  </a:cubicBezTo>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3" name="Google Shape;833;p61"/>
            <p:cNvSpPr/>
            <p:nvPr/>
          </p:nvSpPr>
          <p:spPr>
            <a:xfrm>
              <a:off x="10091037" y="3158530"/>
              <a:ext cx="149349" cy="143329"/>
            </a:xfrm>
            <a:custGeom>
              <a:avLst/>
              <a:gdLst/>
              <a:ahLst/>
              <a:cxnLst/>
              <a:rect l="l" t="t" r="r" b="b"/>
              <a:pathLst>
                <a:path w="149349" h="143329" extrusionOk="0">
                  <a:moveTo>
                    <a:pt x="140364" y="143330"/>
                  </a:moveTo>
                  <a:lnTo>
                    <a:pt x="149350" y="134345"/>
                  </a:lnTo>
                  <a:lnTo>
                    <a:pt x="11779" y="386"/>
                  </a:lnTo>
                  <a:cubicBezTo>
                    <a:pt x="7739" y="-560"/>
                    <a:pt x="3439" y="257"/>
                    <a:pt x="0" y="2578"/>
                  </a:cubicBezTo>
                  <a:lnTo>
                    <a:pt x="140364" y="14333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4" name="Google Shape;834;p61"/>
            <p:cNvSpPr/>
            <p:nvPr/>
          </p:nvSpPr>
          <p:spPr>
            <a:xfrm>
              <a:off x="10202500" y="3193844"/>
              <a:ext cx="7545" cy="20890"/>
            </a:xfrm>
            <a:custGeom>
              <a:avLst/>
              <a:gdLst/>
              <a:ahLst/>
              <a:cxnLst/>
              <a:rect l="l" t="t" r="r" b="b"/>
              <a:pathLst>
                <a:path w="7545" h="20890" extrusionOk="0">
                  <a:moveTo>
                    <a:pt x="97" y="109"/>
                  </a:moveTo>
                  <a:cubicBezTo>
                    <a:pt x="-590" y="840"/>
                    <a:pt x="2548" y="4409"/>
                    <a:pt x="3752" y="10212"/>
                  </a:cubicBezTo>
                  <a:cubicBezTo>
                    <a:pt x="4956" y="16016"/>
                    <a:pt x="3752" y="20530"/>
                    <a:pt x="4827" y="20874"/>
                  </a:cubicBezTo>
                  <a:cubicBezTo>
                    <a:pt x="5901" y="21218"/>
                    <a:pt x="8652" y="16188"/>
                    <a:pt x="7062" y="9438"/>
                  </a:cubicBezTo>
                  <a:cubicBezTo>
                    <a:pt x="5471" y="2689"/>
                    <a:pt x="571" y="-664"/>
                    <a:pt x="97" y="10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5" name="Google Shape;835;p61"/>
            <p:cNvSpPr/>
            <p:nvPr/>
          </p:nvSpPr>
          <p:spPr>
            <a:xfrm>
              <a:off x="10179675" y="3185292"/>
              <a:ext cx="5825" cy="19785"/>
            </a:xfrm>
            <a:custGeom>
              <a:avLst/>
              <a:gdLst/>
              <a:ahLst/>
              <a:cxnLst/>
              <a:rect l="l" t="t" r="r" b="b"/>
              <a:pathLst>
                <a:path w="5825" h="19785" extrusionOk="0">
                  <a:moveTo>
                    <a:pt x="1900" y="63"/>
                  </a:moveTo>
                  <a:cubicBezTo>
                    <a:pt x="1082" y="579"/>
                    <a:pt x="2932" y="4749"/>
                    <a:pt x="2372" y="9994"/>
                  </a:cubicBezTo>
                  <a:cubicBezTo>
                    <a:pt x="1814" y="15239"/>
                    <a:pt x="-594" y="19065"/>
                    <a:pt x="137" y="19709"/>
                  </a:cubicBezTo>
                  <a:cubicBezTo>
                    <a:pt x="868" y="20354"/>
                    <a:pt x="5210" y="16872"/>
                    <a:pt x="5769" y="10338"/>
                  </a:cubicBezTo>
                  <a:cubicBezTo>
                    <a:pt x="6328" y="3803"/>
                    <a:pt x="2588" y="-582"/>
                    <a:pt x="1900" y="63"/>
                  </a:cubicBezTo>
                  <a:lnTo>
                    <a:pt x="1900" y="6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6" name="Google Shape;836;p61"/>
            <p:cNvSpPr/>
            <p:nvPr/>
          </p:nvSpPr>
          <p:spPr>
            <a:xfrm>
              <a:off x="10155378" y="3177560"/>
              <a:ext cx="7850" cy="17433"/>
            </a:xfrm>
            <a:custGeom>
              <a:avLst/>
              <a:gdLst/>
              <a:ahLst/>
              <a:cxnLst/>
              <a:rect l="l" t="t" r="r" b="b"/>
              <a:pathLst>
                <a:path w="7850" h="17433" extrusionOk="0">
                  <a:moveTo>
                    <a:pt x="101" y="17296"/>
                  </a:moveTo>
                  <a:cubicBezTo>
                    <a:pt x="573" y="18070"/>
                    <a:pt x="4959" y="15576"/>
                    <a:pt x="6937" y="9988"/>
                  </a:cubicBezTo>
                  <a:cubicBezTo>
                    <a:pt x="8914" y="4399"/>
                    <a:pt x="7194" y="-287"/>
                    <a:pt x="6335" y="14"/>
                  </a:cubicBezTo>
                  <a:cubicBezTo>
                    <a:pt x="5475" y="315"/>
                    <a:pt x="5475" y="4313"/>
                    <a:pt x="3756" y="8870"/>
                  </a:cubicBezTo>
                  <a:cubicBezTo>
                    <a:pt x="2036" y="13427"/>
                    <a:pt x="-543" y="16565"/>
                    <a:pt x="101" y="17296"/>
                  </a:cubicBezTo>
                  <a:lnTo>
                    <a:pt x="101" y="1729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7" name="Google Shape;837;p61"/>
            <p:cNvSpPr/>
            <p:nvPr/>
          </p:nvSpPr>
          <p:spPr>
            <a:xfrm>
              <a:off x="10220376" y="3178203"/>
              <a:ext cx="14312" cy="15736"/>
            </a:xfrm>
            <a:custGeom>
              <a:avLst/>
              <a:gdLst/>
              <a:ahLst/>
              <a:cxnLst/>
              <a:rect l="l" t="t" r="r" b="b"/>
              <a:pathLst>
                <a:path w="14312" h="15736" extrusionOk="0">
                  <a:moveTo>
                    <a:pt x="20" y="274"/>
                  </a:moveTo>
                  <a:cubicBezTo>
                    <a:pt x="-324" y="1177"/>
                    <a:pt x="3803" y="3412"/>
                    <a:pt x="7457" y="7539"/>
                  </a:cubicBezTo>
                  <a:cubicBezTo>
                    <a:pt x="11111" y="11667"/>
                    <a:pt x="12959" y="16138"/>
                    <a:pt x="13906" y="15708"/>
                  </a:cubicBezTo>
                  <a:cubicBezTo>
                    <a:pt x="14852" y="15278"/>
                    <a:pt x="14378" y="10076"/>
                    <a:pt x="9993" y="5261"/>
                  </a:cubicBezTo>
                  <a:cubicBezTo>
                    <a:pt x="5608" y="446"/>
                    <a:pt x="234" y="-586"/>
                    <a:pt x="20" y="27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8" name="Google Shape;838;p61"/>
            <p:cNvSpPr/>
            <p:nvPr/>
          </p:nvSpPr>
          <p:spPr>
            <a:xfrm>
              <a:off x="10233078" y="3159312"/>
              <a:ext cx="31229" cy="15474"/>
            </a:xfrm>
            <a:custGeom>
              <a:avLst/>
              <a:gdLst/>
              <a:ahLst/>
              <a:cxnLst/>
              <a:rect l="l" t="t" r="r" b="b"/>
              <a:pathLst>
                <a:path w="31229" h="15474" extrusionOk="0">
                  <a:moveTo>
                    <a:pt x="300" y="1023"/>
                  </a:moveTo>
                  <a:cubicBezTo>
                    <a:pt x="0" y="1281"/>
                    <a:pt x="2322" y="4462"/>
                    <a:pt x="7437" y="8030"/>
                  </a:cubicBezTo>
                  <a:cubicBezTo>
                    <a:pt x="10446" y="10094"/>
                    <a:pt x="13714" y="11813"/>
                    <a:pt x="17153" y="13103"/>
                  </a:cubicBezTo>
                  <a:cubicBezTo>
                    <a:pt x="19174" y="13877"/>
                    <a:pt x="21280" y="14522"/>
                    <a:pt x="23387" y="14995"/>
                  </a:cubicBezTo>
                  <a:cubicBezTo>
                    <a:pt x="24634" y="15339"/>
                    <a:pt x="25880" y="15511"/>
                    <a:pt x="27169" y="15468"/>
                  </a:cubicBezTo>
                  <a:cubicBezTo>
                    <a:pt x="29105" y="15382"/>
                    <a:pt x="30781" y="13963"/>
                    <a:pt x="31168" y="12072"/>
                  </a:cubicBezTo>
                  <a:cubicBezTo>
                    <a:pt x="31425" y="10395"/>
                    <a:pt x="30867" y="8675"/>
                    <a:pt x="29663" y="7472"/>
                  </a:cubicBezTo>
                  <a:cubicBezTo>
                    <a:pt x="28761" y="6569"/>
                    <a:pt x="27772" y="5795"/>
                    <a:pt x="26654" y="5193"/>
                  </a:cubicBezTo>
                  <a:cubicBezTo>
                    <a:pt x="24763" y="4075"/>
                    <a:pt x="22785" y="3129"/>
                    <a:pt x="20721" y="2356"/>
                  </a:cubicBezTo>
                  <a:cubicBezTo>
                    <a:pt x="17282" y="1066"/>
                    <a:pt x="13628" y="335"/>
                    <a:pt x="9930" y="163"/>
                  </a:cubicBezTo>
                  <a:cubicBezTo>
                    <a:pt x="6535" y="-310"/>
                    <a:pt x="3052" y="249"/>
                    <a:pt x="0" y="1797"/>
                  </a:cubicBezTo>
                  <a:cubicBezTo>
                    <a:pt x="0" y="2313"/>
                    <a:pt x="3869" y="1797"/>
                    <a:pt x="9716" y="2528"/>
                  </a:cubicBezTo>
                  <a:cubicBezTo>
                    <a:pt x="13112" y="3043"/>
                    <a:pt x="16379" y="3946"/>
                    <a:pt x="19561" y="5236"/>
                  </a:cubicBezTo>
                  <a:cubicBezTo>
                    <a:pt x="21409" y="6010"/>
                    <a:pt x="23172" y="6956"/>
                    <a:pt x="24892" y="8030"/>
                  </a:cubicBezTo>
                  <a:cubicBezTo>
                    <a:pt x="26783" y="9148"/>
                    <a:pt x="28073" y="10395"/>
                    <a:pt x="27815" y="11427"/>
                  </a:cubicBezTo>
                  <a:cubicBezTo>
                    <a:pt x="27557" y="12458"/>
                    <a:pt x="27815" y="11943"/>
                    <a:pt x="26869" y="12072"/>
                  </a:cubicBezTo>
                  <a:cubicBezTo>
                    <a:pt x="25924" y="12072"/>
                    <a:pt x="24977" y="11985"/>
                    <a:pt x="24074" y="11728"/>
                  </a:cubicBezTo>
                  <a:cubicBezTo>
                    <a:pt x="22097" y="11341"/>
                    <a:pt x="20119" y="10825"/>
                    <a:pt x="18185" y="10180"/>
                  </a:cubicBezTo>
                  <a:cubicBezTo>
                    <a:pt x="14918" y="9019"/>
                    <a:pt x="11736" y="7600"/>
                    <a:pt x="8727" y="5881"/>
                  </a:cubicBezTo>
                  <a:cubicBezTo>
                    <a:pt x="6018" y="4075"/>
                    <a:pt x="3224" y="2442"/>
                    <a:pt x="300" y="1023"/>
                  </a:cubicBezTo>
                  <a:lnTo>
                    <a:pt x="300" y="102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9" name="Google Shape;839;p61"/>
            <p:cNvSpPr/>
            <p:nvPr/>
          </p:nvSpPr>
          <p:spPr>
            <a:xfrm>
              <a:off x="10227532" y="2829870"/>
              <a:ext cx="668246" cy="311224"/>
            </a:xfrm>
            <a:custGeom>
              <a:avLst/>
              <a:gdLst/>
              <a:ahLst/>
              <a:cxnLst/>
              <a:rect l="l" t="t" r="r" b="b"/>
              <a:pathLst>
                <a:path w="668246" h="311224" extrusionOk="0">
                  <a:moveTo>
                    <a:pt x="0" y="311119"/>
                  </a:moveTo>
                  <a:cubicBezTo>
                    <a:pt x="0" y="317696"/>
                    <a:pt x="266542" y="16934"/>
                    <a:pt x="357252" y="5885"/>
                  </a:cubicBezTo>
                  <a:cubicBezTo>
                    <a:pt x="434635" y="-3444"/>
                    <a:pt x="668247" y="1113"/>
                    <a:pt x="668247" y="1113"/>
                  </a:cubicBezTo>
                  <a:lnTo>
                    <a:pt x="517221" y="81978"/>
                  </a:lnTo>
                  <a:lnTo>
                    <a:pt x="263833" y="112674"/>
                  </a:lnTo>
                  <a:lnTo>
                    <a:pt x="0" y="311119"/>
                  </a:lnTo>
                  <a:lnTo>
                    <a:pt x="0" y="31111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0" name="Google Shape;840;p61"/>
            <p:cNvSpPr/>
            <p:nvPr/>
          </p:nvSpPr>
          <p:spPr>
            <a:xfrm>
              <a:off x="10207541" y="2831069"/>
              <a:ext cx="936079" cy="422512"/>
            </a:xfrm>
            <a:custGeom>
              <a:avLst/>
              <a:gdLst/>
              <a:ahLst/>
              <a:cxnLst/>
              <a:rect l="l" t="t" r="r" b="b"/>
              <a:pathLst>
                <a:path w="936079" h="422512" extrusionOk="0">
                  <a:moveTo>
                    <a:pt x="737849" y="0"/>
                  </a:moveTo>
                  <a:lnTo>
                    <a:pt x="354244" y="25236"/>
                  </a:lnTo>
                  <a:cubicBezTo>
                    <a:pt x="322473" y="28159"/>
                    <a:pt x="292165" y="40067"/>
                    <a:pt x="266929" y="59628"/>
                  </a:cubicBezTo>
                  <a:lnTo>
                    <a:pt x="0" y="330469"/>
                  </a:lnTo>
                  <a:lnTo>
                    <a:pt x="93420" y="422512"/>
                  </a:lnTo>
                  <a:cubicBezTo>
                    <a:pt x="93420" y="422512"/>
                    <a:pt x="349988" y="214394"/>
                    <a:pt x="384251" y="188600"/>
                  </a:cubicBezTo>
                  <a:lnTo>
                    <a:pt x="784064" y="205796"/>
                  </a:lnTo>
                  <a:cubicBezTo>
                    <a:pt x="784064" y="205796"/>
                    <a:pt x="902332" y="204163"/>
                    <a:pt x="936080" y="130262"/>
                  </a:cubicBezTo>
                  <a:lnTo>
                    <a:pt x="737849" y="0"/>
                  </a:lnTo>
                  <a:lnTo>
                    <a:pt x="737849"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1" name="Google Shape;841;p61"/>
            <p:cNvSpPr/>
            <p:nvPr/>
          </p:nvSpPr>
          <p:spPr>
            <a:xfrm>
              <a:off x="10207541" y="2839366"/>
              <a:ext cx="611328" cy="321914"/>
            </a:xfrm>
            <a:custGeom>
              <a:avLst/>
              <a:gdLst/>
              <a:ahLst/>
              <a:cxnLst/>
              <a:rect l="l" t="t" r="r" b="b"/>
              <a:pathLst>
                <a:path w="611328" h="321914" extrusionOk="0">
                  <a:moveTo>
                    <a:pt x="611328" y="0"/>
                  </a:moveTo>
                  <a:lnTo>
                    <a:pt x="609436" y="258"/>
                  </a:lnTo>
                  <a:lnTo>
                    <a:pt x="603891" y="731"/>
                  </a:lnTo>
                  <a:lnTo>
                    <a:pt x="582396" y="2364"/>
                  </a:lnTo>
                  <a:lnTo>
                    <a:pt x="504109" y="7953"/>
                  </a:lnTo>
                  <a:lnTo>
                    <a:pt x="388034" y="15950"/>
                  </a:lnTo>
                  <a:lnTo>
                    <a:pt x="354459" y="18228"/>
                  </a:lnTo>
                  <a:cubicBezTo>
                    <a:pt x="342809" y="18701"/>
                    <a:pt x="331243" y="20635"/>
                    <a:pt x="320066" y="24075"/>
                  </a:cubicBezTo>
                  <a:cubicBezTo>
                    <a:pt x="296551" y="31211"/>
                    <a:pt x="275226" y="44151"/>
                    <a:pt x="258030" y="61692"/>
                  </a:cubicBezTo>
                  <a:lnTo>
                    <a:pt x="75922" y="246036"/>
                  </a:lnTo>
                  <a:cubicBezTo>
                    <a:pt x="52622" y="269509"/>
                    <a:pt x="33705" y="288510"/>
                    <a:pt x="20550" y="301924"/>
                  </a:cubicBezTo>
                  <a:lnTo>
                    <a:pt x="5417" y="316798"/>
                  </a:lnTo>
                  <a:lnTo>
                    <a:pt x="1419" y="320667"/>
                  </a:lnTo>
                  <a:cubicBezTo>
                    <a:pt x="990" y="321140"/>
                    <a:pt x="516" y="321570"/>
                    <a:pt x="0" y="321914"/>
                  </a:cubicBezTo>
                  <a:cubicBezTo>
                    <a:pt x="387" y="321441"/>
                    <a:pt x="818" y="320925"/>
                    <a:pt x="1247" y="320495"/>
                  </a:cubicBezTo>
                  <a:lnTo>
                    <a:pt x="5074" y="316454"/>
                  </a:lnTo>
                  <a:lnTo>
                    <a:pt x="19905" y="301107"/>
                  </a:lnTo>
                  <a:cubicBezTo>
                    <a:pt x="32802" y="287780"/>
                    <a:pt x="51675" y="268606"/>
                    <a:pt x="74804" y="244918"/>
                  </a:cubicBezTo>
                  <a:lnTo>
                    <a:pt x="256526" y="60058"/>
                  </a:lnTo>
                  <a:cubicBezTo>
                    <a:pt x="273981" y="42260"/>
                    <a:pt x="295647" y="29148"/>
                    <a:pt x="319507" y="21925"/>
                  </a:cubicBezTo>
                  <a:cubicBezTo>
                    <a:pt x="330814" y="18486"/>
                    <a:pt x="342507" y="16508"/>
                    <a:pt x="354287" y="16036"/>
                  </a:cubicBezTo>
                  <a:lnTo>
                    <a:pt x="387863" y="13843"/>
                  </a:lnTo>
                  <a:lnTo>
                    <a:pt x="504109" y="6363"/>
                  </a:lnTo>
                  <a:lnTo>
                    <a:pt x="582482" y="1505"/>
                  </a:lnTo>
                  <a:lnTo>
                    <a:pt x="603977" y="301"/>
                  </a:lnTo>
                  <a:lnTo>
                    <a:pt x="609565" y="43"/>
                  </a:lnTo>
                  <a:lnTo>
                    <a:pt x="611328" y="43"/>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2" name="Google Shape;842;p61"/>
            <p:cNvSpPr/>
            <p:nvPr/>
          </p:nvSpPr>
          <p:spPr>
            <a:xfrm>
              <a:off x="11188561" y="2166616"/>
              <a:ext cx="229450" cy="245852"/>
            </a:xfrm>
            <a:custGeom>
              <a:avLst/>
              <a:gdLst/>
              <a:ahLst/>
              <a:cxnLst/>
              <a:rect l="l" t="t" r="r" b="b"/>
              <a:pathLst>
                <a:path w="229450" h="245852" extrusionOk="0">
                  <a:moveTo>
                    <a:pt x="4584" y="145384"/>
                  </a:moveTo>
                  <a:cubicBezTo>
                    <a:pt x="-2681" y="131455"/>
                    <a:pt x="-1219" y="114559"/>
                    <a:pt x="8324" y="102092"/>
                  </a:cubicBezTo>
                  <a:cubicBezTo>
                    <a:pt x="9571" y="100845"/>
                    <a:pt x="10345" y="99255"/>
                    <a:pt x="10560" y="97535"/>
                  </a:cubicBezTo>
                  <a:cubicBezTo>
                    <a:pt x="10345" y="96073"/>
                    <a:pt x="9657" y="94698"/>
                    <a:pt x="8669" y="93623"/>
                  </a:cubicBezTo>
                  <a:cubicBezTo>
                    <a:pt x="3810" y="87002"/>
                    <a:pt x="1833" y="78705"/>
                    <a:pt x="3252" y="70623"/>
                  </a:cubicBezTo>
                  <a:cubicBezTo>
                    <a:pt x="4842" y="62498"/>
                    <a:pt x="10603" y="55791"/>
                    <a:pt x="18428" y="53040"/>
                  </a:cubicBezTo>
                  <a:cubicBezTo>
                    <a:pt x="9829" y="44141"/>
                    <a:pt x="12150" y="27632"/>
                    <a:pt x="22038" y="19937"/>
                  </a:cubicBezTo>
                  <a:cubicBezTo>
                    <a:pt x="32614" y="12629"/>
                    <a:pt x="46586" y="12543"/>
                    <a:pt x="57247" y="19679"/>
                  </a:cubicBezTo>
                  <a:cubicBezTo>
                    <a:pt x="56775" y="11812"/>
                    <a:pt x="61461" y="4589"/>
                    <a:pt x="68856" y="1838"/>
                  </a:cubicBezTo>
                  <a:cubicBezTo>
                    <a:pt x="76164" y="-613"/>
                    <a:pt x="84031" y="-613"/>
                    <a:pt x="91340" y="1838"/>
                  </a:cubicBezTo>
                  <a:cubicBezTo>
                    <a:pt x="101185" y="4589"/>
                    <a:pt x="111588" y="10909"/>
                    <a:pt x="113092" y="21098"/>
                  </a:cubicBezTo>
                  <a:cubicBezTo>
                    <a:pt x="116316" y="15681"/>
                    <a:pt x="123798" y="14606"/>
                    <a:pt x="129945" y="15896"/>
                  </a:cubicBezTo>
                  <a:cubicBezTo>
                    <a:pt x="146926" y="20109"/>
                    <a:pt x="158018" y="36402"/>
                    <a:pt x="155740" y="53771"/>
                  </a:cubicBezTo>
                  <a:cubicBezTo>
                    <a:pt x="162059" y="52223"/>
                    <a:pt x="168680" y="52696"/>
                    <a:pt x="174741" y="55060"/>
                  </a:cubicBezTo>
                  <a:cubicBezTo>
                    <a:pt x="180760" y="57726"/>
                    <a:pt x="184285" y="64131"/>
                    <a:pt x="183339" y="70666"/>
                  </a:cubicBezTo>
                  <a:cubicBezTo>
                    <a:pt x="188284" y="66668"/>
                    <a:pt x="195592" y="67528"/>
                    <a:pt x="201524" y="69763"/>
                  </a:cubicBezTo>
                  <a:cubicBezTo>
                    <a:pt x="205909" y="71139"/>
                    <a:pt x="209779" y="73847"/>
                    <a:pt x="212616" y="77501"/>
                  </a:cubicBezTo>
                  <a:cubicBezTo>
                    <a:pt x="215453" y="81285"/>
                    <a:pt x="215582" y="86443"/>
                    <a:pt x="213003" y="90399"/>
                  </a:cubicBezTo>
                  <a:cubicBezTo>
                    <a:pt x="222890" y="91258"/>
                    <a:pt x="230242" y="99943"/>
                    <a:pt x="229382" y="109830"/>
                  </a:cubicBezTo>
                  <a:cubicBezTo>
                    <a:pt x="228652" y="118558"/>
                    <a:pt x="221730" y="125479"/>
                    <a:pt x="213003" y="126210"/>
                  </a:cubicBezTo>
                  <a:cubicBezTo>
                    <a:pt x="220226" y="136657"/>
                    <a:pt x="217603" y="150929"/>
                    <a:pt x="207156" y="158152"/>
                  </a:cubicBezTo>
                  <a:cubicBezTo>
                    <a:pt x="204233" y="160173"/>
                    <a:pt x="200923" y="161462"/>
                    <a:pt x="197440" y="161978"/>
                  </a:cubicBezTo>
                  <a:cubicBezTo>
                    <a:pt x="200106" y="164171"/>
                    <a:pt x="200492" y="168083"/>
                    <a:pt x="198300" y="170748"/>
                  </a:cubicBezTo>
                  <a:cubicBezTo>
                    <a:pt x="197957" y="171135"/>
                    <a:pt x="197569" y="171522"/>
                    <a:pt x="197182" y="171823"/>
                  </a:cubicBezTo>
                  <a:cubicBezTo>
                    <a:pt x="193872" y="173930"/>
                    <a:pt x="189745" y="174316"/>
                    <a:pt x="186091" y="172855"/>
                  </a:cubicBezTo>
                  <a:cubicBezTo>
                    <a:pt x="181792" y="185451"/>
                    <a:pt x="177493" y="198090"/>
                    <a:pt x="172850" y="210687"/>
                  </a:cubicBezTo>
                  <a:cubicBezTo>
                    <a:pt x="170442" y="218984"/>
                    <a:pt x="166702" y="226851"/>
                    <a:pt x="161844" y="233988"/>
                  </a:cubicBezTo>
                  <a:cubicBezTo>
                    <a:pt x="156857" y="241167"/>
                    <a:pt x="148775" y="245595"/>
                    <a:pt x="140004" y="245853"/>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3" name="Google Shape;843;p61"/>
            <p:cNvSpPr/>
            <p:nvPr/>
          </p:nvSpPr>
          <p:spPr>
            <a:xfrm>
              <a:off x="11167093" y="2235379"/>
              <a:ext cx="215812" cy="308254"/>
            </a:xfrm>
            <a:custGeom>
              <a:avLst/>
              <a:gdLst/>
              <a:ahLst/>
              <a:cxnLst/>
              <a:rect l="l" t="t" r="r" b="b"/>
              <a:pathLst>
                <a:path w="215812" h="308254" extrusionOk="0">
                  <a:moveTo>
                    <a:pt x="38949" y="40336"/>
                  </a:moveTo>
                  <a:cubicBezTo>
                    <a:pt x="51202" y="10243"/>
                    <a:pt x="94407" y="-9103"/>
                    <a:pt x="123684" y="4353"/>
                  </a:cubicBezTo>
                  <a:lnTo>
                    <a:pt x="215813" y="56415"/>
                  </a:lnTo>
                  <a:lnTo>
                    <a:pt x="209923" y="72794"/>
                  </a:lnTo>
                  <a:lnTo>
                    <a:pt x="115644" y="290413"/>
                  </a:lnTo>
                  <a:lnTo>
                    <a:pt x="0" y="308254"/>
                  </a:lnTo>
                  <a:lnTo>
                    <a:pt x="32887" y="214879"/>
                  </a:lnTo>
                  <a:cubicBezTo>
                    <a:pt x="32887" y="214879"/>
                    <a:pt x="-4042" y="195361"/>
                    <a:pt x="5245" y="141493"/>
                  </a:cubicBezTo>
                  <a:cubicBezTo>
                    <a:pt x="9845" y="114796"/>
                    <a:pt x="25192" y="73611"/>
                    <a:pt x="38949" y="40336"/>
                  </a:cubicBezTo>
                  <a:lnTo>
                    <a:pt x="38949" y="40336"/>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4" name="Google Shape;844;p61"/>
            <p:cNvSpPr/>
            <p:nvPr/>
          </p:nvSpPr>
          <p:spPr>
            <a:xfrm>
              <a:off x="11204311" y="2320324"/>
              <a:ext cx="13351" cy="13186"/>
            </a:xfrm>
            <a:custGeom>
              <a:avLst/>
              <a:gdLst/>
              <a:ahLst/>
              <a:cxnLst/>
              <a:rect l="l" t="t" r="r" b="b"/>
              <a:pathLst>
                <a:path w="13351" h="13186" extrusionOk="0">
                  <a:moveTo>
                    <a:pt x="356" y="4100"/>
                  </a:moveTo>
                  <a:cubicBezTo>
                    <a:pt x="-805" y="7582"/>
                    <a:pt x="958" y="11365"/>
                    <a:pt x="4397" y="12698"/>
                  </a:cubicBezTo>
                  <a:cubicBezTo>
                    <a:pt x="7750" y="14073"/>
                    <a:pt x="11619" y="12440"/>
                    <a:pt x="12995" y="9086"/>
                  </a:cubicBezTo>
                  <a:cubicBezTo>
                    <a:pt x="14156" y="5604"/>
                    <a:pt x="12394" y="1821"/>
                    <a:pt x="8954" y="488"/>
                  </a:cubicBezTo>
                  <a:cubicBezTo>
                    <a:pt x="5601" y="-887"/>
                    <a:pt x="1731" y="746"/>
                    <a:pt x="356" y="4100"/>
                  </a:cubicBezTo>
                  <a:lnTo>
                    <a:pt x="356" y="410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5" name="Google Shape;845;p61"/>
            <p:cNvSpPr/>
            <p:nvPr/>
          </p:nvSpPr>
          <p:spPr>
            <a:xfrm>
              <a:off x="11207557" y="2297039"/>
              <a:ext cx="26158" cy="11913"/>
            </a:xfrm>
            <a:custGeom>
              <a:avLst/>
              <a:gdLst/>
              <a:ahLst/>
              <a:cxnLst/>
              <a:rect l="l" t="t" r="r" b="b"/>
              <a:pathLst>
                <a:path w="26158" h="11913" extrusionOk="0">
                  <a:moveTo>
                    <a:pt x="33" y="3353"/>
                  </a:moveTo>
                  <a:cubicBezTo>
                    <a:pt x="550" y="4471"/>
                    <a:pt x="6740" y="2450"/>
                    <a:pt x="13747" y="4858"/>
                  </a:cubicBezTo>
                  <a:cubicBezTo>
                    <a:pt x="20755" y="7265"/>
                    <a:pt x="24710" y="12467"/>
                    <a:pt x="25742" y="11865"/>
                  </a:cubicBezTo>
                  <a:cubicBezTo>
                    <a:pt x="26773" y="11264"/>
                    <a:pt x="25742" y="9802"/>
                    <a:pt x="24280" y="7566"/>
                  </a:cubicBezTo>
                  <a:cubicBezTo>
                    <a:pt x="21959" y="4428"/>
                    <a:pt x="18692" y="2107"/>
                    <a:pt x="14994" y="903"/>
                  </a:cubicBezTo>
                  <a:cubicBezTo>
                    <a:pt x="11339" y="-301"/>
                    <a:pt x="7384" y="-301"/>
                    <a:pt x="3731" y="903"/>
                  </a:cubicBezTo>
                  <a:cubicBezTo>
                    <a:pt x="1022" y="1548"/>
                    <a:pt x="-225" y="2837"/>
                    <a:pt x="33" y="3353"/>
                  </a:cubicBezTo>
                  <a:lnTo>
                    <a:pt x="33" y="335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6" name="Google Shape;846;p61"/>
            <p:cNvSpPr/>
            <p:nvPr/>
          </p:nvSpPr>
          <p:spPr>
            <a:xfrm>
              <a:off x="11265142" y="2344227"/>
              <a:ext cx="13346" cy="13186"/>
            </a:xfrm>
            <a:custGeom>
              <a:avLst/>
              <a:gdLst/>
              <a:ahLst/>
              <a:cxnLst/>
              <a:rect l="l" t="t" r="r" b="b"/>
              <a:pathLst>
                <a:path w="13346" h="13186" extrusionOk="0">
                  <a:moveTo>
                    <a:pt x="356" y="4100"/>
                  </a:moveTo>
                  <a:cubicBezTo>
                    <a:pt x="-805" y="7582"/>
                    <a:pt x="959" y="11365"/>
                    <a:pt x="4397" y="12698"/>
                  </a:cubicBezTo>
                  <a:cubicBezTo>
                    <a:pt x="7750" y="14073"/>
                    <a:pt x="11620" y="12440"/>
                    <a:pt x="12995" y="9086"/>
                  </a:cubicBezTo>
                  <a:cubicBezTo>
                    <a:pt x="14156" y="5604"/>
                    <a:pt x="12351" y="1821"/>
                    <a:pt x="8954" y="488"/>
                  </a:cubicBezTo>
                  <a:cubicBezTo>
                    <a:pt x="5601" y="-887"/>
                    <a:pt x="1732" y="746"/>
                    <a:pt x="356" y="410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7" name="Google Shape;847;p61"/>
            <p:cNvSpPr/>
            <p:nvPr/>
          </p:nvSpPr>
          <p:spPr>
            <a:xfrm>
              <a:off x="11275353" y="2323005"/>
              <a:ext cx="26176" cy="11955"/>
            </a:xfrm>
            <a:custGeom>
              <a:avLst/>
              <a:gdLst/>
              <a:ahLst/>
              <a:cxnLst/>
              <a:rect l="l" t="t" r="r" b="b"/>
              <a:pathLst>
                <a:path w="26176" h="11955" extrusionOk="0">
                  <a:moveTo>
                    <a:pt x="33" y="3353"/>
                  </a:moveTo>
                  <a:cubicBezTo>
                    <a:pt x="549" y="4471"/>
                    <a:pt x="6740" y="2493"/>
                    <a:pt x="13747" y="4858"/>
                  </a:cubicBezTo>
                  <a:cubicBezTo>
                    <a:pt x="20755" y="7222"/>
                    <a:pt x="24667" y="12510"/>
                    <a:pt x="25742" y="11908"/>
                  </a:cubicBezTo>
                  <a:cubicBezTo>
                    <a:pt x="26816" y="11307"/>
                    <a:pt x="25742" y="9845"/>
                    <a:pt x="24236" y="7609"/>
                  </a:cubicBezTo>
                  <a:cubicBezTo>
                    <a:pt x="21916" y="4471"/>
                    <a:pt x="18692" y="2107"/>
                    <a:pt x="14994" y="903"/>
                  </a:cubicBezTo>
                  <a:cubicBezTo>
                    <a:pt x="11339" y="-301"/>
                    <a:pt x="7384" y="-301"/>
                    <a:pt x="3730" y="903"/>
                  </a:cubicBezTo>
                  <a:cubicBezTo>
                    <a:pt x="1022" y="1548"/>
                    <a:pt x="-225" y="2837"/>
                    <a:pt x="33" y="3353"/>
                  </a:cubicBezTo>
                  <a:lnTo>
                    <a:pt x="33" y="335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8" name="Google Shape;848;p61"/>
            <p:cNvSpPr/>
            <p:nvPr/>
          </p:nvSpPr>
          <p:spPr>
            <a:xfrm>
              <a:off x="11216447" y="2310951"/>
              <a:ext cx="39625" cy="57581"/>
            </a:xfrm>
            <a:custGeom>
              <a:avLst/>
              <a:gdLst/>
              <a:ahLst/>
              <a:cxnLst/>
              <a:rect l="l" t="t" r="r" b="b"/>
              <a:pathLst>
                <a:path w="39625" h="57581" extrusionOk="0">
                  <a:moveTo>
                    <a:pt x="16508" y="57581"/>
                  </a:moveTo>
                  <a:cubicBezTo>
                    <a:pt x="13197" y="55174"/>
                    <a:pt x="9587" y="53196"/>
                    <a:pt x="5803" y="51692"/>
                  </a:cubicBezTo>
                  <a:cubicBezTo>
                    <a:pt x="4084" y="50875"/>
                    <a:pt x="2493" y="49972"/>
                    <a:pt x="2622" y="48639"/>
                  </a:cubicBezTo>
                  <a:cubicBezTo>
                    <a:pt x="2751" y="47307"/>
                    <a:pt x="4041" y="45501"/>
                    <a:pt x="5632" y="43695"/>
                  </a:cubicBezTo>
                  <a:lnTo>
                    <a:pt x="15562" y="31787"/>
                  </a:lnTo>
                  <a:cubicBezTo>
                    <a:pt x="29491" y="14806"/>
                    <a:pt x="40282" y="576"/>
                    <a:pt x="39594" y="17"/>
                  </a:cubicBezTo>
                  <a:cubicBezTo>
                    <a:pt x="38907" y="-542"/>
                    <a:pt x="27041" y="12914"/>
                    <a:pt x="13069" y="29809"/>
                  </a:cubicBezTo>
                  <a:lnTo>
                    <a:pt x="3310" y="41847"/>
                  </a:lnTo>
                  <a:cubicBezTo>
                    <a:pt x="1461" y="43652"/>
                    <a:pt x="300" y="46017"/>
                    <a:pt x="0" y="48596"/>
                  </a:cubicBezTo>
                  <a:cubicBezTo>
                    <a:pt x="86" y="50058"/>
                    <a:pt x="860" y="51391"/>
                    <a:pt x="2063" y="52208"/>
                  </a:cubicBezTo>
                  <a:cubicBezTo>
                    <a:pt x="2966" y="52809"/>
                    <a:pt x="3912" y="53325"/>
                    <a:pt x="4944" y="53669"/>
                  </a:cubicBezTo>
                  <a:cubicBezTo>
                    <a:pt x="8598" y="55475"/>
                    <a:pt x="12510" y="56765"/>
                    <a:pt x="16508" y="57581"/>
                  </a:cubicBezTo>
                  <a:lnTo>
                    <a:pt x="16508" y="5758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9" name="Google Shape;849;p61"/>
            <p:cNvSpPr/>
            <p:nvPr/>
          </p:nvSpPr>
          <p:spPr>
            <a:xfrm>
              <a:off x="11194521" y="2450215"/>
              <a:ext cx="79575" cy="22830"/>
            </a:xfrm>
            <a:custGeom>
              <a:avLst/>
              <a:gdLst/>
              <a:ahLst/>
              <a:cxnLst/>
              <a:rect l="l" t="t" r="r" b="b"/>
              <a:pathLst>
                <a:path w="79575" h="22830" extrusionOk="0">
                  <a:moveTo>
                    <a:pt x="5374" y="0"/>
                  </a:moveTo>
                  <a:cubicBezTo>
                    <a:pt x="29191" y="8426"/>
                    <a:pt x="54899" y="10103"/>
                    <a:pt x="79576" y="4729"/>
                  </a:cubicBezTo>
                  <a:cubicBezTo>
                    <a:pt x="79576" y="4729"/>
                    <a:pt x="49224" y="37144"/>
                    <a:pt x="0" y="15219"/>
                  </a:cubicBezTo>
                  <a:lnTo>
                    <a:pt x="5374"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0" name="Google Shape;850;p61"/>
            <p:cNvSpPr/>
            <p:nvPr/>
          </p:nvSpPr>
          <p:spPr>
            <a:xfrm>
              <a:off x="11228763" y="2384358"/>
              <a:ext cx="21278" cy="18018"/>
            </a:xfrm>
            <a:custGeom>
              <a:avLst/>
              <a:gdLst/>
              <a:ahLst/>
              <a:cxnLst/>
              <a:rect l="l" t="t" r="r" b="b"/>
              <a:pathLst>
                <a:path w="21278" h="18018" extrusionOk="0">
                  <a:moveTo>
                    <a:pt x="1398" y="2145"/>
                  </a:moveTo>
                  <a:cubicBezTo>
                    <a:pt x="5266" y="-349"/>
                    <a:pt x="10125" y="-693"/>
                    <a:pt x="14295" y="1242"/>
                  </a:cubicBezTo>
                  <a:cubicBezTo>
                    <a:pt x="17347" y="2575"/>
                    <a:pt x="19669" y="5111"/>
                    <a:pt x="20787" y="8249"/>
                  </a:cubicBezTo>
                  <a:cubicBezTo>
                    <a:pt x="21947" y="11302"/>
                    <a:pt x="21002" y="14741"/>
                    <a:pt x="18508" y="16848"/>
                  </a:cubicBezTo>
                  <a:cubicBezTo>
                    <a:pt x="15327" y="18653"/>
                    <a:pt x="11372" y="18352"/>
                    <a:pt x="8534" y="16074"/>
                  </a:cubicBezTo>
                  <a:cubicBezTo>
                    <a:pt x="5611" y="13795"/>
                    <a:pt x="3203" y="10958"/>
                    <a:pt x="1398" y="7691"/>
                  </a:cubicBezTo>
                  <a:cubicBezTo>
                    <a:pt x="796" y="6874"/>
                    <a:pt x="366" y="5928"/>
                    <a:pt x="108" y="4939"/>
                  </a:cubicBezTo>
                  <a:cubicBezTo>
                    <a:pt x="-193" y="3950"/>
                    <a:pt x="151" y="2919"/>
                    <a:pt x="967" y="2317"/>
                  </a:cubicBezTo>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1" name="Google Shape;851;p61"/>
            <p:cNvSpPr/>
            <p:nvPr/>
          </p:nvSpPr>
          <p:spPr>
            <a:xfrm>
              <a:off x="11223254" y="2380337"/>
              <a:ext cx="29098" cy="15687"/>
            </a:xfrm>
            <a:custGeom>
              <a:avLst/>
              <a:gdLst/>
              <a:ahLst/>
              <a:cxnLst/>
              <a:rect l="l" t="t" r="r" b="b"/>
              <a:pathLst>
                <a:path w="29098" h="15687" extrusionOk="0">
                  <a:moveTo>
                    <a:pt x="28703" y="17"/>
                  </a:moveTo>
                  <a:cubicBezTo>
                    <a:pt x="27585" y="-412"/>
                    <a:pt x="24962" y="7197"/>
                    <a:pt x="16622" y="10421"/>
                  </a:cubicBezTo>
                  <a:cubicBezTo>
                    <a:pt x="8282" y="13645"/>
                    <a:pt x="458" y="10077"/>
                    <a:pt x="27" y="11152"/>
                  </a:cubicBezTo>
                  <a:cubicBezTo>
                    <a:pt x="-230" y="11582"/>
                    <a:pt x="1317" y="13216"/>
                    <a:pt x="4714" y="14462"/>
                  </a:cubicBezTo>
                  <a:cubicBezTo>
                    <a:pt x="9142" y="16096"/>
                    <a:pt x="13999" y="16096"/>
                    <a:pt x="18428" y="14462"/>
                  </a:cubicBezTo>
                  <a:cubicBezTo>
                    <a:pt x="22684" y="12829"/>
                    <a:pt x="26123" y="9647"/>
                    <a:pt x="28057" y="5563"/>
                  </a:cubicBezTo>
                  <a:cubicBezTo>
                    <a:pt x="29433" y="2339"/>
                    <a:pt x="29218" y="146"/>
                    <a:pt x="28703" y="17"/>
                  </a:cubicBezTo>
                  <a:lnTo>
                    <a:pt x="28703" y="1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2" name="Google Shape;852;p61"/>
            <p:cNvSpPr/>
            <p:nvPr/>
          </p:nvSpPr>
          <p:spPr>
            <a:xfrm>
              <a:off x="11281792" y="2298323"/>
              <a:ext cx="30993" cy="16754"/>
            </a:xfrm>
            <a:custGeom>
              <a:avLst/>
              <a:gdLst/>
              <a:ahLst/>
              <a:cxnLst/>
              <a:rect l="l" t="t" r="r" b="b"/>
              <a:pathLst>
                <a:path w="30993" h="16754" extrusionOk="0">
                  <a:moveTo>
                    <a:pt x="0" y="2198"/>
                  </a:moveTo>
                  <a:cubicBezTo>
                    <a:pt x="0" y="4347"/>
                    <a:pt x="7351" y="5809"/>
                    <a:pt x="15219" y="9592"/>
                  </a:cubicBezTo>
                  <a:cubicBezTo>
                    <a:pt x="23085" y="13375"/>
                    <a:pt x="29019" y="17846"/>
                    <a:pt x="30695" y="16514"/>
                  </a:cubicBezTo>
                  <a:cubicBezTo>
                    <a:pt x="31469" y="15869"/>
                    <a:pt x="30695" y="13676"/>
                    <a:pt x="28847" y="10882"/>
                  </a:cubicBezTo>
                  <a:cubicBezTo>
                    <a:pt x="23128" y="3831"/>
                    <a:pt x="14530" y="-167"/>
                    <a:pt x="5460" y="5"/>
                  </a:cubicBezTo>
                  <a:cubicBezTo>
                    <a:pt x="2020" y="220"/>
                    <a:pt x="0" y="1209"/>
                    <a:pt x="0" y="2198"/>
                  </a:cubicBezTo>
                  <a:lnTo>
                    <a:pt x="0" y="219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3" name="Google Shape;853;p61"/>
            <p:cNvSpPr/>
            <p:nvPr/>
          </p:nvSpPr>
          <p:spPr>
            <a:xfrm>
              <a:off x="11217047" y="2276672"/>
              <a:ext cx="24432" cy="11753"/>
            </a:xfrm>
            <a:custGeom>
              <a:avLst/>
              <a:gdLst/>
              <a:ahLst/>
              <a:cxnLst/>
              <a:rect l="l" t="t" r="r" b="b"/>
              <a:pathLst>
                <a:path w="24432" h="11753" extrusionOk="0">
                  <a:moveTo>
                    <a:pt x="44" y="4159"/>
                  </a:moveTo>
                  <a:cubicBezTo>
                    <a:pt x="732" y="6180"/>
                    <a:pt x="6106" y="6137"/>
                    <a:pt x="11952" y="8028"/>
                  </a:cubicBezTo>
                  <a:cubicBezTo>
                    <a:pt x="17800" y="9920"/>
                    <a:pt x="22313" y="12714"/>
                    <a:pt x="24033" y="11425"/>
                  </a:cubicBezTo>
                  <a:cubicBezTo>
                    <a:pt x="24764" y="10780"/>
                    <a:pt x="24548" y="8931"/>
                    <a:pt x="22915" y="6696"/>
                  </a:cubicBezTo>
                  <a:cubicBezTo>
                    <a:pt x="20723" y="3901"/>
                    <a:pt x="17714" y="1838"/>
                    <a:pt x="14317" y="806"/>
                  </a:cubicBezTo>
                  <a:cubicBezTo>
                    <a:pt x="10878" y="-269"/>
                    <a:pt x="7223" y="-269"/>
                    <a:pt x="3785" y="806"/>
                  </a:cubicBezTo>
                  <a:cubicBezTo>
                    <a:pt x="990" y="1795"/>
                    <a:pt x="-257" y="3214"/>
                    <a:pt x="44" y="4159"/>
                  </a:cubicBezTo>
                  <a:lnTo>
                    <a:pt x="44" y="415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4" name="Google Shape;854;p61"/>
            <p:cNvSpPr/>
            <p:nvPr/>
          </p:nvSpPr>
          <p:spPr>
            <a:xfrm>
              <a:off x="11241155" y="2199815"/>
              <a:ext cx="167285" cy="164719"/>
            </a:xfrm>
            <a:custGeom>
              <a:avLst/>
              <a:gdLst/>
              <a:ahLst/>
              <a:cxnLst/>
              <a:rect l="l" t="t" r="r" b="b"/>
              <a:pathLst>
                <a:path w="167285" h="164719" extrusionOk="0">
                  <a:moveTo>
                    <a:pt x="5643" y="24183"/>
                  </a:moveTo>
                  <a:cubicBezTo>
                    <a:pt x="-3299" y="35446"/>
                    <a:pt x="-1408" y="51826"/>
                    <a:pt x="9856" y="60768"/>
                  </a:cubicBezTo>
                  <a:cubicBezTo>
                    <a:pt x="15487" y="65239"/>
                    <a:pt x="22753" y="67173"/>
                    <a:pt x="29889" y="66142"/>
                  </a:cubicBezTo>
                  <a:cubicBezTo>
                    <a:pt x="25418" y="68764"/>
                    <a:pt x="23699" y="74353"/>
                    <a:pt x="25892" y="79039"/>
                  </a:cubicBezTo>
                  <a:cubicBezTo>
                    <a:pt x="28084" y="83510"/>
                    <a:pt x="31996" y="86906"/>
                    <a:pt x="36682" y="88497"/>
                  </a:cubicBezTo>
                  <a:cubicBezTo>
                    <a:pt x="46441" y="92409"/>
                    <a:pt x="57446" y="91850"/>
                    <a:pt x="66776" y="87035"/>
                  </a:cubicBezTo>
                  <a:cubicBezTo>
                    <a:pt x="63852" y="101308"/>
                    <a:pt x="73052" y="115237"/>
                    <a:pt x="87282" y="118160"/>
                  </a:cubicBezTo>
                  <a:cubicBezTo>
                    <a:pt x="90033" y="118719"/>
                    <a:pt x="92827" y="118848"/>
                    <a:pt x="95622" y="118504"/>
                  </a:cubicBezTo>
                  <a:cubicBezTo>
                    <a:pt x="83456" y="124050"/>
                    <a:pt x="78125" y="138409"/>
                    <a:pt x="83671" y="150575"/>
                  </a:cubicBezTo>
                  <a:cubicBezTo>
                    <a:pt x="89217" y="162742"/>
                    <a:pt x="103575" y="168072"/>
                    <a:pt x="115742" y="162527"/>
                  </a:cubicBezTo>
                  <a:cubicBezTo>
                    <a:pt x="120041" y="160549"/>
                    <a:pt x="123695" y="157368"/>
                    <a:pt x="126188" y="153370"/>
                  </a:cubicBezTo>
                  <a:cubicBezTo>
                    <a:pt x="141192" y="152166"/>
                    <a:pt x="152370" y="139097"/>
                    <a:pt x="151166" y="124093"/>
                  </a:cubicBezTo>
                  <a:cubicBezTo>
                    <a:pt x="150994" y="121729"/>
                    <a:pt x="150479" y="119407"/>
                    <a:pt x="149704" y="117171"/>
                  </a:cubicBezTo>
                  <a:cubicBezTo>
                    <a:pt x="155508" y="116957"/>
                    <a:pt x="160753" y="113689"/>
                    <a:pt x="163462" y="108573"/>
                  </a:cubicBezTo>
                  <a:cubicBezTo>
                    <a:pt x="166127" y="103500"/>
                    <a:pt x="167417" y="97869"/>
                    <a:pt x="167244" y="92151"/>
                  </a:cubicBezTo>
                  <a:cubicBezTo>
                    <a:pt x="167804" y="78093"/>
                    <a:pt x="162644" y="64465"/>
                    <a:pt x="152928" y="54276"/>
                  </a:cubicBezTo>
                  <a:cubicBezTo>
                    <a:pt x="142826" y="44259"/>
                    <a:pt x="127607" y="41379"/>
                    <a:pt x="114581" y="47097"/>
                  </a:cubicBezTo>
                  <a:cubicBezTo>
                    <a:pt x="113291" y="47957"/>
                    <a:pt x="111830" y="48386"/>
                    <a:pt x="110282" y="48386"/>
                  </a:cubicBezTo>
                  <a:cubicBezTo>
                    <a:pt x="108175" y="48043"/>
                    <a:pt x="106971" y="45850"/>
                    <a:pt x="105983" y="44087"/>
                  </a:cubicBezTo>
                  <a:cubicBezTo>
                    <a:pt x="102028" y="35489"/>
                    <a:pt x="97987" y="26203"/>
                    <a:pt x="90119" y="20915"/>
                  </a:cubicBezTo>
                  <a:cubicBezTo>
                    <a:pt x="80145" y="14510"/>
                    <a:pt x="67076" y="15842"/>
                    <a:pt x="58607" y="24140"/>
                  </a:cubicBezTo>
                  <a:cubicBezTo>
                    <a:pt x="56285" y="11285"/>
                    <a:pt x="45796" y="1484"/>
                    <a:pt x="32813" y="22"/>
                  </a:cubicBezTo>
                  <a:cubicBezTo>
                    <a:pt x="19915" y="-580"/>
                    <a:pt x="7578" y="11328"/>
                    <a:pt x="9383" y="23968"/>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5" name="Google Shape;855;p61"/>
            <p:cNvSpPr/>
            <p:nvPr/>
          </p:nvSpPr>
          <p:spPr>
            <a:xfrm>
              <a:off x="11334534" y="2342093"/>
              <a:ext cx="31949" cy="58190"/>
            </a:xfrm>
            <a:custGeom>
              <a:avLst/>
              <a:gdLst/>
              <a:ahLst/>
              <a:cxnLst/>
              <a:rect l="l" t="t" r="r" b="b"/>
              <a:pathLst>
                <a:path w="31949" h="58190" extrusionOk="0">
                  <a:moveTo>
                    <a:pt x="4307" y="12338"/>
                  </a:moveTo>
                  <a:cubicBezTo>
                    <a:pt x="1341" y="22871"/>
                    <a:pt x="-121" y="33791"/>
                    <a:pt x="8" y="44753"/>
                  </a:cubicBezTo>
                  <a:cubicBezTo>
                    <a:pt x="8" y="49396"/>
                    <a:pt x="781" y="54770"/>
                    <a:pt x="4736" y="57178"/>
                  </a:cubicBezTo>
                  <a:cubicBezTo>
                    <a:pt x="8649" y="59112"/>
                    <a:pt x="13334" y="58209"/>
                    <a:pt x="16258" y="55028"/>
                  </a:cubicBezTo>
                  <a:cubicBezTo>
                    <a:pt x="19052" y="51847"/>
                    <a:pt x="20987" y="48064"/>
                    <a:pt x="21976" y="43936"/>
                  </a:cubicBezTo>
                  <a:cubicBezTo>
                    <a:pt x="26275" y="29535"/>
                    <a:pt x="29585" y="14832"/>
                    <a:pt x="31950" y="0"/>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6" name="Google Shape;856;p61"/>
            <p:cNvSpPr/>
            <p:nvPr/>
          </p:nvSpPr>
          <p:spPr>
            <a:xfrm>
              <a:off x="11334842" y="2366254"/>
              <a:ext cx="34211" cy="41694"/>
            </a:xfrm>
            <a:custGeom>
              <a:avLst/>
              <a:gdLst/>
              <a:ahLst/>
              <a:cxnLst/>
              <a:rect l="l" t="t" r="r" b="b"/>
              <a:pathLst>
                <a:path w="34211" h="41694" extrusionOk="0">
                  <a:moveTo>
                    <a:pt x="12339" y="0"/>
                  </a:moveTo>
                  <a:cubicBezTo>
                    <a:pt x="13112" y="0"/>
                    <a:pt x="41056" y="-301"/>
                    <a:pt x="32630" y="25795"/>
                  </a:cubicBezTo>
                  <a:cubicBezTo>
                    <a:pt x="24204" y="51890"/>
                    <a:pt x="-171" y="38176"/>
                    <a:pt x="1" y="37445"/>
                  </a:cubicBezTo>
                  <a:cubicBezTo>
                    <a:pt x="172" y="36714"/>
                    <a:pt x="12339" y="0"/>
                    <a:pt x="12339" y="0"/>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7" name="Google Shape;857;p61"/>
            <p:cNvSpPr/>
            <p:nvPr/>
          </p:nvSpPr>
          <p:spPr>
            <a:xfrm>
              <a:off x="11345927" y="2376830"/>
              <a:ext cx="15616" cy="22828"/>
            </a:xfrm>
            <a:custGeom>
              <a:avLst/>
              <a:gdLst/>
              <a:ahLst/>
              <a:cxnLst/>
              <a:rect l="l" t="t" r="r" b="b"/>
              <a:pathLst>
                <a:path w="15616" h="22828" extrusionOk="0">
                  <a:moveTo>
                    <a:pt x="50" y="19518"/>
                  </a:moveTo>
                  <a:cubicBezTo>
                    <a:pt x="50" y="19518"/>
                    <a:pt x="437" y="19991"/>
                    <a:pt x="1081" y="20593"/>
                  </a:cubicBezTo>
                  <a:cubicBezTo>
                    <a:pt x="2027" y="21366"/>
                    <a:pt x="3231" y="21796"/>
                    <a:pt x="4435" y="21753"/>
                  </a:cubicBezTo>
                  <a:cubicBezTo>
                    <a:pt x="7530" y="21753"/>
                    <a:pt x="11271" y="17970"/>
                    <a:pt x="13033" y="13155"/>
                  </a:cubicBezTo>
                  <a:cubicBezTo>
                    <a:pt x="13806" y="10920"/>
                    <a:pt x="14065" y="8555"/>
                    <a:pt x="13850" y="6234"/>
                  </a:cubicBezTo>
                  <a:cubicBezTo>
                    <a:pt x="13893" y="4428"/>
                    <a:pt x="13033" y="2708"/>
                    <a:pt x="11572" y="1634"/>
                  </a:cubicBezTo>
                  <a:cubicBezTo>
                    <a:pt x="10582" y="989"/>
                    <a:pt x="9293" y="1161"/>
                    <a:pt x="8476" y="2021"/>
                  </a:cubicBezTo>
                  <a:cubicBezTo>
                    <a:pt x="7874" y="2622"/>
                    <a:pt x="7874" y="3224"/>
                    <a:pt x="7745" y="3224"/>
                  </a:cubicBezTo>
                  <a:cubicBezTo>
                    <a:pt x="7616" y="3224"/>
                    <a:pt x="7315" y="2580"/>
                    <a:pt x="7745" y="1591"/>
                  </a:cubicBezTo>
                  <a:cubicBezTo>
                    <a:pt x="8089" y="989"/>
                    <a:pt x="8648" y="516"/>
                    <a:pt x="9293" y="258"/>
                  </a:cubicBezTo>
                  <a:cubicBezTo>
                    <a:pt x="10153" y="-86"/>
                    <a:pt x="11142" y="-86"/>
                    <a:pt x="12001" y="258"/>
                  </a:cubicBezTo>
                  <a:cubicBezTo>
                    <a:pt x="14022" y="1376"/>
                    <a:pt x="15355" y="3525"/>
                    <a:pt x="15441" y="5847"/>
                  </a:cubicBezTo>
                  <a:cubicBezTo>
                    <a:pt x="15828" y="8469"/>
                    <a:pt x="15570" y="11135"/>
                    <a:pt x="14710" y="13628"/>
                  </a:cubicBezTo>
                  <a:cubicBezTo>
                    <a:pt x="13463" y="18486"/>
                    <a:pt x="9379" y="22097"/>
                    <a:pt x="4435" y="22828"/>
                  </a:cubicBezTo>
                  <a:cubicBezTo>
                    <a:pt x="2888" y="22828"/>
                    <a:pt x="1469" y="22054"/>
                    <a:pt x="523" y="20808"/>
                  </a:cubicBezTo>
                  <a:cubicBezTo>
                    <a:pt x="-79" y="20206"/>
                    <a:pt x="-36" y="19518"/>
                    <a:pt x="50" y="19518"/>
                  </a:cubicBezTo>
                  <a:lnTo>
                    <a:pt x="50" y="1951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8" name="Google Shape;858;p61"/>
            <p:cNvSpPr/>
            <p:nvPr/>
          </p:nvSpPr>
          <p:spPr>
            <a:xfrm>
              <a:off x="11246837" y="2166907"/>
              <a:ext cx="64102" cy="115127"/>
            </a:xfrm>
            <a:custGeom>
              <a:avLst/>
              <a:gdLst/>
              <a:ahLst/>
              <a:cxnLst/>
              <a:rect l="l" t="t" r="r" b="b"/>
              <a:pathLst>
                <a:path w="64102" h="115127" extrusionOk="0">
                  <a:moveTo>
                    <a:pt x="64103" y="115128"/>
                  </a:moveTo>
                  <a:lnTo>
                    <a:pt x="63243" y="115128"/>
                  </a:lnTo>
                  <a:lnTo>
                    <a:pt x="60706" y="114698"/>
                  </a:lnTo>
                  <a:cubicBezTo>
                    <a:pt x="57525" y="114053"/>
                    <a:pt x="54473" y="112978"/>
                    <a:pt x="51550" y="111560"/>
                  </a:cubicBezTo>
                  <a:cubicBezTo>
                    <a:pt x="49442" y="110528"/>
                    <a:pt x="47508" y="109238"/>
                    <a:pt x="45746" y="107691"/>
                  </a:cubicBezTo>
                  <a:cubicBezTo>
                    <a:pt x="43639" y="105885"/>
                    <a:pt x="41877" y="103649"/>
                    <a:pt x="40673" y="101156"/>
                  </a:cubicBezTo>
                  <a:cubicBezTo>
                    <a:pt x="39340" y="98276"/>
                    <a:pt x="38695" y="95094"/>
                    <a:pt x="38867" y="91913"/>
                  </a:cubicBezTo>
                  <a:cubicBezTo>
                    <a:pt x="39039" y="88259"/>
                    <a:pt x="40587" y="84820"/>
                    <a:pt x="43166" y="82283"/>
                  </a:cubicBezTo>
                  <a:lnTo>
                    <a:pt x="43768" y="83272"/>
                  </a:lnTo>
                  <a:cubicBezTo>
                    <a:pt x="36288" y="85507"/>
                    <a:pt x="28291" y="85249"/>
                    <a:pt x="20940" y="82584"/>
                  </a:cubicBezTo>
                  <a:cubicBezTo>
                    <a:pt x="16942" y="81122"/>
                    <a:pt x="13201" y="78973"/>
                    <a:pt x="9977" y="76178"/>
                  </a:cubicBezTo>
                  <a:cubicBezTo>
                    <a:pt x="8301" y="74760"/>
                    <a:pt x="6839" y="73040"/>
                    <a:pt x="5678" y="71191"/>
                  </a:cubicBezTo>
                  <a:cubicBezTo>
                    <a:pt x="4431" y="69214"/>
                    <a:pt x="3787" y="66892"/>
                    <a:pt x="3744" y="64571"/>
                  </a:cubicBezTo>
                  <a:cubicBezTo>
                    <a:pt x="3744" y="61862"/>
                    <a:pt x="4431" y="59197"/>
                    <a:pt x="5678" y="56790"/>
                  </a:cubicBezTo>
                  <a:cubicBezTo>
                    <a:pt x="6796" y="54511"/>
                    <a:pt x="8086" y="52276"/>
                    <a:pt x="9548" y="50169"/>
                  </a:cubicBezTo>
                  <a:cubicBezTo>
                    <a:pt x="10880" y="48019"/>
                    <a:pt x="12557" y="46128"/>
                    <a:pt x="14491" y="44494"/>
                  </a:cubicBezTo>
                  <a:cubicBezTo>
                    <a:pt x="16383" y="42775"/>
                    <a:pt x="19006" y="41958"/>
                    <a:pt x="21541" y="42345"/>
                  </a:cubicBezTo>
                  <a:lnTo>
                    <a:pt x="21541" y="43634"/>
                  </a:lnTo>
                  <a:cubicBezTo>
                    <a:pt x="16727" y="43462"/>
                    <a:pt x="12084" y="41700"/>
                    <a:pt x="8387" y="38605"/>
                  </a:cubicBezTo>
                  <a:cubicBezTo>
                    <a:pt x="4991" y="35853"/>
                    <a:pt x="2454" y="32156"/>
                    <a:pt x="1036" y="28029"/>
                  </a:cubicBezTo>
                  <a:cubicBezTo>
                    <a:pt x="-211" y="24332"/>
                    <a:pt x="-340" y="20333"/>
                    <a:pt x="692" y="16550"/>
                  </a:cubicBezTo>
                  <a:cubicBezTo>
                    <a:pt x="2884" y="8683"/>
                    <a:pt x="9075" y="2578"/>
                    <a:pt x="16942" y="515"/>
                  </a:cubicBezTo>
                  <a:cubicBezTo>
                    <a:pt x="18532" y="85"/>
                    <a:pt x="20210" y="-87"/>
                    <a:pt x="21886" y="42"/>
                  </a:cubicBezTo>
                  <a:cubicBezTo>
                    <a:pt x="20253" y="257"/>
                    <a:pt x="18661" y="558"/>
                    <a:pt x="17071" y="945"/>
                  </a:cubicBezTo>
                  <a:cubicBezTo>
                    <a:pt x="12686" y="2234"/>
                    <a:pt x="8816" y="4814"/>
                    <a:pt x="5936" y="8382"/>
                  </a:cubicBezTo>
                  <a:cubicBezTo>
                    <a:pt x="3873" y="10876"/>
                    <a:pt x="2411" y="13842"/>
                    <a:pt x="1637" y="16980"/>
                  </a:cubicBezTo>
                  <a:cubicBezTo>
                    <a:pt x="692" y="20548"/>
                    <a:pt x="821" y="24332"/>
                    <a:pt x="2068" y="27814"/>
                  </a:cubicBezTo>
                  <a:cubicBezTo>
                    <a:pt x="3486" y="31726"/>
                    <a:pt x="5936" y="35165"/>
                    <a:pt x="9161" y="37788"/>
                  </a:cubicBezTo>
                  <a:cubicBezTo>
                    <a:pt x="12643" y="40711"/>
                    <a:pt x="17028" y="42345"/>
                    <a:pt x="21584" y="42474"/>
                  </a:cubicBezTo>
                  <a:lnTo>
                    <a:pt x="21584" y="43806"/>
                  </a:lnTo>
                  <a:cubicBezTo>
                    <a:pt x="19392" y="43505"/>
                    <a:pt x="17199" y="44193"/>
                    <a:pt x="15566" y="45698"/>
                  </a:cubicBezTo>
                  <a:cubicBezTo>
                    <a:pt x="13761" y="47289"/>
                    <a:pt x="12213" y="49094"/>
                    <a:pt x="10923" y="51115"/>
                  </a:cubicBezTo>
                  <a:cubicBezTo>
                    <a:pt x="7828" y="55070"/>
                    <a:pt x="5936" y="59756"/>
                    <a:pt x="5377" y="64743"/>
                  </a:cubicBezTo>
                  <a:cubicBezTo>
                    <a:pt x="5678" y="68956"/>
                    <a:pt x="7828" y="72825"/>
                    <a:pt x="11224" y="75319"/>
                  </a:cubicBezTo>
                  <a:cubicBezTo>
                    <a:pt x="20210" y="82971"/>
                    <a:pt x="32418" y="85593"/>
                    <a:pt x="43768" y="82326"/>
                  </a:cubicBezTo>
                  <a:lnTo>
                    <a:pt x="46133" y="81595"/>
                  </a:lnTo>
                  <a:lnTo>
                    <a:pt x="44370" y="83315"/>
                  </a:lnTo>
                  <a:cubicBezTo>
                    <a:pt x="42048" y="85679"/>
                    <a:pt x="40673" y="88818"/>
                    <a:pt x="40501" y="92128"/>
                  </a:cubicBezTo>
                  <a:cubicBezTo>
                    <a:pt x="40157" y="97889"/>
                    <a:pt x="42521" y="103434"/>
                    <a:pt x="46864" y="107218"/>
                  </a:cubicBezTo>
                  <a:cubicBezTo>
                    <a:pt x="48540" y="108765"/>
                    <a:pt x="50389" y="110055"/>
                    <a:pt x="52409" y="111087"/>
                  </a:cubicBezTo>
                  <a:cubicBezTo>
                    <a:pt x="55246" y="112548"/>
                    <a:pt x="58256" y="113709"/>
                    <a:pt x="61351" y="114483"/>
                  </a:cubicBezTo>
                  <a:cubicBezTo>
                    <a:pt x="62298" y="114655"/>
                    <a:pt x="63200" y="114870"/>
                    <a:pt x="64103" y="115128"/>
                  </a:cubicBezTo>
                  <a:lnTo>
                    <a:pt x="64103" y="115128"/>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9" name="Google Shape;859;p61"/>
            <p:cNvSpPr/>
            <p:nvPr/>
          </p:nvSpPr>
          <p:spPr>
            <a:xfrm>
              <a:off x="11204194" y="2213981"/>
              <a:ext cx="30523" cy="29867"/>
            </a:xfrm>
            <a:custGeom>
              <a:avLst/>
              <a:gdLst/>
              <a:ahLst/>
              <a:cxnLst/>
              <a:rect l="l" t="t" r="r" b="b"/>
              <a:pathLst>
                <a:path w="30523" h="29867" extrusionOk="0">
                  <a:moveTo>
                    <a:pt x="30524" y="29578"/>
                  </a:moveTo>
                  <a:cubicBezTo>
                    <a:pt x="29878" y="29836"/>
                    <a:pt x="29191" y="29921"/>
                    <a:pt x="28503" y="29836"/>
                  </a:cubicBezTo>
                  <a:cubicBezTo>
                    <a:pt x="26654" y="29750"/>
                    <a:pt x="24806" y="29363"/>
                    <a:pt x="23086" y="28632"/>
                  </a:cubicBezTo>
                  <a:cubicBezTo>
                    <a:pt x="20464" y="27557"/>
                    <a:pt x="18228" y="25708"/>
                    <a:pt x="16681" y="23301"/>
                  </a:cubicBezTo>
                  <a:cubicBezTo>
                    <a:pt x="15735" y="21796"/>
                    <a:pt x="15391" y="19948"/>
                    <a:pt x="15777" y="18185"/>
                  </a:cubicBezTo>
                  <a:cubicBezTo>
                    <a:pt x="16208" y="16208"/>
                    <a:pt x="17756" y="14617"/>
                    <a:pt x="19733" y="14187"/>
                  </a:cubicBezTo>
                  <a:lnTo>
                    <a:pt x="19733" y="15563"/>
                  </a:lnTo>
                  <a:lnTo>
                    <a:pt x="19260" y="15563"/>
                  </a:lnTo>
                  <a:cubicBezTo>
                    <a:pt x="12854" y="15219"/>
                    <a:pt x="6965" y="12080"/>
                    <a:pt x="3138" y="6964"/>
                  </a:cubicBezTo>
                  <a:cubicBezTo>
                    <a:pt x="2020" y="5460"/>
                    <a:pt x="1075" y="3783"/>
                    <a:pt x="430" y="2021"/>
                  </a:cubicBezTo>
                  <a:cubicBezTo>
                    <a:pt x="172" y="1376"/>
                    <a:pt x="0" y="688"/>
                    <a:pt x="0" y="0"/>
                  </a:cubicBezTo>
                  <a:cubicBezTo>
                    <a:pt x="1118" y="2236"/>
                    <a:pt x="2408" y="4385"/>
                    <a:pt x="3913" y="6363"/>
                  </a:cubicBezTo>
                  <a:cubicBezTo>
                    <a:pt x="7739" y="11006"/>
                    <a:pt x="13284" y="13843"/>
                    <a:pt x="19303" y="14187"/>
                  </a:cubicBezTo>
                  <a:lnTo>
                    <a:pt x="19776" y="14187"/>
                  </a:lnTo>
                  <a:lnTo>
                    <a:pt x="26525" y="14574"/>
                  </a:lnTo>
                  <a:lnTo>
                    <a:pt x="19862" y="15563"/>
                  </a:lnTo>
                  <a:cubicBezTo>
                    <a:pt x="18400" y="15907"/>
                    <a:pt x="17282" y="17067"/>
                    <a:pt x="16981" y="18529"/>
                  </a:cubicBezTo>
                  <a:cubicBezTo>
                    <a:pt x="16638" y="19991"/>
                    <a:pt x="16938" y="21538"/>
                    <a:pt x="17713" y="22828"/>
                  </a:cubicBezTo>
                  <a:cubicBezTo>
                    <a:pt x="19088" y="24935"/>
                    <a:pt x="21066" y="26568"/>
                    <a:pt x="23344" y="27600"/>
                  </a:cubicBezTo>
                  <a:cubicBezTo>
                    <a:pt x="25622" y="28632"/>
                    <a:pt x="28030" y="29320"/>
                    <a:pt x="30524" y="29578"/>
                  </a:cubicBezTo>
                  <a:lnTo>
                    <a:pt x="30524" y="29578"/>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0" name="Google Shape;860;p61"/>
            <p:cNvSpPr/>
            <p:nvPr/>
          </p:nvSpPr>
          <p:spPr>
            <a:xfrm>
              <a:off x="10712467" y="2520160"/>
              <a:ext cx="419674" cy="212214"/>
            </a:xfrm>
            <a:custGeom>
              <a:avLst/>
              <a:gdLst/>
              <a:ahLst/>
              <a:cxnLst/>
              <a:rect l="l" t="t" r="r" b="b"/>
              <a:pathLst>
                <a:path w="419674" h="212214" extrusionOk="0">
                  <a:moveTo>
                    <a:pt x="419674" y="0"/>
                  </a:moveTo>
                  <a:lnTo>
                    <a:pt x="218908" y="128671"/>
                  </a:lnTo>
                  <a:lnTo>
                    <a:pt x="0" y="161215"/>
                  </a:lnTo>
                  <a:lnTo>
                    <a:pt x="2880" y="212202"/>
                  </a:lnTo>
                  <a:cubicBezTo>
                    <a:pt x="2880" y="212202"/>
                    <a:pt x="188298" y="211256"/>
                    <a:pt x="218908" y="212202"/>
                  </a:cubicBezTo>
                  <a:cubicBezTo>
                    <a:pt x="249518" y="213148"/>
                    <a:pt x="298699" y="161258"/>
                    <a:pt x="298699" y="161258"/>
                  </a:cubicBezTo>
                  <a:lnTo>
                    <a:pt x="419674" y="0"/>
                  </a:lnTo>
                  <a:lnTo>
                    <a:pt x="419674"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1" name="Google Shape;861;p61"/>
            <p:cNvSpPr/>
            <p:nvPr/>
          </p:nvSpPr>
          <p:spPr>
            <a:xfrm>
              <a:off x="10954547" y="1966527"/>
              <a:ext cx="130080" cy="686431"/>
            </a:xfrm>
            <a:custGeom>
              <a:avLst/>
              <a:gdLst/>
              <a:ahLst/>
              <a:cxnLst/>
              <a:rect l="l" t="t" r="r" b="b"/>
              <a:pathLst>
                <a:path w="130080" h="686431" extrusionOk="0">
                  <a:moveTo>
                    <a:pt x="8598" y="686432"/>
                  </a:moveTo>
                  <a:lnTo>
                    <a:pt x="0" y="671600"/>
                  </a:lnTo>
                  <a:cubicBezTo>
                    <a:pt x="12554" y="664292"/>
                    <a:pt x="14704" y="645462"/>
                    <a:pt x="12897" y="631576"/>
                  </a:cubicBezTo>
                  <a:cubicBezTo>
                    <a:pt x="12038" y="625342"/>
                    <a:pt x="10534" y="619152"/>
                    <a:pt x="8985" y="612617"/>
                  </a:cubicBezTo>
                  <a:cubicBezTo>
                    <a:pt x="5632" y="600752"/>
                    <a:pt x="3913" y="588499"/>
                    <a:pt x="3870" y="576161"/>
                  </a:cubicBezTo>
                  <a:cubicBezTo>
                    <a:pt x="5289" y="540952"/>
                    <a:pt x="30266" y="515974"/>
                    <a:pt x="54427" y="491813"/>
                  </a:cubicBezTo>
                  <a:cubicBezTo>
                    <a:pt x="63928" y="482656"/>
                    <a:pt x="72913" y="472983"/>
                    <a:pt x="81339" y="462838"/>
                  </a:cubicBezTo>
                  <a:cubicBezTo>
                    <a:pt x="99481" y="439923"/>
                    <a:pt x="107133" y="405617"/>
                    <a:pt x="89078" y="387948"/>
                  </a:cubicBezTo>
                  <a:cubicBezTo>
                    <a:pt x="81984" y="381112"/>
                    <a:pt x="71150" y="376727"/>
                    <a:pt x="60703" y="372471"/>
                  </a:cubicBezTo>
                  <a:cubicBezTo>
                    <a:pt x="43507" y="365550"/>
                    <a:pt x="24290" y="357682"/>
                    <a:pt x="18873" y="337305"/>
                  </a:cubicBezTo>
                  <a:cubicBezTo>
                    <a:pt x="12854" y="314563"/>
                    <a:pt x="30050" y="294314"/>
                    <a:pt x="46602" y="283695"/>
                  </a:cubicBezTo>
                  <a:cubicBezTo>
                    <a:pt x="52492" y="279998"/>
                    <a:pt x="58683" y="276860"/>
                    <a:pt x="64658" y="273851"/>
                  </a:cubicBezTo>
                  <a:cubicBezTo>
                    <a:pt x="74288" y="269594"/>
                    <a:pt x="83230" y="263920"/>
                    <a:pt x="91227" y="257084"/>
                  </a:cubicBezTo>
                  <a:cubicBezTo>
                    <a:pt x="111519" y="237695"/>
                    <a:pt x="112722" y="213664"/>
                    <a:pt x="112722" y="184258"/>
                  </a:cubicBezTo>
                  <a:cubicBezTo>
                    <a:pt x="112335" y="142729"/>
                    <a:pt x="104124" y="124931"/>
                    <a:pt x="95526" y="106101"/>
                  </a:cubicBezTo>
                  <a:cubicBezTo>
                    <a:pt x="85079" y="83574"/>
                    <a:pt x="74331" y="60273"/>
                    <a:pt x="76051" y="0"/>
                  </a:cubicBezTo>
                  <a:lnTo>
                    <a:pt x="93248" y="516"/>
                  </a:lnTo>
                  <a:cubicBezTo>
                    <a:pt x="91613" y="56705"/>
                    <a:pt x="101114" y="77211"/>
                    <a:pt x="111131" y="98879"/>
                  </a:cubicBezTo>
                  <a:cubicBezTo>
                    <a:pt x="120203" y="118568"/>
                    <a:pt x="129618" y="138903"/>
                    <a:pt x="130047" y="184086"/>
                  </a:cubicBezTo>
                  <a:cubicBezTo>
                    <a:pt x="130391" y="215383"/>
                    <a:pt x="128586" y="245434"/>
                    <a:pt x="103393" y="269509"/>
                  </a:cubicBezTo>
                  <a:cubicBezTo>
                    <a:pt x="94193" y="277591"/>
                    <a:pt x="83832" y="284211"/>
                    <a:pt x="72655" y="289198"/>
                  </a:cubicBezTo>
                  <a:cubicBezTo>
                    <a:pt x="66808" y="292165"/>
                    <a:pt x="61262" y="294959"/>
                    <a:pt x="56060" y="298226"/>
                  </a:cubicBezTo>
                  <a:cubicBezTo>
                    <a:pt x="43507" y="306223"/>
                    <a:pt x="32329" y="320023"/>
                    <a:pt x="35769" y="332877"/>
                  </a:cubicBezTo>
                  <a:cubicBezTo>
                    <a:pt x="38950" y="345000"/>
                    <a:pt x="52148" y="350331"/>
                    <a:pt x="67410" y="356522"/>
                  </a:cubicBezTo>
                  <a:cubicBezTo>
                    <a:pt x="79405" y="361380"/>
                    <a:pt x="91829" y="366410"/>
                    <a:pt x="101286" y="375609"/>
                  </a:cubicBezTo>
                  <a:cubicBezTo>
                    <a:pt x="127468" y="400974"/>
                    <a:pt x="117623" y="444996"/>
                    <a:pt x="95053" y="473499"/>
                  </a:cubicBezTo>
                  <a:cubicBezTo>
                    <a:pt x="86240" y="484204"/>
                    <a:pt x="76825" y="494393"/>
                    <a:pt x="66851" y="503980"/>
                  </a:cubicBezTo>
                  <a:cubicBezTo>
                    <a:pt x="44022" y="526808"/>
                    <a:pt x="22485" y="548346"/>
                    <a:pt x="21324" y="577064"/>
                  </a:cubicBezTo>
                  <a:cubicBezTo>
                    <a:pt x="21410" y="587812"/>
                    <a:pt x="23000" y="598473"/>
                    <a:pt x="25967" y="608791"/>
                  </a:cubicBezTo>
                  <a:cubicBezTo>
                    <a:pt x="27558" y="615411"/>
                    <a:pt x="29191" y="622290"/>
                    <a:pt x="30266" y="629297"/>
                  </a:cubicBezTo>
                  <a:cubicBezTo>
                    <a:pt x="32544" y="649245"/>
                    <a:pt x="28546" y="674825"/>
                    <a:pt x="8598" y="686432"/>
                  </a:cubicBezTo>
                  <a:lnTo>
                    <a:pt x="8598" y="68643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2" name="Google Shape;862;p61"/>
            <p:cNvSpPr/>
            <p:nvPr/>
          </p:nvSpPr>
          <p:spPr>
            <a:xfrm>
              <a:off x="10957771" y="1966914"/>
              <a:ext cx="119894" cy="680499"/>
            </a:xfrm>
            <a:custGeom>
              <a:avLst/>
              <a:gdLst/>
              <a:ahLst/>
              <a:cxnLst/>
              <a:rect l="l" t="t" r="r" b="b"/>
              <a:pathLst>
                <a:path w="119894" h="680499" extrusionOk="0">
                  <a:moveTo>
                    <a:pt x="2150" y="680499"/>
                  </a:moveTo>
                  <a:lnTo>
                    <a:pt x="0" y="676759"/>
                  </a:lnTo>
                  <a:cubicBezTo>
                    <a:pt x="15305" y="667860"/>
                    <a:pt x="18186" y="646924"/>
                    <a:pt x="15821" y="630286"/>
                  </a:cubicBezTo>
                  <a:cubicBezTo>
                    <a:pt x="14876" y="623752"/>
                    <a:pt x="13284" y="617131"/>
                    <a:pt x="11779" y="610725"/>
                  </a:cubicBezTo>
                  <a:cubicBezTo>
                    <a:pt x="8555" y="599462"/>
                    <a:pt x="6879" y="587768"/>
                    <a:pt x="6836" y="576032"/>
                  </a:cubicBezTo>
                  <a:cubicBezTo>
                    <a:pt x="8169" y="543359"/>
                    <a:pt x="32243" y="519284"/>
                    <a:pt x="55502" y="495983"/>
                  </a:cubicBezTo>
                  <a:cubicBezTo>
                    <a:pt x="65175" y="486654"/>
                    <a:pt x="74331" y="476810"/>
                    <a:pt x="82886" y="466449"/>
                  </a:cubicBezTo>
                  <a:cubicBezTo>
                    <a:pt x="102533" y="441643"/>
                    <a:pt x="111733" y="403897"/>
                    <a:pt x="90066" y="382918"/>
                  </a:cubicBezTo>
                  <a:cubicBezTo>
                    <a:pt x="82113" y="375223"/>
                    <a:pt x="70677" y="370580"/>
                    <a:pt x="59629" y="366109"/>
                  </a:cubicBezTo>
                  <a:cubicBezTo>
                    <a:pt x="43206" y="359445"/>
                    <a:pt x="26225" y="352524"/>
                    <a:pt x="21624" y="335241"/>
                  </a:cubicBezTo>
                  <a:cubicBezTo>
                    <a:pt x="16466" y="315895"/>
                    <a:pt x="31857" y="298097"/>
                    <a:pt x="46559" y="288768"/>
                  </a:cubicBezTo>
                  <a:cubicBezTo>
                    <a:pt x="52191" y="285200"/>
                    <a:pt x="58253" y="282148"/>
                    <a:pt x="64057" y="279181"/>
                  </a:cubicBezTo>
                  <a:cubicBezTo>
                    <a:pt x="74288" y="274667"/>
                    <a:pt x="83747" y="268692"/>
                    <a:pt x="92216" y="261383"/>
                  </a:cubicBezTo>
                  <a:cubicBezTo>
                    <a:pt x="114313" y="240232"/>
                    <a:pt x="115861" y="213750"/>
                    <a:pt x="115559" y="184000"/>
                  </a:cubicBezTo>
                  <a:cubicBezTo>
                    <a:pt x="115172" y="141009"/>
                    <a:pt x="106660" y="122652"/>
                    <a:pt x="97633" y="103178"/>
                  </a:cubicBezTo>
                  <a:cubicBezTo>
                    <a:pt x="87529" y="81295"/>
                    <a:pt x="77083" y="58725"/>
                    <a:pt x="78759" y="0"/>
                  </a:cubicBezTo>
                  <a:lnTo>
                    <a:pt x="83058" y="0"/>
                  </a:lnTo>
                  <a:cubicBezTo>
                    <a:pt x="81425" y="57693"/>
                    <a:pt x="91656" y="79834"/>
                    <a:pt x="101544" y="101243"/>
                  </a:cubicBezTo>
                  <a:cubicBezTo>
                    <a:pt x="110143" y="120288"/>
                    <a:pt x="119428" y="139935"/>
                    <a:pt x="119859" y="183828"/>
                  </a:cubicBezTo>
                  <a:cubicBezTo>
                    <a:pt x="120203" y="214738"/>
                    <a:pt x="118526" y="242166"/>
                    <a:pt x="95182" y="264522"/>
                  </a:cubicBezTo>
                  <a:cubicBezTo>
                    <a:pt x="86412" y="272088"/>
                    <a:pt x="76610" y="278365"/>
                    <a:pt x="66034" y="283094"/>
                  </a:cubicBezTo>
                  <a:cubicBezTo>
                    <a:pt x="60144" y="285931"/>
                    <a:pt x="54384" y="289026"/>
                    <a:pt x="48838" y="292466"/>
                  </a:cubicBezTo>
                  <a:cubicBezTo>
                    <a:pt x="34264" y="301666"/>
                    <a:pt x="21495" y="318260"/>
                    <a:pt x="25751" y="334210"/>
                  </a:cubicBezTo>
                  <a:cubicBezTo>
                    <a:pt x="29793" y="349428"/>
                    <a:pt x="45055" y="355705"/>
                    <a:pt x="61219" y="362153"/>
                  </a:cubicBezTo>
                  <a:cubicBezTo>
                    <a:pt x="72612" y="366796"/>
                    <a:pt x="84434" y="371568"/>
                    <a:pt x="93032" y="379866"/>
                  </a:cubicBezTo>
                  <a:cubicBezTo>
                    <a:pt x="116505" y="402651"/>
                    <a:pt x="107047" y="442847"/>
                    <a:pt x="86240" y="469157"/>
                  </a:cubicBezTo>
                  <a:cubicBezTo>
                    <a:pt x="77598" y="479733"/>
                    <a:pt x="68313" y="489750"/>
                    <a:pt x="58511" y="499251"/>
                  </a:cubicBezTo>
                  <a:cubicBezTo>
                    <a:pt x="34780" y="522982"/>
                    <a:pt x="12339" y="545423"/>
                    <a:pt x="11221" y="576419"/>
                  </a:cubicBezTo>
                  <a:cubicBezTo>
                    <a:pt x="11350" y="587768"/>
                    <a:pt x="12983" y="599032"/>
                    <a:pt x="16122" y="609952"/>
                  </a:cubicBezTo>
                  <a:cubicBezTo>
                    <a:pt x="17670" y="616443"/>
                    <a:pt x="19261" y="623150"/>
                    <a:pt x="20421" y="629856"/>
                  </a:cubicBezTo>
                  <a:cubicBezTo>
                    <a:pt x="22656" y="647698"/>
                    <a:pt x="19303" y="670483"/>
                    <a:pt x="2150" y="680499"/>
                  </a:cubicBezTo>
                  <a:lnTo>
                    <a:pt x="2150" y="680499"/>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3" name="Google Shape;863;p61"/>
            <p:cNvSpPr/>
            <p:nvPr/>
          </p:nvSpPr>
          <p:spPr>
            <a:xfrm>
              <a:off x="10956830" y="1723671"/>
              <a:ext cx="150637" cy="245096"/>
            </a:xfrm>
            <a:custGeom>
              <a:avLst/>
              <a:gdLst/>
              <a:ahLst/>
              <a:cxnLst/>
              <a:rect l="l" t="t" r="r" b="b"/>
              <a:pathLst>
                <a:path w="150637" h="245096" extrusionOk="0">
                  <a:moveTo>
                    <a:pt x="148099" y="84263"/>
                  </a:moveTo>
                  <a:cubicBezTo>
                    <a:pt x="147066" y="64187"/>
                    <a:pt x="148099" y="46603"/>
                    <a:pt x="140575" y="27773"/>
                  </a:cubicBezTo>
                  <a:cubicBezTo>
                    <a:pt x="131977" y="6536"/>
                    <a:pt x="98830" y="-4298"/>
                    <a:pt x="59365" y="1592"/>
                  </a:cubicBezTo>
                  <a:cubicBezTo>
                    <a:pt x="42685" y="4086"/>
                    <a:pt x="27896" y="13629"/>
                    <a:pt x="18739" y="27816"/>
                  </a:cubicBezTo>
                  <a:cubicBezTo>
                    <a:pt x="10141" y="40370"/>
                    <a:pt x="7346" y="55502"/>
                    <a:pt x="5584" y="70248"/>
                  </a:cubicBezTo>
                  <a:cubicBezTo>
                    <a:pt x="-649" y="119687"/>
                    <a:pt x="-1681" y="169600"/>
                    <a:pt x="2575" y="219254"/>
                  </a:cubicBezTo>
                  <a:cubicBezTo>
                    <a:pt x="4509" y="226777"/>
                    <a:pt x="8207" y="233699"/>
                    <a:pt x="13409" y="239459"/>
                  </a:cubicBezTo>
                  <a:cubicBezTo>
                    <a:pt x="18912" y="245177"/>
                    <a:pt x="28412" y="245306"/>
                    <a:pt x="36752" y="245005"/>
                  </a:cubicBezTo>
                  <a:lnTo>
                    <a:pt x="120885" y="241910"/>
                  </a:lnTo>
                  <a:cubicBezTo>
                    <a:pt x="129483" y="241566"/>
                    <a:pt x="138984" y="240792"/>
                    <a:pt x="144315" y="234730"/>
                  </a:cubicBezTo>
                  <a:cubicBezTo>
                    <a:pt x="147539" y="230216"/>
                    <a:pt x="149215" y="224757"/>
                    <a:pt x="149001" y="219211"/>
                  </a:cubicBezTo>
                  <a:cubicBezTo>
                    <a:pt x="151451" y="174243"/>
                    <a:pt x="151151" y="129188"/>
                    <a:pt x="148099" y="84263"/>
                  </a:cubicBezTo>
                  <a:lnTo>
                    <a:pt x="148099" y="84263"/>
                  </a:lnTo>
                  <a:close/>
                  <a:moveTo>
                    <a:pt x="90361" y="26441"/>
                  </a:moveTo>
                  <a:cubicBezTo>
                    <a:pt x="86922" y="29966"/>
                    <a:pt x="81677" y="31041"/>
                    <a:pt x="77121" y="29149"/>
                  </a:cubicBezTo>
                  <a:cubicBezTo>
                    <a:pt x="72779" y="27300"/>
                    <a:pt x="70328" y="22700"/>
                    <a:pt x="71188" y="18057"/>
                  </a:cubicBezTo>
                  <a:cubicBezTo>
                    <a:pt x="72607" y="13500"/>
                    <a:pt x="76777" y="10405"/>
                    <a:pt x="81548" y="10362"/>
                  </a:cubicBezTo>
                  <a:lnTo>
                    <a:pt x="81548" y="10362"/>
                  </a:lnTo>
                  <a:cubicBezTo>
                    <a:pt x="84988" y="9932"/>
                    <a:pt x="88384" y="11351"/>
                    <a:pt x="90491" y="14059"/>
                  </a:cubicBezTo>
                  <a:cubicBezTo>
                    <a:pt x="93113" y="17800"/>
                    <a:pt x="93070" y="22786"/>
                    <a:pt x="90361" y="26441"/>
                  </a:cubicBezTo>
                  <a:close/>
                </a:path>
              </a:pathLst>
            </a:custGeom>
            <a:solidFill>
              <a:srgbClr val="F5F5F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4" name="Google Shape;864;p61"/>
            <p:cNvSpPr/>
            <p:nvPr/>
          </p:nvSpPr>
          <p:spPr>
            <a:xfrm>
              <a:off x="10956830" y="1723671"/>
              <a:ext cx="150637" cy="245096"/>
            </a:xfrm>
            <a:custGeom>
              <a:avLst/>
              <a:gdLst/>
              <a:ahLst/>
              <a:cxnLst/>
              <a:rect l="l" t="t" r="r" b="b"/>
              <a:pathLst>
                <a:path w="150637" h="245096" extrusionOk="0">
                  <a:moveTo>
                    <a:pt x="148099" y="84263"/>
                  </a:moveTo>
                  <a:cubicBezTo>
                    <a:pt x="147066" y="64187"/>
                    <a:pt x="148099" y="46603"/>
                    <a:pt x="140575" y="27773"/>
                  </a:cubicBezTo>
                  <a:cubicBezTo>
                    <a:pt x="131977" y="6536"/>
                    <a:pt x="98830" y="-4298"/>
                    <a:pt x="59365" y="1592"/>
                  </a:cubicBezTo>
                  <a:cubicBezTo>
                    <a:pt x="42685" y="4086"/>
                    <a:pt x="27896" y="13629"/>
                    <a:pt x="18739" y="27816"/>
                  </a:cubicBezTo>
                  <a:cubicBezTo>
                    <a:pt x="10141" y="40370"/>
                    <a:pt x="7346" y="55502"/>
                    <a:pt x="5584" y="70248"/>
                  </a:cubicBezTo>
                  <a:cubicBezTo>
                    <a:pt x="-649" y="119687"/>
                    <a:pt x="-1681" y="169600"/>
                    <a:pt x="2575" y="219254"/>
                  </a:cubicBezTo>
                  <a:cubicBezTo>
                    <a:pt x="4509" y="226777"/>
                    <a:pt x="8207" y="233699"/>
                    <a:pt x="13409" y="239459"/>
                  </a:cubicBezTo>
                  <a:cubicBezTo>
                    <a:pt x="18912" y="245177"/>
                    <a:pt x="28412" y="245306"/>
                    <a:pt x="36752" y="245005"/>
                  </a:cubicBezTo>
                  <a:lnTo>
                    <a:pt x="120885" y="241910"/>
                  </a:lnTo>
                  <a:cubicBezTo>
                    <a:pt x="129483" y="241566"/>
                    <a:pt x="138984" y="240792"/>
                    <a:pt x="144315" y="234730"/>
                  </a:cubicBezTo>
                  <a:cubicBezTo>
                    <a:pt x="147539" y="230216"/>
                    <a:pt x="149215" y="224757"/>
                    <a:pt x="149001" y="219211"/>
                  </a:cubicBezTo>
                  <a:cubicBezTo>
                    <a:pt x="151451" y="174243"/>
                    <a:pt x="151151" y="129188"/>
                    <a:pt x="148099" y="84263"/>
                  </a:cubicBezTo>
                  <a:lnTo>
                    <a:pt x="148099" y="84263"/>
                  </a:lnTo>
                  <a:close/>
                  <a:moveTo>
                    <a:pt x="90361" y="26441"/>
                  </a:moveTo>
                  <a:cubicBezTo>
                    <a:pt x="86922" y="29966"/>
                    <a:pt x="81677" y="31041"/>
                    <a:pt x="77121" y="29149"/>
                  </a:cubicBezTo>
                  <a:cubicBezTo>
                    <a:pt x="72779" y="27300"/>
                    <a:pt x="70328" y="22700"/>
                    <a:pt x="71188" y="18057"/>
                  </a:cubicBezTo>
                  <a:cubicBezTo>
                    <a:pt x="72607" y="13500"/>
                    <a:pt x="76777" y="10405"/>
                    <a:pt x="81548" y="10362"/>
                  </a:cubicBezTo>
                  <a:lnTo>
                    <a:pt x="81548" y="10362"/>
                  </a:lnTo>
                  <a:cubicBezTo>
                    <a:pt x="84988" y="9932"/>
                    <a:pt x="88384" y="11351"/>
                    <a:pt x="90491" y="14059"/>
                  </a:cubicBezTo>
                  <a:cubicBezTo>
                    <a:pt x="93113" y="17800"/>
                    <a:pt x="93070" y="22786"/>
                    <a:pt x="90361" y="26441"/>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5" name="Google Shape;865;p61"/>
            <p:cNvSpPr/>
            <p:nvPr/>
          </p:nvSpPr>
          <p:spPr>
            <a:xfrm>
              <a:off x="11026513" y="1732904"/>
              <a:ext cx="23561" cy="21690"/>
            </a:xfrm>
            <a:custGeom>
              <a:avLst/>
              <a:gdLst/>
              <a:ahLst/>
              <a:cxnLst/>
              <a:rect l="l" t="t" r="r" b="b"/>
              <a:pathLst>
                <a:path w="23561" h="21690" extrusionOk="0">
                  <a:moveTo>
                    <a:pt x="20679" y="17165"/>
                  </a:moveTo>
                  <a:cubicBezTo>
                    <a:pt x="21624" y="15273"/>
                    <a:pt x="22141" y="13210"/>
                    <a:pt x="22141" y="11103"/>
                  </a:cubicBezTo>
                  <a:cubicBezTo>
                    <a:pt x="21969" y="8825"/>
                    <a:pt x="21152" y="6632"/>
                    <a:pt x="19819" y="4740"/>
                  </a:cubicBezTo>
                  <a:cubicBezTo>
                    <a:pt x="17842" y="2763"/>
                    <a:pt x="15090" y="1774"/>
                    <a:pt x="12296" y="2118"/>
                  </a:cubicBezTo>
                  <a:lnTo>
                    <a:pt x="11865" y="2118"/>
                  </a:lnTo>
                  <a:cubicBezTo>
                    <a:pt x="9028" y="2204"/>
                    <a:pt x="6364" y="3408"/>
                    <a:pt x="4428" y="5471"/>
                  </a:cubicBezTo>
                  <a:cubicBezTo>
                    <a:pt x="1720" y="8309"/>
                    <a:pt x="1462" y="12651"/>
                    <a:pt x="3827" y="15789"/>
                  </a:cubicBezTo>
                  <a:cubicBezTo>
                    <a:pt x="5675" y="18454"/>
                    <a:pt x="8684" y="20045"/>
                    <a:pt x="11909" y="20088"/>
                  </a:cubicBezTo>
                  <a:cubicBezTo>
                    <a:pt x="15005" y="20045"/>
                    <a:pt x="18014" y="19056"/>
                    <a:pt x="20507" y="17251"/>
                  </a:cubicBezTo>
                  <a:cubicBezTo>
                    <a:pt x="20507" y="17251"/>
                    <a:pt x="20120" y="18197"/>
                    <a:pt x="18787" y="19271"/>
                  </a:cubicBezTo>
                  <a:cubicBezTo>
                    <a:pt x="16810" y="20776"/>
                    <a:pt x="14402" y="21593"/>
                    <a:pt x="11909" y="21679"/>
                  </a:cubicBezTo>
                  <a:cubicBezTo>
                    <a:pt x="8083" y="21851"/>
                    <a:pt x="4428" y="20131"/>
                    <a:pt x="2150" y="17036"/>
                  </a:cubicBezTo>
                  <a:cubicBezTo>
                    <a:pt x="775" y="15187"/>
                    <a:pt x="0" y="12952"/>
                    <a:pt x="0" y="10673"/>
                  </a:cubicBezTo>
                  <a:cubicBezTo>
                    <a:pt x="43" y="8180"/>
                    <a:pt x="1075" y="5815"/>
                    <a:pt x="2795" y="4010"/>
                  </a:cubicBezTo>
                  <a:cubicBezTo>
                    <a:pt x="5160" y="1516"/>
                    <a:pt x="8427" y="97"/>
                    <a:pt x="11865" y="97"/>
                  </a:cubicBezTo>
                  <a:lnTo>
                    <a:pt x="11865" y="97"/>
                  </a:lnTo>
                  <a:cubicBezTo>
                    <a:pt x="13715" y="-161"/>
                    <a:pt x="15563" y="97"/>
                    <a:pt x="17282" y="828"/>
                  </a:cubicBezTo>
                  <a:cubicBezTo>
                    <a:pt x="18873" y="1387"/>
                    <a:pt x="20249" y="2376"/>
                    <a:pt x="21324" y="3666"/>
                  </a:cubicBezTo>
                  <a:cubicBezTo>
                    <a:pt x="22828" y="5858"/>
                    <a:pt x="23603" y="8481"/>
                    <a:pt x="23560" y="11146"/>
                  </a:cubicBezTo>
                  <a:cubicBezTo>
                    <a:pt x="23302" y="15660"/>
                    <a:pt x="20679" y="17380"/>
                    <a:pt x="20679" y="17165"/>
                  </a:cubicBezTo>
                  <a:lnTo>
                    <a:pt x="20679" y="1716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6" name="Google Shape;866;p61"/>
            <p:cNvSpPr/>
            <p:nvPr/>
          </p:nvSpPr>
          <p:spPr>
            <a:xfrm>
              <a:off x="10955457" y="1722941"/>
              <a:ext cx="152588" cy="246849"/>
            </a:xfrm>
            <a:custGeom>
              <a:avLst/>
              <a:gdLst/>
              <a:ahLst/>
              <a:cxnLst/>
              <a:rect l="l" t="t" r="r" b="b"/>
              <a:pathLst>
                <a:path w="152588" h="246849" extrusionOk="0">
                  <a:moveTo>
                    <a:pt x="149472" y="84993"/>
                  </a:moveTo>
                  <a:cubicBezTo>
                    <a:pt x="149557" y="85594"/>
                    <a:pt x="149557" y="86153"/>
                    <a:pt x="149472" y="86755"/>
                  </a:cubicBezTo>
                  <a:cubicBezTo>
                    <a:pt x="149472" y="88088"/>
                    <a:pt x="149686" y="89808"/>
                    <a:pt x="149858" y="92086"/>
                  </a:cubicBezTo>
                  <a:cubicBezTo>
                    <a:pt x="150117" y="96858"/>
                    <a:pt x="150504" y="103693"/>
                    <a:pt x="151019" y="112464"/>
                  </a:cubicBezTo>
                  <a:cubicBezTo>
                    <a:pt x="151879" y="130176"/>
                    <a:pt x="152997" y="155841"/>
                    <a:pt x="152438" y="187568"/>
                  </a:cubicBezTo>
                  <a:cubicBezTo>
                    <a:pt x="152266" y="195522"/>
                    <a:pt x="151965" y="203862"/>
                    <a:pt x="151493" y="212503"/>
                  </a:cubicBezTo>
                  <a:cubicBezTo>
                    <a:pt x="151191" y="216802"/>
                    <a:pt x="151148" y="221101"/>
                    <a:pt x="150461" y="225787"/>
                  </a:cubicBezTo>
                  <a:cubicBezTo>
                    <a:pt x="149945" y="230602"/>
                    <a:pt x="147537" y="235073"/>
                    <a:pt x="143754" y="238125"/>
                  </a:cubicBezTo>
                  <a:cubicBezTo>
                    <a:pt x="139670" y="240877"/>
                    <a:pt x="134898" y="242467"/>
                    <a:pt x="129997" y="242854"/>
                  </a:cubicBezTo>
                  <a:cubicBezTo>
                    <a:pt x="125096" y="243413"/>
                    <a:pt x="120195" y="243456"/>
                    <a:pt x="115251" y="243671"/>
                  </a:cubicBezTo>
                  <a:lnTo>
                    <a:pt x="84642" y="244875"/>
                  </a:lnTo>
                  <a:lnTo>
                    <a:pt x="52485" y="246079"/>
                  </a:lnTo>
                  <a:lnTo>
                    <a:pt x="35847" y="246723"/>
                  </a:lnTo>
                  <a:cubicBezTo>
                    <a:pt x="30001" y="247196"/>
                    <a:pt x="24111" y="246337"/>
                    <a:pt x="18651" y="244230"/>
                  </a:cubicBezTo>
                  <a:cubicBezTo>
                    <a:pt x="15900" y="242940"/>
                    <a:pt x="13535" y="240963"/>
                    <a:pt x="11773" y="238469"/>
                  </a:cubicBezTo>
                  <a:cubicBezTo>
                    <a:pt x="9967" y="236148"/>
                    <a:pt x="8334" y="233654"/>
                    <a:pt x="6914" y="231075"/>
                  </a:cubicBezTo>
                  <a:cubicBezTo>
                    <a:pt x="5410" y="228495"/>
                    <a:pt x="4207" y="225744"/>
                    <a:pt x="3261" y="222907"/>
                  </a:cubicBezTo>
                  <a:cubicBezTo>
                    <a:pt x="2572" y="219983"/>
                    <a:pt x="2229" y="216974"/>
                    <a:pt x="2143" y="213965"/>
                  </a:cubicBezTo>
                  <a:cubicBezTo>
                    <a:pt x="1196" y="202185"/>
                    <a:pt x="552" y="190234"/>
                    <a:pt x="251" y="178153"/>
                  </a:cubicBezTo>
                  <a:cubicBezTo>
                    <a:pt x="-394" y="154551"/>
                    <a:pt x="208" y="130950"/>
                    <a:pt x="2014" y="107434"/>
                  </a:cubicBezTo>
                  <a:cubicBezTo>
                    <a:pt x="2874" y="96041"/>
                    <a:pt x="3991" y="84864"/>
                    <a:pt x="5238" y="73944"/>
                  </a:cubicBezTo>
                  <a:cubicBezTo>
                    <a:pt x="6141" y="63153"/>
                    <a:pt x="8290" y="52535"/>
                    <a:pt x="11730" y="42260"/>
                  </a:cubicBezTo>
                  <a:cubicBezTo>
                    <a:pt x="15254" y="32458"/>
                    <a:pt x="21059" y="23602"/>
                    <a:pt x="28625" y="16465"/>
                  </a:cubicBezTo>
                  <a:cubicBezTo>
                    <a:pt x="35976" y="9845"/>
                    <a:pt x="44833" y="5159"/>
                    <a:pt x="54419" y="2837"/>
                  </a:cubicBezTo>
                  <a:cubicBezTo>
                    <a:pt x="56698" y="2236"/>
                    <a:pt x="58977" y="1677"/>
                    <a:pt x="61255" y="1290"/>
                  </a:cubicBezTo>
                  <a:lnTo>
                    <a:pt x="68090" y="473"/>
                  </a:lnTo>
                  <a:lnTo>
                    <a:pt x="74797" y="0"/>
                  </a:lnTo>
                  <a:lnTo>
                    <a:pt x="81375" y="0"/>
                  </a:lnTo>
                  <a:cubicBezTo>
                    <a:pt x="89758" y="0"/>
                    <a:pt x="98098" y="903"/>
                    <a:pt x="106266" y="2794"/>
                  </a:cubicBezTo>
                  <a:cubicBezTo>
                    <a:pt x="113747" y="4471"/>
                    <a:pt x="120883" y="7351"/>
                    <a:pt x="127374" y="11393"/>
                  </a:cubicBezTo>
                  <a:cubicBezTo>
                    <a:pt x="133222" y="15004"/>
                    <a:pt x="138036" y="20077"/>
                    <a:pt x="141260" y="26138"/>
                  </a:cubicBezTo>
                  <a:cubicBezTo>
                    <a:pt x="145645" y="36112"/>
                    <a:pt x="148139" y="46774"/>
                    <a:pt x="148612" y="57651"/>
                  </a:cubicBezTo>
                  <a:cubicBezTo>
                    <a:pt x="149171" y="66507"/>
                    <a:pt x="149171" y="73385"/>
                    <a:pt x="149257" y="78071"/>
                  </a:cubicBezTo>
                  <a:lnTo>
                    <a:pt x="149257" y="83359"/>
                  </a:lnTo>
                  <a:cubicBezTo>
                    <a:pt x="149300" y="83961"/>
                    <a:pt x="149300" y="84606"/>
                    <a:pt x="149257" y="85208"/>
                  </a:cubicBezTo>
                  <a:cubicBezTo>
                    <a:pt x="149214" y="84606"/>
                    <a:pt x="149214" y="84004"/>
                    <a:pt x="149257" y="83402"/>
                  </a:cubicBezTo>
                  <a:cubicBezTo>
                    <a:pt x="149257" y="82069"/>
                    <a:pt x="149042" y="80350"/>
                    <a:pt x="148913" y="78071"/>
                  </a:cubicBezTo>
                  <a:cubicBezTo>
                    <a:pt x="148655" y="73428"/>
                    <a:pt x="148526" y="66507"/>
                    <a:pt x="147795" y="57693"/>
                  </a:cubicBezTo>
                  <a:cubicBezTo>
                    <a:pt x="147194" y="46989"/>
                    <a:pt x="144614" y="36499"/>
                    <a:pt x="140229" y="26740"/>
                  </a:cubicBezTo>
                  <a:cubicBezTo>
                    <a:pt x="137047" y="20893"/>
                    <a:pt x="132404" y="15993"/>
                    <a:pt x="126687" y="12596"/>
                  </a:cubicBezTo>
                  <a:cubicBezTo>
                    <a:pt x="120281" y="8727"/>
                    <a:pt x="113273" y="5976"/>
                    <a:pt x="105965" y="4385"/>
                  </a:cubicBezTo>
                  <a:cubicBezTo>
                    <a:pt x="97925" y="2622"/>
                    <a:pt x="89715" y="1763"/>
                    <a:pt x="81461" y="1806"/>
                  </a:cubicBezTo>
                  <a:lnTo>
                    <a:pt x="74969" y="1806"/>
                  </a:lnTo>
                  <a:lnTo>
                    <a:pt x="68348" y="2322"/>
                  </a:lnTo>
                  <a:lnTo>
                    <a:pt x="61642" y="3138"/>
                  </a:lnTo>
                  <a:cubicBezTo>
                    <a:pt x="59406" y="3525"/>
                    <a:pt x="57170" y="4041"/>
                    <a:pt x="54978" y="4686"/>
                  </a:cubicBezTo>
                  <a:cubicBezTo>
                    <a:pt x="45735" y="6965"/>
                    <a:pt x="37223" y="11522"/>
                    <a:pt x="30173" y="17970"/>
                  </a:cubicBezTo>
                  <a:cubicBezTo>
                    <a:pt x="22950" y="24935"/>
                    <a:pt x="17447" y="33490"/>
                    <a:pt x="14137" y="42948"/>
                  </a:cubicBezTo>
                  <a:cubicBezTo>
                    <a:pt x="10827" y="53093"/>
                    <a:pt x="8720" y="63583"/>
                    <a:pt x="7860" y="74202"/>
                  </a:cubicBezTo>
                  <a:cubicBezTo>
                    <a:pt x="6613" y="85079"/>
                    <a:pt x="5495" y="96256"/>
                    <a:pt x="4679" y="107606"/>
                  </a:cubicBezTo>
                  <a:cubicBezTo>
                    <a:pt x="2917" y="131036"/>
                    <a:pt x="2314" y="154551"/>
                    <a:pt x="2960" y="178067"/>
                  </a:cubicBezTo>
                  <a:cubicBezTo>
                    <a:pt x="3261" y="190148"/>
                    <a:pt x="3905" y="202056"/>
                    <a:pt x="4808" y="213793"/>
                  </a:cubicBezTo>
                  <a:cubicBezTo>
                    <a:pt x="4894" y="216673"/>
                    <a:pt x="5238" y="219553"/>
                    <a:pt x="5840" y="222391"/>
                  </a:cubicBezTo>
                  <a:cubicBezTo>
                    <a:pt x="6742" y="225099"/>
                    <a:pt x="7903" y="227679"/>
                    <a:pt x="9322" y="230129"/>
                  </a:cubicBezTo>
                  <a:cubicBezTo>
                    <a:pt x="10698" y="232623"/>
                    <a:pt x="12245" y="234987"/>
                    <a:pt x="13966" y="237223"/>
                  </a:cubicBezTo>
                  <a:cubicBezTo>
                    <a:pt x="15513" y="239458"/>
                    <a:pt x="17619" y="241221"/>
                    <a:pt x="20070" y="242381"/>
                  </a:cubicBezTo>
                  <a:cubicBezTo>
                    <a:pt x="25229" y="244316"/>
                    <a:pt x="30731" y="245090"/>
                    <a:pt x="36234" y="244660"/>
                  </a:cubicBezTo>
                  <a:lnTo>
                    <a:pt x="52828" y="244101"/>
                  </a:lnTo>
                  <a:lnTo>
                    <a:pt x="84986" y="242940"/>
                  </a:lnTo>
                  <a:lnTo>
                    <a:pt x="115595" y="241866"/>
                  </a:lnTo>
                  <a:cubicBezTo>
                    <a:pt x="120582" y="241866"/>
                    <a:pt x="125483" y="241608"/>
                    <a:pt x="130168" y="241092"/>
                  </a:cubicBezTo>
                  <a:cubicBezTo>
                    <a:pt x="134769" y="240791"/>
                    <a:pt x="139197" y="239286"/>
                    <a:pt x="143066" y="236793"/>
                  </a:cubicBezTo>
                  <a:cubicBezTo>
                    <a:pt x="146462" y="233998"/>
                    <a:pt x="148655" y="230000"/>
                    <a:pt x="149085" y="225615"/>
                  </a:cubicBezTo>
                  <a:cubicBezTo>
                    <a:pt x="149772" y="221316"/>
                    <a:pt x="149858" y="217017"/>
                    <a:pt x="150203" y="212718"/>
                  </a:cubicBezTo>
                  <a:cubicBezTo>
                    <a:pt x="150718" y="204120"/>
                    <a:pt x="151062" y="195823"/>
                    <a:pt x="151278" y="187912"/>
                  </a:cubicBezTo>
                  <a:cubicBezTo>
                    <a:pt x="152051" y="156228"/>
                    <a:pt x="151278" y="130563"/>
                    <a:pt x="150589" y="112851"/>
                  </a:cubicBezTo>
                  <a:cubicBezTo>
                    <a:pt x="150246" y="104252"/>
                    <a:pt x="149988" y="97202"/>
                    <a:pt x="149815" y="92430"/>
                  </a:cubicBezTo>
                  <a:lnTo>
                    <a:pt x="149815" y="87142"/>
                  </a:lnTo>
                  <a:cubicBezTo>
                    <a:pt x="149600" y="86454"/>
                    <a:pt x="149514" y="85723"/>
                    <a:pt x="149472" y="84993"/>
                  </a:cubicBezTo>
                  <a:lnTo>
                    <a:pt x="149472" y="8499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7" name="Google Shape;867;p61"/>
            <p:cNvSpPr/>
            <p:nvPr/>
          </p:nvSpPr>
          <p:spPr>
            <a:xfrm>
              <a:off x="10975311" y="1871388"/>
              <a:ext cx="120374" cy="79498"/>
            </a:xfrm>
            <a:custGeom>
              <a:avLst/>
              <a:gdLst/>
              <a:ahLst/>
              <a:cxnLst/>
              <a:rect l="l" t="t" r="r" b="b"/>
              <a:pathLst>
                <a:path w="120374" h="79498" extrusionOk="0">
                  <a:moveTo>
                    <a:pt x="106402" y="77254"/>
                  </a:moveTo>
                  <a:lnTo>
                    <a:pt x="17970" y="79490"/>
                  </a:lnTo>
                  <a:cubicBezTo>
                    <a:pt x="10017" y="79705"/>
                    <a:pt x="3181" y="76137"/>
                    <a:pt x="2709" y="71494"/>
                  </a:cubicBezTo>
                  <a:lnTo>
                    <a:pt x="0" y="0"/>
                  </a:lnTo>
                  <a:lnTo>
                    <a:pt x="120374" y="0"/>
                  </a:lnTo>
                  <a:lnTo>
                    <a:pt x="120374" y="68785"/>
                  </a:lnTo>
                  <a:cubicBezTo>
                    <a:pt x="120460" y="73299"/>
                    <a:pt x="114270" y="77082"/>
                    <a:pt x="106402" y="77254"/>
                  </a:cubicBez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8" name="Google Shape;868;p61"/>
            <p:cNvSpPr/>
            <p:nvPr/>
          </p:nvSpPr>
          <p:spPr>
            <a:xfrm>
              <a:off x="10974366" y="1749206"/>
              <a:ext cx="20635" cy="167107"/>
            </a:xfrm>
            <a:custGeom>
              <a:avLst/>
              <a:gdLst/>
              <a:ahLst/>
              <a:cxnLst/>
              <a:rect l="l" t="t" r="r" b="b"/>
              <a:pathLst>
                <a:path w="20635" h="167107" extrusionOk="0">
                  <a:moveTo>
                    <a:pt x="20636" y="3"/>
                  </a:moveTo>
                  <a:cubicBezTo>
                    <a:pt x="16165" y="6967"/>
                    <a:pt x="12510" y="14448"/>
                    <a:pt x="9845" y="22315"/>
                  </a:cubicBezTo>
                  <a:cubicBezTo>
                    <a:pt x="7265" y="30956"/>
                    <a:pt x="5546" y="39812"/>
                    <a:pt x="4687" y="48754"/>
                  </a:cubicBezTo>
                  <a:cubicBezTo>
                    <a:pt x="3655" y="58857"/>
                    <a:pt x="3224" y="70250"/>
                    <a:pt x="2708" y="81900"/>
                  </a:cubicBezTo>
                  <a:cubicBezTo>
                    <a:pt x="1805" y="105459"/>
                    <a:pt x="1848" y="126825"/>
                    <a:pt x="2107" y="142087"/>
                  </a:cubicBezTo>
                  <a:cubicBezTo>
                    <a:pt x="2107" y="149525"/>
                    <a:pt x="2365" y="155672"/>
                    <a:pt x="2451" y="160401"/>
                  </a:cubicBezTo>
                  <a:cubicBezTo>
                    <a:pt x="2666" y="162637"/>
                    <a:pt x="2666" y="164872"/>
                    <a:pt x="2451" y="167108"/>
                  </a:cubicBezTo>
                  <a:cubicBezTo>
                    <a:pt x="1978" y="164915"/>
                    <a:pt x="1719" y="162680"/>
                    <a:pt x="1676" y="160444"/>
                  </a:cubicBezTo>
                  <a:cubicBezTo>
                    <a:pt x="1333" y="156145"/>
                    <a:pt x="946" y="149868"/>
                    <a:pt x="602" y="142130"/>
                  </a:cubicBezTo>
                  <a:cubicBezTo>
                    <a:pt x="-43" y="126654"/>
                    <a:pt x="-344" y="105244"/>
                    <a:pt x="602" y="81642"/>
                  </a:cubicBezTo>
                  <a:cubicBezTo>
                    <a:pt x="1118" y="69820"/>
                    <a:pt x="1591" y="58599"/>
                    <a:pt x="2794" y="48367"/>
                  </a:cubicBezTo>
                  <a:cubicBezTo>
                    <a:pt x="3698" y="39296"/>
                    <a:pt x="5589" y="30354"/>
                    <a:pt x="8469" y="21670"/>
                  </a:cubicBezTo>
                  <a:cubicBezTo>
                    <a:pt x="10447" y="15824"/>
                    <a:pt x="13199" y="10278"/>
                    <a:pt x="16595" y="5119"/>
                  </a:cubicBezTo>
                  <a:cubicBezTo>
                    <a:pt x="17498" y="3700"/>
                    <a:pt x="18486" y="2367"/>
                    <a:pt x="19561" y="1078"/>
                  </a:cubicBezTo>
                  <a:cubicBezTo>
                    <a:pt x="20163" y="390"/>
                    <a:pt x="20593" y="-40"/>
                    <a:pt x="20636" y="3"/>
                  </a:cubicBezTo>
                  <a:lnTo>
                    <a:pt x="20636" y="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9" name="Google Shape;869;p61"/>
            <p:cNvSpPr/>
            <p:nvPr/>
          </p:nvSpPr>
          <p:spPr>
            <a:xfrm>
              <a:off x="11092068" y="1774960"/>
              <a:ext cx="3447" cy="86712"/>
            </a:xfrm>
            <a:custGeom>
              <a:avLst/>
              <a:gdLst/>
              <a:ahLst/>
              <a:cxnLst/>
              <a:rect l="l" t="t" r="r" b="b"/>
              <a:pathLst>
                <a:path w="3447" h="86712" extrusionOk="0">
                  <a:moveTo>
                    <a:pt x="694" y="86712"/>
                  </a:moveTo>
                  <a:cubicBezTo>
                    <a:pt x="307" y="82413"/>
                    <a:pt x="307" y="78114"/>
                    <a:pt x="694" y="73815"/>
                  </a:cubicBezTo>
                  <a:cubicBezTo>
                    <a:pt x="952" y="66034"/>
                    <a:pt x="1252" y="55243"/>
                    <a:pt x="1209" y="43378"/>
                  </a:cubicBezTo>
                  <a:cubicBezTo>
                    <a:pt x="1166" y="31512"/>
                    <a:pt x="737" y="20679"/>
                    <a:pt x="393" y="12897"/>
                  </a:cubicBezTo>
                  <a:cubicBezTo>
                    <a:pt x="-37" y="8598"/>
                    <a:pt x="-123" y="4299"/>
                    <a:pt x="178" y="0"/>
                  </a:cubicBezTo>
                  <a:cubicBezTo>
                    <a:pt x="1166" y="4127"/>
                    <a:pt x="1769" y="8340"/>
                    <a:pt x="1984" y="12553"/>
                  </a:cubicBezTo>
                  <a:cubicBezTo>
                    <a:pt x="2757" y="20378"/>
                    <a:pt x="3402" y="31168"/>
                    <a:pt x="3445" y="43120"/>
                  </a:cubicBezTo>
                  <a:cubicBezTo>
                    <a:pt x="3488" y="55071"/>
                    <a:pt x="2930" y="65905"/>
                    <a:pt x="2241" y="73729"/>
                  </a:cubicBezTo>
                  <a:cubicBezTo>
                    <a:pt x="2155" y="78114"/>
                    <a:pt x="1640" y="82456"/>
                    <a:pt x="694" y="8671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0" name="Google Shape;870;p61"/>
            <p:cNvSpPr/>
            <p:nvPr/>
          </p:nvSpPr>
          <p:spPr>
            <a:xfrm>
              <a:off x="10978536" y="1942710"/>
              <a:ext cx="100254" cy="10118"/>
            </a:xfrm>
            <a:custGeom>
              <a:avLst/>
              <a:gdLst/>
              <a:ahLst/>
              <a:cxnLst/>
              <a:rect l="l" t="t" r="r" b="b"/>
              <a:pathLst>
                <a:path w="100254" h="10118" extrusionOk="0">
                  <a:moveTo>
                    <a:pt x="100255" y="6148"/>
                  </a:moveTo>
                  <a:cubicBezTo>
                    <a:pt x="95267" y="7008"/>
                    <a:pt x="90237" y="7480"/>
                    <a:pt x="85208" y="7523"/>
                  </a:cubicBezTo>
                  <a:cubicBezTo>
                    <a:pt x="75879" y="8125"/>
                    <a:pt x="63024" y="8727"/>
                    <a:pt x="48795" y="9286"/>
                  </a:cubicBezTo>
                  <a:lnTo>
                    <a:pt x="28717" y="9974"/>
                  </a:lnTo>
                  <a:cubicBezTo>
                    <a:pt x="23173" y="10361"/>
                    <a:pt x="17627" y="9974"/>
                    <a:pt x="12210" y="8813"/>
                  </a:cubicBezTo>
                  <a:cubicBezTo>
                    <a:pt x="8512" y="7910"/>
                    <a:pt x="5073" y="6062"/>
                    <a:pt x="2322" y="3439"/>
                  </a:cubicBezTo>
                  <a:cubicBezTo>
                    <a:pt x="1247" y="2536"/>
                    <a:pt x="430" y="1333"/>
                    <a:pt x="0" y="0"/>
                  </a:cubicBezTo>
                  <a:cubicBezTo>
                    <a:pt x="0" y="0"/>
                    <a:pt x="946" y="1161"/>
                    <a:pt x="2923" y="2794"/>
                  </a:cubicBezTo>
                  <a:cubicBezTo>
                    <a:pt x="5761" y="4944"/>
                    <a:pt x="9071" y="6449"/>
                    <a:pt x="12553" y="7094"/>
                  </a:cubicBezTo>
                  <a:cubicBezTo>
                    <a:pt x="17842" y="7996"/>
                    <a:pt x="23258" y="8211"/>
                    <a:pt x="28631" y="7738"/>
                  </a:cubicBezTo>
                  <a:lnTo>
                    <a:pt x="48709" y="6879"/>
                  </a:lnTo>
                  <a:cubicBezTo>
                    <a:pt x="62939" y="6320"/>
                    <a:pt x="75793" y="5933"/>
                    <a:pt x="85165" y="5804"/>
                  </a:cubicBezTo>
                  <a:cubicBezTo>
                    <a:pt x="90194" y="5546"/>
                    <a:pt x="95225" y="5675"/>
                    <a:pt x="100255" y="6148"/>
                  </a:cubicBezTo>
                  <a:lnTo>
                    <a:pt x="100255" y="614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1" name="Google Shape;871;p61"/>
            <p:cNvSpPr/>
            <p:nvPr/>
          </p:nvSpPr>
          <p:spPr>
            <a:xfrm>
              <a:off x="11020255" y="1951609"/>
              <a:ext cx="2273" cy="8598"/>
            </a:xfrm>
            <a:custGeom>
              <a:avLst/>
              <a:gdLst/>
              <a:ahLst/>
              <a:cxnLst/>
              <a:rect l="l" t="t" r="r" b="b"/>
              <a:pathLst>
                <a:path w="2273" h="8598" extrusionOk="0">
                  <a:moveTo>
                    <a:pt x="927" y="8598"/>
                  </a:moveTo>
                  <a:cubicBezTo>
                    <a:pt x="283" y="8598"/>
                    <a:pt x="-104" y="6578"/>
                    <a:pt x="25" y="4299"/>
                  </a:cubicBezTo>
                  <a:cubicBezTo>
                    <a:pt x="154" y="2021"/>
                    <a:pt x="713" y="0"/>
                    <a:pt x="1358" y="0"/>
                  </a:cubicBezTo>
                  <a:cubicBezTo>
                    <a:pt x="2002" y="0"/>
                    <a:pt x="2346" y="1978"/>
                    <a:pt x="2260" y="4299"/>
                  </a:cubicBezTo>
                  <a:cubicBezTo>
                    <a:pt x="2174" y="6621"/>
                    <a:pt x="1401" y="8598"/>
                    <a:pt x="927" y="8598"/>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2" name="Google Shape;872;p61"/>
            <p:cNvSpPr/>
            <p:nvPr/>
          </p:nvSpPr>
          <p:spPr>
            <a:xfrm>
              <a:off x="11024363" y="1949889"/>
              <a:ext cx="2235" cy="7910"/>
            </a:xfrm>
            <a:custGeom>
              <a:avLst/>
              <a:gdLst/>
              <a:ahLst/>
              <a:cxnLst/>
              <a:rect l="l" t="t" r="r" b="b"/>
              <a:pathLst>
                <a:path w="2235" h="7910" extrusionOk="0">
                  <a:moveTo>
                    <a:pt x="1118" y="7910"/>
                  </a:moveTo>
                  <a:cubicBezTo>
                    <a:pt x="473" y="7910"/>
                    <a:pt x="0" y="6148"/>
                    <a:pt x="0" y="3955"/>
                  </a:cubicBezTo>
                  <a:cubicBezTo>
                    <a:pt x="0" y="1763"/>
                    <a:pt x="473" y="0"/>
                    <a:pt x="1118" y="0"/>
                  </a:cubicBezTo>
                  <a:cubicBezTo>
                    <a:pt x="1763" y="0"/>
                    <a:pt x="2236" y="1763"/>
                    <a:pt x="2236" y="3955"/>
                  </a:cubicBezTo>
                  <a:cubicBezTo>
                    <a:pt x="2236" y="6148"/>
                    <a:pt x="1548" y="7910"/>
                    <a:pt x="1118" y="791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3" name="Google Shape;873;p61"/>
            <p:cNvSpPr/>
            <p:nvPr/>
          </p:nvSpPr>
          <p:spPr>
            <a:xfrm>
              <a:off x="11072675" y="1949543"/>
              <a:ext cx="2558" cy="9460"/>
            </a:xfrm>
            <a:custGeom>
              <a:avLst/>
              <a:gdLst/>
              <a:ahLst/>
              <a:cxnLst/>
              <a:rect l="l" t="t" r="r" b="b"/>
              <a:pathLst>
                <a:path w="2558" h="9460" extrusionOk="0">
                  <a:moveTo>
                    <a:pt x="1902" y="9461"/>
                  </a:moveTo>
                  <a:cubicBezTo>
                    <a:pt x="1300" y="9461"/>
                    <a:pt x="483" y="7483"/>
                    <a:pt x="139" y="4860"/>
                  </a:cubicBezTo>
                  <a:cubicBezTo>
                    <a:pt x="-204" y="2238"/>
                    <a:pt x="139" y="89"/>
                    <a:pt x="612" y="3"/>
                  </a:cubicBezTo>
                  <a:cubicBezTo>
                    <a:pt x="1086" y="-83"/>
                    <a:pt x="1988" y="1980"/>
                    <a:pt x="2375" y="4560"/>
                  </a:cubicBezTo>
                  <a:cubicBezTo>
                    <a:pt x="2762" y="7139"/>
                    <a:pt x="2504" y="9375"/>
                    <a:pt x="1902" y="9461"/>
                  </a:cubicBezTo>
                  <a:lnTo>
                    <a:pt x="1902" y="94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4" name="Google Shape;874;p61"/>
            <p:cNvSpPr/>
            <p:nvPr/>
          </p:nvSpPr>
          <p:spPr>
            <a:xfrm>
              <a:off x="11076721" y="1949583"/>
              <a:ext cx="3020" cy="10237"/>
            </a:xfrm>
            <a:custGeom>
              <a:avLst/>
              <a:gdLst/>
              <a:ahLst/>
              <a:cxnLst/>
              <a:rect l="l" t="t" r="r" b="b"/>
              <a:pathLst>
                <a:path w="3020" h="10237" extrusionOk="0">
                  <a:moveTo>
                    <a:pt x="2585" y="10237"/>
                  </a:moveTo>
                  <a:cubicBezTo>
                    <a:pt x="1983" y="10237"/>
                    <a:pt x="994" y="8174"/>
                    <a:pt x="435" y="5336"/>
                  </a:cubicBezTo>
                  <a:cubicBezTo>
                    <a:pt x="-123" y="2499"/>
                    <a:pt x="-166" y="134"/>
                    <a:pt x="435" y="5"/>
                  </a:cubicBezTo>
                  <a:cubicBezTo>
                    <a:pt x="1038" y="-124"/>
                    <a:pt x="2026" y="2069"/>
                    <a:pt x="2585" y="4906"/>
                  </a:cubicBezTo>
                  <a:cubicBezTo>
                    <a:pt x="3144" y="7744"/>
                    <a:pt x="3187" y="10108"/>
                    <a:pt x="2585" y="1023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5" name="Google Shape;875;p61"/>
            <p:cNvSpPr/>
            <p:nvPr/>
          </p:nvSpPr>
          <p:spPr>
            <a:xfrm>
              <a:off x="11001020" y="1884027"/>
              <a:ext cx="75319" cy="25149"/>
            </a:xfrm>
            <a:custGeom>
              <a:avLst/>
              <a:gdLst/>
              <a:ahLst/>
              <a:cxnLst/>
              <a:rect l="l" t="t" r="r" b="b"/>
              <a:pathLst>
                <a:path w="75319" h="25149" extrusionOk="0">
                  <a:moveTo>
                    <a:pt x="0" y="0"/>
                  </a:moveTo>
                  <a:lnTo>
                    <a:pt x="75320" y="0"/>
                  </a:lnTo>
                  <a:lnTo>
                    <a:pt x="75320" y="25150"/>
                  </a:lnTo>
                  <a:lnTo>
                    <a:pt x="0" y="25150"/>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6" name="Google Shape;876;p61"/>
            <p:cNvSpPr/>
            <p:nvPr/>
          </p:nvSpPr>
          <p:spPr>
            <a:xfrm>
              <a:off x="11014906" y="1895194"/>
              <a:ext cx="48966" cy="2257"/>
            </a:xfrm>
            <a:custGeom>
              <a:avLst/>
              <a:gdLst/>
              <a:ahLst/>
              <a:cxnLst/>
              <a:rect l="l" t="t" r="r" b="b"/>
              <a:pathLst>
                <a:path w="48966" h="2257" extrusionOk="0">
                  <a:moveTo>
                    <a:pt x="48967" y="1129"/>
                  </a:moveTo>
                  <a:cubicBezTo>
                    <a:pt x="32673" y="2633"/>
                    <a:pt x="16294" y="2633"/>
                    <a:pt x="0" y="1129"/>
                  </a:cubicBezTo>
                  <a:cubicBezTo>
                    <a:pt x="16294" y="-376"/>
                    <a:pt x="32673" y="-376"/>
                    <a:pt x="48967" y="112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7" name="Google Shape;877;p61"/>
            <p:cNvSpPr/>
            <p:nvPr/>
          </p:nvSpPr>
          <p:spPr>
            <a:xfrm>
              <a:off x="10994528" y="1852128"/>
              <a:ext cx="85981" cy="62981"/>
            </a:xfrm>
            <a:custGeom>
              <a:avLst/>
              <a:gdLst/>
              <a:ahLst/>
              <a:cxnLst/>
              <a:rect l="l" t="t" r="r" b="b"/>
              <a:pathLst>
                <a:path w="85981" h="62981" extrusionOk="0">
                  <a:moveTo>
                    <a:pt x="85981" y="0"/>
                  </a:moveTo>
                  <a:cubicBezTo>
                    <a:pt x="81854" y="3267"/>
                    <a:pt x="77555" y="6277"/>
                    <a:pt x="73084" y="9028"/>
                  </a:cubicBezTo>
                  <a:cubicBezTo>
                    <a:pt x="65131" y="14445"/>
                    <a:pt x="54169" y="21925"/>
                    <a:pt x="42303" y="30523"/>
                  </a:cubicBezTo>
                  <a:cubicBezTo>
                    <a:pt x="30438" y="39121"/>
                    <a:pt x="19948" y="47462"/>
                    <a:pt x="12425" y="53480"/>
                  </a:cubicBezTo>
                  <a:cubicBezTo>
                    <a:pt x="8469" y="56920"/>
                    <a:pt x="4342" y="60101"/>
                    <a:pt x="0" y="62981"/>
                  </a:cubicBezTo>
                  <a:cubicBezTo>
                    <a:pt x="817" y="61864"/>
                    <a:pt x="1806" y="60832"/>
                    <a:pt x="2881" y="59929"/>
                  </a:cubicBezTo>
                  <a:cubicBezTo>
                    <a:pt x="4858" y="58037"/>
                    <a:pt x="7739" y="55630"/>
                    <a:pt x="11479" y="52277"/>
                  </a:cubicBezTo>
                  <a:cubicBezTo>
                    <a:pt x="18787" y="45914"/>
                    <a:pt x="29148" y="37488"/>
                    <a:pt x="41056" y="28718"/>
                  </a:cubicBezTo>
                  <a:cubicBezTo>
                    <a:pt x="52965" y="19948"/>
                    <a:pt x="64100" y="12596"/>
                    <a:pt x="72311" y="7523"/>
                  </a:cubicBezTo>
                  <a:cubicBezTo>
                    <a:pt x="76610" y="4987"/>
                    <a:pt x="79791" y="2966"/>
                    <a:pt x="82156" y="1677"/>
                  </a:cubicBezTo>
                  <a:cubicBezTo>
                    <a:pt x="83360" y="946"/>
                    <a:pt x="84648" y="387"/>
                    <a:pt x="85981" y="0"/>
                  </a:cubicBezTo>
                  <a:lnTo>
                    <a:pt x="85981" y="0"/>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8" name="Google Shape;878;p61"/>
            <p:cNvSpPr/>
            <p:nvPr/>
          </p:nvSpPr>
          <p:spPr>
            <a:xfrm>
              <a:off x="11010005" y="1856685"/>
              <a:ext cx="37702" cy="25493"/>
            </a:xfrm>
            <a:custGeom>
              <a:avLst/>
              <a:gdLst/>
              <a:ahLst/>
              <a:cxnLst/>
              <a:rect l="l" t="t" r="r" b="b"/>
              <a:pathLst>
                <a:path w="37702" h="25493" extrusionOk="0">
                  <a:moveTo>
                    <a:pt x="37703" y="0"/>
                  </a:moveTo>
                  <a:cubicBezTo>
                    <a:pt x="32071" y="5116"/>
                    <a:pt x="25967" y="9716"/>
                    <a:pt x="19475" y="13671"/>
                  </a:cubicBezTo>
                  <a:cubicBezTo>
                    <a:pt x="13370" y="18228"/>
                    <a:pt x="6878" y="22183"/>
                    <a:pt x="0" y="25493"/>
                  </a:cubicBezTo>
                  <a:cubicBezTo>
                    <a:pt x="5632" y="20378"/>
                    <a:pt x="11736" y="15778"/>
                    <a:pt x="18228" y="11822"/>
                  </a:cubicBezTo>
                  <a:cubicBezTo>
                    <a:pt x="24332" y="7265"/>
                    <a:pt x="30824" y="3310"/>
                    <a:pt x="37703" y="0"/>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9" name="Google Shape;879;p61"/>
            <p:cNvSpPr/>
            <p:nvPr/>
          </p:nvSpPr>
          <p:spPr>
            <a:xfrm>
              <a:off x="10621575" y="2678364"/>
              <a:ext cx="113891" cy="101860"/>
            </a:xfrm>
            <a:custGeom>
              <a:avLst/>
              <a:gdLst/>
              <a:ahLst/>
              <a:cxnLst/>
              <a:rect l="l" t="t" r="r" b="b"/>
              <a:pathLst>
                <a:path w="113891" h="101860" extrusionOk="0">
                  <a:moveTo>
                    <a:pt x="32080" y="13759"/>
                  </a:moveTo>
                  <a:cubicBezTo>
                    <a:pt x="32080" y="13759"/>
                    <a:pt x="50480" y="8772"/>
                    <a:pt x="60583" y="5591"/>
                  </a:cubicBezTo>
                  <a:cubicBezTo>
                    <a:pt x="66946" y="3570"/>
                    <a:pt x="87711" y="-1675"/>
                    <a:pt x="96352" y="1936"/>
                  </a:cubicBezTo>
                  <a:cubicBezTo>
                    <a:pt x="104993" y="5548"/>
                    <a:pt x="113891" y="18918"/>
                    <a:pt x="113891" y="18918"/>
                  </a:cubicBezTo>
                  <a:lnTo>
                    <a:pt x="106971" y="51849"/>
                  </a:lnTo>
                  <a:lnTo>
                    <a:pt x="59981" y="98451"/>
                  </a:lnTo>
                  <a:cubicBezTo>
                    <a:pt x="59981" y="98451"/>
                    <a:pt x="50695" y="104512"/>
                    <a:pt x="43859" y="100471"/>
                  </a:cubicBezTo>
                  <a:cubicBezTo>
                    <a:pt x="37025" y="96430"/>
                    <a:pt x="33370" y="103695"/>
                    <a:pt x="28082" y="97247"/>
                  </a:cubicBezTo>
                  <a:cubicBezTo>
                    <a:pt x="24471" y="92948"/>
                    <a:pt x="11359" y="72441"/>
                    <a:pt x="3621" y="60361"/>
                  </a:cubicBezTo>
                  <a:cubicBezTo>
                    <a:pt x="-77" y="54600"/>
                    <a:pt x="-980" y="47464"/>
                    <a:pt x="1084" y="40929"/>
                  </a:cubicBezTo>
                  <a:lnTo>
                    <a:pt x="6329" y="24463"/>
                  </a:lnTo>
                  <a:cubicBezTo>
                    <a:pt x="9768" y="13286"/>
                    <a:pt x="18495" y="4473"/>
                    <a:pt x="29673" y="948"/>
                  </a:cubicBezTo>
                  <a:cubicBezTo>
                    <a:pt x="32080" y="-170"/>
                    <a:pt x="34832" y="-299"/>
                    <a:pt x="37368" y="561"/>
                  </a:cubicBezTo>
                  <a:cubicBezTo>
                    <a:pt x="42785" y="3957"/>
                    <a:pt x="32080" y="13759"/>
                    <a:pt x="32080" y="13759"/>
                  </a:cubicBezTo>
                  <a:lnTo>
                    <a:pt x="32080" y="13759"/>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0" name="Google Shape;880;p61"/>
            <p:cNvSpPr/>
            <p:nvPr/>
          </p:nvSpPr>
          <p:spPr>
            <a:xfrm>
              <a:off x="10654516" y="2703518"/>
              <a:ext cx="46112" cy="46822"/>
            </a:xfrm>
            <a:custGeom>
              <a:avLst/>
              <a:gdLst/>
              <a:ahLst/>
              <a:cxnLst/>
              <a:rect l="l" t="t" r="r" b="b"/>
              <a:pathLst>
                <a:path w="46112" h="46822" extrusionOk="0">
                  <a:moveTo>
                    <a:pt x="37014" y="3566"/>
                  </a:moveTo>
                  <a:cubicBezTo>
                    <a:pt x="32071" y="556"/>
                    <a:pt x="26267" y="-604"/>
                    <a:pt x="20549" y="299"/>
                  </a:cubicBezTo>
                  <a:cubicBezTo>
                    <a:pt x="9630" y="1545"/>
                    <a:pt x="1075" y="10229"/>
                    <a:pt x="0" y="21149"/>
                  </a:cubicBezTo>
                  <a:lnTo>
                    <a:pt x="0" y="22697"/>
                  </a:lnTo>
                  <a:cubicBezTo>
                    <a:pt x="0" y="28973"/>
                    <a:pt x="2193" y="35078"/>
                    <a:pt x="6276" y="39893"/>
                  </a:cubicBezTo>
                  <a:cubicBezTo>
                    <a:pt x="9329" y="43719"/>
                    <a:pt x="13800" y="46213"/>
                    <a:pt x="18657" y="46814"/>
                  </a:cubicBezTo>
                  <a:cubicBezTo>
                    <a:pt x="23344" y="46943"/>
                    <a:pt x="27944" y="45611"/>
                    <a:pt x="31813" y="43031"/>
                  </a:cubicBezTo>
                  <a:cubicBezTo>
                    <a:pt x="36756" y="40237"/>
                    <a:pt x="40884" y="36153"/>
                    <a:pt x="43635" y="31166"/>
                  </a:cubicBezTo>
                  <a:cubicBezTo>
                    <a:pt x="48665" y="21622"/>
                    <a:pt x="45828" y="9799"/>
                    <a:pt x="37014" y="3566"/>
                  </a:cubicBezTo>
                  <a:lnTo>
                    <a:pt x="37014" y="3566"/>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1" name="Google Shape;881;p61"/>
            <p:cNvSpPr/>
            <p:nvPr/>
          </p:nvSpPr>
          <p:spPr>
            <a:xfrm>
              <a:off x="10636831" y="2686187"/>
              <a:ext cx="48136" cy="68917"/>
            </a:xfrm>
            <a:custGeom>
              <a:avLst/>
              <a:gdLst/>
              <a:ahLst/>
              <a:cxnLst/>
              <a:rect l="l" t="t" r="r" b="b"/>
              <a:pathLst>
                <a:path w="48136" h="68917" extrusionOk="0">
                  <a:moveTo>
                    <a:pt x="20952" y="53140"/>
                  </a:moveTo>
                  <a:cubicBezTo>
                    <a:pt x="20048" y="51162"/>
                    <a:pt x="19317" y="49142"/>
                    <a:pt x="18845" y="47035"/>
                  </a:cubicBezTo>
                  <a:cubicBezTo>
                    <a:pt x="18070" y="44585"/>
                    <a:pt x="17598" y="42048"/>
                    <a:pt x="17383" y="39469"/>
                  </a:cubicBezTo>
                  <a:cubicBezTo>
                    <a:pt x="17082" y="35987"/>
                    <a:pt x="17812" y="32461"/>
                    <a:pt x="19532" y="29409"/>
                  </a:cubicBezTo>
                  <a:cubicBezTo>
                    <a:pt x="21639" y="25712"/>
                    <a:pt x="24562" y="22617"/>
                    <a:pt x="28131" y="20295"/>
                  </a:cubicBezTo>
                  <a:cubicBezTo>
                    <a:pt x="32128" y="17716"/>
                    <a:pt x="36471" y="15781"/>
                    <a:pt x="41028" y="14491"/>
                  </a:cubicBezTo>
                  <a:cubicBezTo>
                    <a:pt x="43220" y="14019"/>
                    <a:pt x="45069" y="12557"/>
                    <a:pt x="46100" y="10579"/>
                  </a:cubicBezTo>
                  <a:cubicBezTo>
                    <a:pt x="46660" y="8387"/>
                    <a:pt x="45842" y="6108"/>
                    <a:pt x="44037" y="4776"/>
                  </a:cubicBezTo>
                  <a:cubicBezTo>
                    <a:pt x="42017" y="3314"/>
                    <a:pt x="39609" y="2368"/>
                    <a:pt x="37116" y="2110"/>
                  </a:cubicBezTo>
                  <a:cubicBezTo>
                    <a:pt x="34407" y="2110"/>
                    <a:pt x="31742" y="2454"/>
                    <a:pt x="29162" y="3185"/>
                  </a:cubicBezTo>
                  <a:cubicBezTo>
                    <a:pt x="23875" y="3916"/>
                    <a:pt x="18887" y="6237"/>
                    <a:pt x="14975" y="9891"/>
                  </a:cubicBezTo>
                  <a:cubicBezTo>
                    <a:pt x="11493" y="13546"/>
                    <a:pt x="8570" y="17759"/>
                    <a:pt x="6377" y="22316"/>
                  </a:cubicBezTo>
                  <a:cubicBezTo>
                    <a:pt x="4443" y="26443"/>
                    <a:pt x="2981" y="30742"/>
                    <a:pt x="2078" y="35213"/>
                  </a:cubicBezTo>
                  <a:cubicBezTo>
                    <a:pt x="1520" y="39125"/>
                    <a:pt x="1734" y="43123"/>
                    <a:pt x="2724" y="46949"/>
                  </a:cubicBezTo>
                  <a:cubicBezTo>
                    <a:pt x="3840" y="52667"/>
                    <a:pt x="5690" y="58213"/>
                    <a:pt x="8182" y="63501"/>
                  </a:cubicBezTo>
                  <a:cubicBezTo>
                    <a:pt x="9129" y="65392"/>
                    <a:pt x="10289" y="67241"/>
                    <a:pt x="11579" y="68918"/>
                  </a:cubicBezTo>
                  <a:cubicBezTo>
                    <a:pt x="11579" y="68918"/>
                    <a:pt x="11063" y="68617"/>
                    <a:pt x="10247" y="67843"/>
                  </a:cubicBezTo>
                  <a:cubicBezTo>
                    <a:pt x="9172" y="66639"/>
                    <a:pt x="8182" y="65306"/>
                    <a:pt x="7409" y="63888"/>
                  </a:cubicBezTo>
                  <a:cubicBezTo>
                    <a:pt x="4572" y="58686"/>
                    <a:pt x="2465" y="53097"/>
                    <a:pt x="1175" y="47293"/>
                  </a:cubicBezTo>
                  <a:cubicBezTo>
                    <a:pt x="15" y="43252"/>
                    <a:pt x="-287" y="39039"/>
                    <a:pt x="273" y="34869"/>
                  </a:cubicBezTo>
                  <a:cubicBezTo>
                    <a:pt x="1132" y="30226"/>
                    <a:pt x="2551" y="25669"/>
                    <a:pt x="4572" y="21370"/>
                  </a:cubicBezTo>
                  <a:cubicBezTo>
                    <a:pt x="6721" y="16641"/>
                    <a:pt x="9644" y="12299"/>
                    <a:pt x="13170" y="8473"/>
                  </a:cubicBezTo>
                  <a:cubicBezTo>
                    <a:pt x="14116" y="7398"/>
                    <a:pt x="15190" y="6452"/>
                    <a:pt x="16394" y="5635"/>
                  </a:cubicBezTo>
                  <a:cubicBezTo>
                    <a:pt x="17598" y="4819"/>
                    <a:pt x="18887" y="4174"/>
                    <a:pt x="20220" y="3615"/>
                  </a:cubicBezTo>
                  <a:cubicBezTo>
                    <a:pt x="22886" y="2583"/>
                    <a:pt x="25637" y="1723"/>
                    <a:pt x="28432" y="1078"/>
                  </a:cubicBezTo>
                  <a:cubicBezTo>
                    <a:pt x="31226" y="305"/>
                    <a:pt x="34106" y="-39"/>
                    <a:pt x="37030" y="4"/>
                  </a:cubicBezTo>
                  <a:cubicBezTo>
                    <a:pt x="39953" y="305"/>
                    <a:pt x="42790" y="1422"/>
                    <a:pt x="45155" y="3185"/>
                  </a:cubicBezTo>
                  <a:cubicBezTo>
                    <a:pt x="47649" y="5119"/>
                    <a:pt x="48723" y="8387"/>
                    <a:pt x="47821" y="11396"/>
                  </a:cubicBezTo>
                  <a:cubicBezTo>
                    <a:pt x="46574" y="13976"/>
                    <a:pt x="44209" y="15867"/>
                    <a:pt x="41415" y="16512"/>
                  </a:cubicBezTo>
                  <a:cubicBezTo>
                    <a:pt x="36987" y="17716"/>
                    <a:pt x="32731" y="19521"/>
                    <a:pt x="28818" y="21929"/>
                  </a:cubicBezTo>
                  <a:cubicBezTo>
                    <a:pt x="25508" y="24035"/>
                    <a:pt x="22714" y="26916"/>
                    <a:pt x="20650" y="30269"/>
                  </a:cubicBezTo>
                  <a:cubicBezTo>
                    <a:pt x="18973" y="33063"/>
                    <a:pt x="18200" y="36288"/>
                    <a:pt x="18372" y="39512"/>
                  </a:cubicBezTo>
                  <a:cubicBezTo>
                    <a:pt x="18458" y="42005"/>
                    <a:pt x="18802" y="44499"/>
                    <a:pt x="19403" y="46906"/>
                  </a:cubicBezTo>
                  <a:cubicBezTo>
                    <a:pt x="20091" y="48927"/>
                    <a:pt x="20607" y="51033"/>
                    <a:pt x="20952" y="53140"/>
                  </a:cubicBezTo>
                  <a:lnTo>
                    <a:pt x="20952" y="5314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2" name="Google Shape;882;p61"/>
            <p:cNvSpPr/>
            <p:nvPr/>
          </p:nvSpPr>
          <p:spPr>
            <a:xfrm>
              <a:off x="10660620" y="2747743"/>
              <a:ext cx="20463" cy="8779"/>
            </a:xfrm>
            <a:custGeom>
              <a:avLst/>
              <a:gdLst/>
              <a:ahLst/>
              <a:cxnLst/>
              <a:rect l="l" t="t" r="r" b="b"/>
              <a:pathLst>
                <a:path w="20463" h="8779" extrusionOk="0">
                  <a:moveTo>
                    <a:pt x="20464" y="8780"/>
                  </a:moveTo>
                  <a:cubicBezTo>
                    <a:pt x="17024" y="7361"/>
                    <a:pt x="13714" y="5813"/>
                    <a:pt x="10446" y="4051"/>
                  </a:cubicBezTo>
                  <a:cubicBezTo>
                    <a:pt x="6879" y="2976"/>
                    <a:pt x="3396" y="1729"/>
                    <a:pt x="0" y="311"/>
                  </a:cubicBezTo>
                  <a:cubicBezTo>
                    <a:pt x="3869" y="-420"/>
                    <a:pt x="7825" y="139"/>
                    <a:pt x="11306" y="1987"/>
                  </a:cubicBezTo>
                  <a:cubicBezTo>
                    <a:pt x="15047" y="3148"/>
                    <a:pt x="18271" y="5556"/>
                    <a:pt x="20464" y="8780"/>
                  </a:cubicBezTo>
                  <a:lnTo>
                    <a:pt x="20464" y="878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3" name="Google Shape;883;p61"/>
            <p:cNvSpPr/>
            <p:nvPr/>
          </p:nvSpPr>
          <p:spPr>
            <a:xfrm>
              <a:off x="10679278" y="2734082"/>
              <a:ext cx="22096" cy="21854"/>
            </a:xfrm>
            <a:custGeom>
              <a:avLst/>
              <a:gdLst/>
              <a:ahLst/>
              <a:cxnLst/>
              <a:rect l="l" t="t" r="r" b="b"/>
              <a:pathLst>
                <a:path w="22096" h="21854" extrusionOk="0">
                  <a:moveTo>
                    <a:pt x="22097" y="0"/>
                  </a:moveTo>
                  <a:cubicBezTo>
                    <a:pt x="19174" y="4385"/>
                    <a:pt x="15476" y="8168"/>
                    <a:pt x="11220" y="11221"/>
                  </a:cubicBezTo>
                  <a:cubicBezTo>
                    <a:pt x="4685" y="16723"/>
                    <a:pt x="515" y="22183"/>
                    <a:pt x="0" y="21839"/>
                  </a:cubicBezTo>
                  <a:cubicBezTo>
                    <a:pt x="2063" y="16938"/>
                    <a:pt x="5459" y="12682"/>
                    <a:pt x="9758" y="9544"/>
                  </a:cubicBezTo>
                  <a:cubicBezTo>
                    <a:pt x="13499" y="5933"/>
                    <a:pt x="17669" y="2708"/>
                    <a:pt x="22097" y="0"/>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4" name="Google Shape;884;p61"/>
            <p:cNvSpPr/>
            <p:nvPr/>
          </p:nvSpPr>
          <p:spPr>
            <a:xfrm>
              <a:off x="10699617" y="2699947"/>
              <a:ext cx="10184" cy="35037"/>
            </a:xfrm>
            <a:custGeom>
              <a:avLst/>
              <a:gdLst/>
              <a:ahLst/>
              <a:cxnLst/>
              <a:rect l="l" t="t" r="r" b="b"/>
              <a:pathLst>
                <a:path w="10184" h="35037" extrusionOk="0">
                  <a:moveTo>
                    <a:pt x="10185" y="0"/>
                  </a:moveTo>
                  <a:cubicBezTo>
                    <a:pt x="7218" y="5331"/>
                    <a:pt x="4854" y="10963"/>
                    <a:pt x="3048" y="16809"/>
                  </a:cubicBezTo>
                  <a:cubicBezTo>
                    <a:pt x="2017" y="22828"/>
                    <a:pt x="1629" y="28933"/>
                    <a:pt x="1931" y="35037"/>
                  </a:cubicBezTo>
                  <a:cubicBezTo>
                    <a:pt x="-2454" y="22742"/>
                    <a:pt x="770" y="9028"/>
                    <a:pt x="10185" y="0"/>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5" name="Google Shape;885;p61"/>
            <p:cNvSpPr/>
            <p:nvPr/>
          </p:nvSpPr>
          <p:spPr>
            <a:xfrm>
              <a:off x="10914174" y="2632796"/>
              <a:ext cx="59857" cy="61476"/>
            </a:xfrm>
            <a:custGeom>
              <a:avLst/>
              <a:gdLst/>
              <a:ahLst/>
              <a:cxnLst/>
              <a:rect l="l" t="t" r="r" b="b"/>
              <a:pathLst>
                <a:path w="59857" h="61476" extrusionOk="0">
                  <a:moveTo>
                    <a:pt x="2155" y="18271"/>
                  </a:moveTo>
                  <a:cubicBezTo>
                    <a:pt x="1123" y="18271"/>
                    <a:pt x="349" y="38821"/>
                    <a:pt x="5" y="51503"/>
                  </a:cubicBezTo>
                  <a:cubicBezTo>
                    <a:pt x="-167" y="56834"/>
                    <a:pt x="4046" y="61305"/>
                    <a:pt x="9377" y="61477"/>
                  </a:cubicBezTo>
                  <a:lnTo>
                    <a:pt x="34828" y="61477"/>
                  </a:lnTo>
                  <a:lnTo>
                    <a:pt x="56323" y="43807"/>
                  </a:lnTo>
                  <a:cubicBezTo>
                    <a:pt x="59891" y="40884"/>
                    <a:pt x="60880" y="35854"/>
                    <a:pt x="58730" y="31813"/>
                  </a:cubicBezTo>
                  <a:lnTo>
                    <a:pt x="41964" y="0"/>
                  </a:lnTo>
                  <a:lnTo>
                    <a:pt x="17201" y="15863"/>
                  </a:lnTo>
                  <a:lnTo>
                    <a:pt x="2155" y="18271"/>
                  </a:lnTo>
                  <a:lnTo>
                    <a:pt x="2155" y="18271"/>
                  </a:lnTo>
                  <a:close/>
                </a:path>
              </a:pathLst>
            </a:custGeom>
            <a:solidFill>
              <a:srgbClr val="F5F5F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6" name="Google Shape;886;p61"/>
            <p:cNvSpPr/>
            <p:nvPr/>
          </p:nvSpPr>
          <p:spPr>
            <a:xfrm>
              <a:off x="10913298" y="2631549"/>
              <a:ext cx="61761" cy="63712"/>
            </a:xfrm>
            <a:custGeom>
              <a:avLst/>
              <a:gdLst/>
              <a:ahLst/>
              <a:cxnLst/>
              <a:rect l="l" t="t" r="r" b="b"/>
              <a:pathLst>
                <a:path w="61761" h="63712" extrusionOk="0">
                  <a:moveTo>
                    <a:pt x="3030" y="19518"/>
                  </a:moveTo>
                  <a:cubicBezTo>
                    <a:pt x="4277" y="19131"/>
                    <a:pt x="5610" y="18830"/>
                    <a:pt x="6899" y="18615"/>
                  </a:cubicBezTo>
                  <a:lnTo>
                    <a:pt x="17991" y="16680"/>
                  </a:lnTo>
                  <a:lnTo>
                    <a:pt x="17776" y="16680"/>
                  </a:lnTo>
                  <a:lnTo>
                    <a:pt x="42366" y="559"/>
                  </a:lnTo>
                  <a:lnTo>
                    <a:pt x="43184" y="0"/>
                  </a:lnTo>
                  <a:lnTo>
                    <a:pt x="43699" y="903"/>
                  </a:lnTo>
                  <a:cubicBezTo>
                    <a:pt x="47268" y="7652"/>
                    <a:pt x="51223" y="15004"/>
                    <a:pt x="55393" y="22871"/>
                  </a:cubicBezTo>
                  <a:cubicBezTo>
                    <a:pt x="56467" y="24806"/>
                    <a:pt x="57499" y="26826"/>
                    <a:pt x="58574" y="28847"/>
                  </a:cubicBezTo>
                  <a:lnTo>
                    <a:pt x="60208" y="31899"/>
                  </a:lnTo>
                  <a:cubicBezTo>
                    <a:pt x="60852" y="33017"/>
                    <a:pt x="61283" y="34221"/>
                    <a:pt x="61584" y="35467"/>
                  </a:cubicBezTo>
                  <a:cubicBezTo>
                    <a:pt x="62056" y="38090"/>
                    <a:pt x="61584" y="40841"/>
                    <a:pt x="60165" y="43120"/>
                  </a:cubicBezTo>
                  <a:cubicBezTo>
                    <a:pt x="59476" y="44280"/>
                    <a:pt x="58617" y="45269"/>
                    <a:pt x="57542" y="46086"/>
                  </a:cubicBezTo>
                  <a:lnTo>
                    <a:pt x="54705" y="48407"/>
                  </a:lnTo>
                  <a:lnTo>
                    <a:pt x="36391" y="63454"/>
                  </a:lnTo>
                  <a:lnTo>
                    <a:pt x="36090" y="63712"/>
                  </a:lnTo>
                  <a:lnTo>
                    <a:pt x="9479" y="63712"/>
                  </a:lnTo>
                  <a:cubicBezTo>
                    <a:pt x="8232" y="63583"/>
                    <a:pt x="7028" y="63239"/>
                    <a:pt x="5910" y="62680"/>
                  </a:cubicBezTo>
                  <a:cubicBezTo>
                    <a:pt x="3761" y="61606"/>
                    <a:pt x="2042" y="59843"/>
                    <a:pt x="1010" y="57693"/>
                  </a:cubicBezTo>
                  <a:cubicBezTo>
                    <a:pt x="150" y="55673"/>
                    <a:pt x="-194" y="53480"/>
                    <a:pt x="107" y="51331"/>
                  </a:cubicBezTo>
                  <a:cubicBezTo>
                    <a:pt x="107" y="47419"/>
                    <a:pt x="450" y="43808"/>
                    <a:pt x="579" y="40497"/>
                  </a:cubicBezTo>
                  <a:cubicBezTo>
                    <a:pt x="1311" y="27342"/>
                    <a:pt x="2214" y="19346"/>
                    <a:pt x="3030" y="19604"/>
                  </a:cubicBezTo>
                  <a:cubicBezTo>
                    <a:pt x="2643" y="21409"/>
                    <a:pt x="2472" y="23258"/>
                    <a:pt x="2514" y="25107"/>
                  </a:cubicBezTo>
                  <a:cubicBezTo>
                    <a:pt x="2514" y="28718"/>
                    <a:pt x="2171" y="33963"/>
                    <a:pt x="1998" y="40540"/>
                  </a:cubicBezTo>
                  <a:cubicBezTo>
                    <a:pt x="1998" y="43850"/>
                    <a:pt x="1998" y="47505"/>
                    <a:pt x="1740" y="51374"/>
                  </a:cubicBezTo>
                  <a:cubicBezTo>
                    <a:pt x="1525" y="53265"/>
                    <a:pt x="1826" y="55157"/>
                    <a:pt x="2600" y="56920"/>
                  </a:cubicBezTo>
                  <a:cubicBezTo>
                    <a:pt x="3547" y="58725"/>
                    <a:pt x="5051" y="60144"/>
                    <a:pt x="6899" y="61004"/>
                  </a:cubicBezTo>
                  <a:cubicBezTo>
                    <a:pt x="8920" y="61821"/>
                    <a:pt x="11070" y="62079"/>
                    <a:pt x="13220" y="61821"/>
                  </a:cubicBezTo>
                  <a:lnTo>
                    <a:pt x="35875" y="61821"/>
                  </a:lnTo>
                  <a:lnTo>
                    <a:pt x="35187" y="62036"/>
                  </a:lnTo>
                  <a:lnTo>
                    <a:pt x="53458" y="46946"/>
                  </a:lnTo>
                  <a:cubicBezTo>
                    <a:pt x="55350" y="45613"/>
                    <a:pt x="57027" y="44022"/>
                    <a:pt x="58445" y="42217"/>
                  </a:cubicBezTo>
                  <a:cubicBezTo>
                    <a:pt x="59563" y="40411"/>
                    <a:pt x="59950" y="38262"/>
                    <a:pt x="59563" y="36155"/>
                  </a:cubicBezTo>
                  <a:cubicBezTo>
                    <a:pt x="58918" y="34049"/>
                    <a:pt x="57972" y="32028"/>
                    <a:pt x="56812" y="30136"/>
                  </a:cubicBezTo>
                  <a:cubicBezTo>
                    <a:pt x="55780" y="28073"/>
                    <a:pt x="54705" y="26095"/>
                    <a:pt x="53673" y="24118"/>
                  </a:cubicBezTo>
                  <a:cubicBezTo>
                    <a:pt x="49374" y="16207"/>
                    <a:pt x="45720" y="8813"/>
                    <a:pt x="42195" y="2021"/>
                  </a:cubicBezTo>
                  <a:lnTo>
                    <a:pt x="43527" y="2364"/>
                  </a:lnTo>
                  <a:lnTo>
                    <a:pt x="18593" y="17970"/>
                  </a:lnTo>
                  <a:lnTo>
                    <a:pt x="18593" y="17970"/>
                  </a:lnTo>
                  <a:lnTo>
                    <a:pt x="7415" y="19346"/>
                  </a:lnTo>
                  <a:cubicBezTo>
                    <a:pt x="5953" y="19604"/>
                    <a:pt x="4492" y="19690"/>
                    <a:pt x="3030" y="19518"/>
                  </a:cubicBezTo>
                  <a:lnTo>
                    <a:pt x="3030" y="1951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7" name="Google Shape;887;p61"/>
            <p:cNvSpPr/>
            <p:nvPr/>
          </p:nvSpPr>
          <p:spPr>
            <a:xfrm>
              <a:off x="11004201" y="2484994"/>
              <a:ext cx="138086" cy="128843"/>
            </a:xfrm>
            <a:custGeom>
              <a:avLst/>
              <a:gdLst/>
              <a:ahLst/>
              <a:cxnLst/>
              <a:rect l="l" t="t" r="r" b="b"/>
              <a:pathLst>
                <a:path w="138086" h="128843" extrusionOk="0">
                  <a:moveTo>
                    <a:pt x="138087" y="0"/>
                  </a:moveTo>
                  <a:lnTo>
                    <a:pt x="0" y="88948"/>
                  </a:lnTo>
                  <a:lnTo>
                    <a:pt x="22484" y="128843"/>
                  </a:lnTo>
                  <a:lnTo>
                    <a:pt x="138087"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8" name="Google Shape;888;p61"/>
            <p:cNvSpPr/>
            <p:nvPr/>
          </p:nvSpPr>
          <p:spPr>
            <a:xfrm>
              <a:off x="10922203" y="2480308"/>
              <a:ext cx="413040" cy="497052"/>
            </a:xfrm>
            <a:custGeom>
              <a:avLst/>
              <a:gdLst/>
              <a:ahLst/>
              <a:cxnLst/>
              <a:rect l="l" t="t" r="r" b="b"/>
              <a:pathLst>
                <a:path w="413040" h="497052" extrusionOk="0">
                  <a:moveTo>
                    <a:pt x="374119" y="17454"/>
                  </a:moveTo>
                  <a:cubicBezTo>
                    <a:pt x="374119" y="17454"/>
                    <a:pt x="341619" y="21753"/>
                    <a:pt x="310279" y="25493"/>
                  </a:cubicBezTo>
                  <a:cubicBezTo>
                    <a:pt x="290761" y="27901"/>
                    <a:pt x="274768" y="17669"/>
                    <a:pt x="266041" y="0"/>
                  </a:cubicBezTo>
                  <a:lnTo>
                    <a:pt x="263161" y="0"/>
                  </a:lnTo>
                  <a:lnTo>
                    <a:pt x="219955" y="4686"/>
                  </a:lnTo>
                  <a:cubicBezTo>
                    <a:pt x="195923" y="23344"/>
                    <a:pt x="98162" y="111174"/>
                    <a:pt x="89736" y="135034"/>
                  </a:cubicBezTo>
                  <a:cubicBezTo>
                    <a:pt x="80365" y="161645"/>
                    <a:pt x="81869" y="219639"/>
                    <a:pt x="81869" y="219639"/>
                  </a:cubicBezTo>
                  <a:lnTo>
                    <a:pt x="6979" y="315852"/>
                  </a:lnTo>
                  <a:cubicBezTo>
                    <a:pt x="6979" y="315852"/>
                    <a:pt x="-13441" y="331587"/>
                    <a:pt x="15577" y="373890"/>
                  </a:cubicBezTo>
                  <a:cubicBezTo>
                    <a:pt x="44596" y="416193"/>
                    <a:pt x="133716" y="483516"/>
                    <a:pt x="133716" y="483516"/>
                  </a:cubicBezTo>
                  <a:cubicBezTo>
                    <a:pt x="133716" y="483516"/>
                    <a:pt x="196569" y="506989"/>
                    <a:pt x="212861" y="492114"/>
                  </a:cubicBezTo>
                  <a:cubicBezTo>
                    <a:pt x="229155" y="477239"/>
                    <a:pt x="338266" y="277634"/>
                    <a:pt x="338266" y="277634"/>
                  </a:cubicBezTo>
                  <a:cubicBezTo>
                    <a:pt x="338266" y="277634"/>
                    <a:pt x="388478" y="186493"/>
                    <a:pt x="399656" y="160484"/>
                  </a:cubicBezTo>
                  <a:cubicBezTo>
                    <a:pt x="422699" y="106574"/>
                    <a:pt x="417110" y="49525"/>
                    <a:pt x="374119" y="17454"/>
                  </a:cubicBezTo>
                  <a:lnTo>
                    <a:pt x="374119" y="17454"/>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9" name="Google Shape;889;p61"/>
            <p:cNvSpPr/>
            <p:nvPr/>
          </p:nvSpPr>
          <p:spPr>
            <a:xfrm>
              <a:off x="11010263" y="2512809"/>
              <a:ext cx="113624" cy="106788"/>
            </a:xfrm>
            <a:custGeom>
              <a:avLst/>
              <a:gdLst/>
              <a:ahLst/>
              <a:cxnLst/>
              <a:rect l="l" t="t" r="r" b="b"/>
              <a:pathLst>
                <a:path w="113624" h="106788" extrusionOk="0">
                  <a:moveTo>
                    <a:pt x="113624" y="0"/>
                  </a:moveTo>
                  <a:cubicBezTo>
                    <a:pt x="112205" y="1548"/>
                    <a:pt x="110658" y="3009"/>
                    <a:pt x="109024" y="4299"/>
                  </a:cubicBezTo>
                  <a:lnTo>
                    <a:pt x="96127" y="15047"/>
                  </a:lnTo>
                  <a:cubicBezTo>
                    <a:pt x="85035" y="24032"/>
                    <a:pt x="69602" y="36542"/>
                    <a:pt x="52491" y="49869"/>
                  </a:cubicBezTo>
                  <a:cubicBezTo>
                    <a:pt x="43893" y="56662"/>
                    <a:pt x="35638" y="62766"/>
                    <a:pt x="28545" y="69086"/>
                  </a:cubicBezTo>
                  <a:cubicBezTo>
                    <a:pt x="22226" y="74460"/>
                    <a:pt x="16465" y="80436"/>
                    <a:pt x="11349" y="86927"/>
                  </a:cubicBezTo>
                  <a:cubicBezTo>
                    <a:pt x="6749" y="93032"/>
                    <a:pt x="2923" y="99695"/>
                    <a:pt x="0" y="106789"/>
                  </a:cubicBezTo>
                  <a:cubicBezTo>
                    <a:pt x="0" y="106789"/>
                    <a:pt x="0" y="106230"/>
                    <a:pt x="300" y="105198"/>
                  </a:cubicBezTo>
                  <a:cubicBezTo>
                    <a:pt x="687" y="103736"/>
                    <a:pt x="1203" y="102318"/>
                    <a:pt x="1762" y="100899"/>
                  </a:cubicBezTo>
                  <a:cubicBezTo>
                    <a:pt x="3869" y="95611"/>
                    <a:pt x="6663" y="90624"/>
                    <a:pt x="10102" y="86067"/>
                  </a:cubicBezTo>
                  <a:cubicBezTo>
                    <a:pt x="15175" y="79318"/>
                    <a:pt x="20936" y="73127"/>
                    <a:pt x="27298" y="67624"/>
                  </a:cubicBezTo>
                  <a:cubicBezTo>
                    <a:pt x="34393" y="61305"/>
                    <a:pt x="42646" y="54985"/>
                    <a:pt x="51158" y="48193"/>
                  </a:cubicBezTo>
                  <a:cubicBezTo>
                    <a:pt x="68355" y="34693"/>
                    <a:pt x="83875" y="22398"/>
                    <a:pt x="95224" y="13800"/>
                  </a:cubicBezTo>
                  <a:lnTo>
                    <a:pt x="108723" y="3611"/>
                  </a:lnTo>
                  <a:cubicBezTo>
                    <a:pt x="110228" y="2235"/>
                    <a:pt x="111862" y="1032"/>
                    <a:pt x="113624"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0" name="Google Shape;890;p61"/>
            <p:cNvSpPr/>
            <p:nvPr/>
          </p:nvSpPr>
          <p:spPr>
            <a:xfrm>
              <a:off x="10851455" y="2621060"/>
              <a:ext cx="407165" cy="238044"/>
            </a:xfrm>
            <a:custGeom>
              <a:avLst/>
              <a:gdLst/>
              <a:ahLst/>
              <a:cxnLst/>
              <a:rect l="l" t="t" r="r" b="b"/>
              <a:pathLst>
                <a:path w="407165" h="238044" extrusionOk="0">
                  <a:moveTo>
                    <a:pt x="326128" y="0"/>
                  </a:moveTo>
                  <a:cubicBezTo>
                    <a:pt x="322817" y="4299"/>
                    <a:pt x="240748" y="140923"/>
                    <a:pt x="240748" y="140923"/>
                  </a:cubicBezTo>
                  <a:lnTo>
                    <a:pt x="0" y="189632"/>
                  </a:lnTo>
                  <a:lnTo>
                    <a:pt x="16552" y="235030"/>
                  </a:lnTo>
                  <a:cubicBezTo>
                    <a:pt x="16552" y="235030"/>
                    <a:pt x="260309" y="242983"/>
                    <a:pt x="281289" y="233052"/>
                  </a:cubicBezTo>
                  <a:cubicBezTo>
                    <a:pt x="302268" y="223122"/>
                    <a:pt x="315208" y="202959"/>
                    <a:pt x="351278" y="145738"/>
                  </a:cubicBezTo>
                  <a:cubicBezTo>
                    <a:pt x="388722" y="86325"/>
                    <a:pt x="407166" y="60316"/>
                    <a:pt x="407166" y="60316"/>
                  </a:cubicBezTo>
                  <a:lnTo>
                    <a:pt x="326128"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1" name="Google Shape;891;p61"/>
            <p:cNvSpPr/>
            <p:nvPr/>
          </p:nvSpPr>
          <p:spPr>
            <a:xfrm>
              <a:off x="11097262" y="2636837"/>
              <a:ext cx="150442" cy="164020"/>
            </a:xfrm>
            <a:custGeom>
              <a:avLst/>
              <a:gdLst/>
              <a:ahLst/>
              <a:cxnLst/>
              <a:rect l="l" t="t" r="r" b="b"/>
              <a:pathLst>
                <a:path w="150442" h="164020" extrusionOk="0">
                  <a:moveTo>
                    <a:pt x="4786" y="108766"/>
                  </a:moveTo>
                  <a:cubicBezTo>
                    <a:pt x="21037" y="120890"/>
                    <a:pt x="62565" y="150123"/>
                    <a:pt x="80321" y="162848"/>
                  </a:cubicBezTo>
                  <a:cubicBezTo>
                    <a:pt x="85523" y="166589"/>
                    <a:pt x="95023" y="160656"/>
                    <a:pt x="98506" y="155239"/>
                  </a:cubicBezTo>
                  <a:lnTo>
                    <a:pt x="149106" y="74890"/>
                  </a:lnTo>
                  <a:cubicBezTo>
                    <a:pt x="152287" y="69989"/>
                    <a:pt x="149364" y="62422"/>
                    <a:pt x="144807" y="58854"/>
                  </a:cubicBezTo>
                  <a:lnTo>
                    <a:pt x="69702" y="1161"/>
                  </a:lnTo>
                  <a:cubicBezTo>
                    <a:pt x="64243" y="-3139"/>
                    <a:pt x="52506" y="5460"/>
                    <a:pt x="49239" y="11392"/>
                  </a:cubicBezTo>
                  <a:lnTo>
                    <a:pt x="1304" y="92688"/>
                  </a:lnTo>
                  <a:cubicBezTo>
                    <a:pt x="-1318" y="98233"/>
                    <a:pt x="101" y="104811"/>
                    <a:pt x="4786" y="108766"/>
                  </a:cubicBezTo>
                  <a:lnTo>
                    <a:pt x="4786" y="10876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2" name="Google Shape;892;p61"/>
            <p:cNvSpPr/>
            <p:nvPr/>
          </p:nvSpPr>
          <p:spPr>
            <a:xfrm>
              <a:off x="11143578" y="2671488"/>
              <a:ext cx="67967" cy="98319"/>
            </a:xfrm>
            <a:custGeom>
              <a:avLst/>
              <a:gdLst/>
              <a:ahLst/>
              <a:cxnLst/>
              <a:rect l="l" t="t" r="r" b="b"/>
              <a:pathLst>
                <a:path w="67967" h="98319" extrusionOk="0">
                  <a:moveTo>
                    <a:pt x="67967" y="0"/>
                  </a:moveTo>
                  <a:cubicBezTo>
                    <a:pt x="67323" y="1419"/>
                    <a:pt x="66506" y="2751"/>
                    <a:pt x="65518" y="3998"/>
                  </a:cubicBezTo>
                  <a:cubicBezTo>
                    <a:pt x="63454" y="6836"/>
                    <a:pt x="61004" y="10318"/>
                    <a:pt x="58122" y="14445"/>
                  </a:cubicBezTo>
                  <a:cubicBezTo>
                    <a:pt x="51846" y="23043"/>
                    <a:pt x="43205" y="35381"/>
                    <a:pt x="33833" y="48837"/>
                  </a:cubicBezTo>
                  <a:cubicBezTo>
                    <a:pt x="24461" y="62293"/>
                    <a:pt x="16122" y="74632"/>
                    <a:pt x="10059" y="83703"/>
                  </a:cubicBezTo>
                  <a:lnTo>
                    <a:pt x="2880" y="94579"/>
                  </a:lnTo>
                  <a:cubicBezTo>
                    <a:pt x="2063" y="95912"/>
                    <a:pt x="1075" y="97159"/>
                    <a:pt x="0" y="98320"/>
                  </a:cubicBezTo>
                  <a:cubicBezTo>
                    <a:pt x="515" y="96815"/>
                    <a:pt x="1246" y="95353"/>
                    <a:pt x="2150" y="94021"/>
                  </a:cubicBezTo>
                  <a:cubicBezTo>
                    <a:pt x="3654" y="91398"/>
                    <a:pt x="5889" y="87658"/>
                    <a:pt x="8769" y="83058"/>
                  </a:cubicBezTo>
                  <a:cubicBezTo>
                    <a:pt x="14444" y="73858"/>
                    <a:pt x="22570" y="61348"/>
                    <a:pt x="31985" y="47806"/>
                  </a:cubicBezTo>
                  <a:cubicBezTo>
                    <a:pt x="41400" y="34263"/>
                    <a:pt x="50256" y="22226"/>
                    <a:pt x="56834" y="13671"/>
                  </a:cubicBezTo>
                  <a:cubicBezTo>
                    <a:pt x="60144" y="9372"/>
                    <a:pt x="62852" y="5976"/>
                    <a:pt x="64786" y="3611"/>
                  </a:cubicBezTo>
                  <a:cubicBezTo>
                    <a:pt x="66721" y="1247"/>
                    <a:pt x="67838" y="0"/>
                    <a:pt x="67967" y="0"/>
                  </a:cubicBezTo>
                  <a:lnTo>
                    <a:pt x="67967"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3" name="Google Shape;893;p61"/>
            <p:cNvSpPr/>
            <p:nvPr/>
          </p:nvSpPr>
          <p:spPr>
            <a:xfrm>
              <a:off x="11159312" y="2517290"/>
              <a:ext cx="161721" cy="176939"/>
            </a:xfrm>
            <a:custGeom>
              <a:avLst/>
              <a:gdLst/>
              <a:ahLst/>
              <a:cxnLst/>
              <a:rect l="l" t="t" r="r" b="b"/>
              <a:pathLst>
                <a:path w="161721" h="176939" extrusionOk="0">
                  <a:moveTo>
                    <a:pt x="0" y="109444"/>
                  </a:moveTo>
                  <a:lnTo>
                    <a:pt x="102618" y="176940"/>
                  </a:lnTo>
                  <a:cubicBezTo>
                    <a:pt x="102618" y="176940"/>
                    <a:pt x="158506" y="99557"/>
                    <a:pt x="161258" y="64003"/>
                  </a:cubicBezTo>
                  <a:cubicBezTo>
                    <a:pt x="164009" y="28450"/>
                    <a:pt x="154939" y="8760"/>
                    <a:pt x="122566" y="1065"/>
                  </a:cubicBezTo>
                  <a:cubicBezTo>
                    <a:pt x="90194" y="-6630"/>
                    <a:pt x="55501" y="29310"/>
                    <a:pt x="42646" y="46893"/>
                  </a:cubicBezTo>
                  <a:cubicBezTo>
                    <a:pt x="27815" y="67228"/>
                    <a:pt x="0" y="109444"/>
                    <a:pt x="0" y="109444"/>
                  </a:cubicBez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4" name="Google Shape;894;p61"/>
            <p:cNvSpPr/>
            <p:nvPr/>
          </p:nvSpPr>
          <p:spPr>
            <a:xfrm>
              <a:off x="11159312" y="2516377"/>
              <a:ext cx="162861" cy="179271"/>
            </a:xfrm>
            <a:custGeom>
              <a:avLst/>
              <a:gdLst/>
              <a:ahLst/>
              <a:cxnLst/>
              <a:rect l="l" t="t" r="r" b="b"/>
              <a:pathLst>
                <a:path w="162861" h="179271" extrusionOk="0">
                  <a:moveTo>
                    <a:pt x="0" y="110357"/>
                  </a:moveTo>
                  <a:cubicBezTo>
                    <a:pt x="172" y="109970"/>
                    <a:pt x="387" y="109626"/>
                    <a:pt x="644" y="109325"/>
                  </a:cubicBezTo>
                  <a:cubicBezTo>
                    <a:pt x="1161" y="108508"/>
                    <a:pt x="1848" y="107477"/>
                    <a:pt x="2665" y="106144"/>
                  </a:cubicBezTo>
                  <a:lnTo>
                    <a:pt x="10791" y="93935"/>
                  </a:lnTo>
                  <a:lnTo>
                    <a:pt x="41142" y="48665"/>
                  </a:lnTo>
                  <a:cubicBezTo>
                    <a:pt x="48494" y="38434"/>
                    <a:pt x="57049" y="29191"/>
                    <a:pt x="66679" y="21065"/>
                  </a:cubicBezTo>
                  <a:cubicBezTo>
                    <a:pt x="72009" y="16466"/>
                    <a:pt x="77771" y="12381"/>
                    <a:pt x="83875" y="8942"/>
                  </a:cubicBezTo>
                  <a:cubicBezTo>
                    <a:pt x="90323" y="5116"/>
                    <a:pt x="97373" y="2364"/>
                    <a:pt x="104683" y="774"/>
                  </a:cubicBezTo>
                  <a:lnTo>
                    <a:pt x="110486" y="0"/>
                  </a:lnTo>
                  <a:lnTo>
                    <a:pt x="116419" y="0"/>
                  </a:lnTo>
                  <a:cubicBezTo>
                    <a:pt x="118396" y="0"/>
                    <a:pt x="120374" y="559"/>
                    <a:pt x="122351" y="860"/>
                  </a:cubicBezTo>
                  <a:cubicBezTo>
                    <a:pt x="124329" y="1161"/>
                    <a:pt x="126220" y="1849"/>
                    <a:pt x="128155" y="2364"/>
                  </a:cubicBezTo>
                  <a:cubicBezTo>
                    <a:pt x="136151" y="4557"/>
                    <a:pt x="143502" y="8598"/>
                    <a:pt x="149651" y="14187"/>
                  </a:cubicBezTo>
                  <a:cubicBezTo>
                    <a:pt x="155755" y="20335"/>
                    <a:pt x="159796" y="28202"/>
                    <a:pt x="161301" y="36714"/>
                  </a:cubicBezTo>
                  <a:cubicBezTo>
                    <a:pt x="162848" y="45312"/>
                    <a:pt x="163235" y="54082"/>
                    <a:pt x="162505" y="62809"/>
                  </a:cubicBezTo>
                  <a:cubicBezTo>
                    <a:pt x="161258" y="74675"/>
                    <a:pt x="157862" y="86196"/>
                    <a:pt x="152488" y="96858"/>
                  </a:cubicBezTo>
                  <a:cubicBezTo>
                    <a:pt x="147673" y="107391"/>
                    <a:pt x="142300" y="117322"/>
                    <a:pt x="136840" y="126951"/>
                  </a:cubicBezTo>
                  <a:cubicBezTo>
                    <a:pt x="125748" y="145910"/>
                    <a:pt x="114356" y="163193"/>
                    <a:pt x="103393" y="178540"/>
                  </a:cubicBezTo>
                  <a:lnTo>
                    <a:pt x="102833" y="179271"/>
                  </a:lnTo>
                  <a:lnTo>
                    <a:pt x="102060" y="178798"/>
                  </a:lnTo>
                  <a:lnTo>
                    <a:pt x="27643" y="129273"/>
                  </a:lnTo>
                  <a:lnTo>
                    <a:pt x="7050" y="115430"/>
                  </a:lnTo>
                  <a:lnTo>
                    <a:pt x="1719" y="111776"/>
                  </a:lnTo>
                  <a:cubicBezTo>
                    <a:pt x="1118" y="111389"/>
                    <a:pt x="515" y="110959"/>
                    <a:pt x="0" y="110486"/>
                  </a:cubicBezTo>
                  <a:lnTo>
                    <a:pt x="2020" y="111690"/>
                  </a:lnTo>
                  <a:lnTo>
                    <a:pt x="7652" y="115258"/>
                  </a:lnTo>
                  <a:lnTo>
                    <a:pt x="28674" y="128800"/>
                  </a:lnTo>
                  <a:lnTo>
                    <a:pt x="103049" y="177165"/>
                  </a:lnTo>
                  <a:lnTo>
                    <a:pt x="101759" y="177422"/>
                  </a:lnTo>
                  <a:cubicBezTo>
                    <a:pt x="112592" y="162075"/>
                    <a:pt x="123899" y="144793"/>
                    <a:pt x="134861" y="125834"/>
                  </a:cubicBezTo>
                  <a:cubicBezTo>
                    <a:pt x="140278" y="116376"/>
                    <a:pt x="145609" y="106445"/>
                    <a:pt x="150381" y="95998"/>
                  </a:cubicBezTo>
                  <a:cubicBezTo>
                    <a:pt x="155626" y="85594"/>
                    <a:pt x="158936" y="74331"/>
                    <a:pt x="160183" y="62723"/>
                  </a:cubicBezTo>
                  <a:cubicBezTo>
                    <a:pt x="160914" y="54211"/>
                    <a:pt x="160528" y="45656"/>
                    <a:pt x="159065" y="37273"/>
                  </a:cubicBezTo>
                  <a:cubicBezTo>
                    <a:pt x="157646" y="29148"/>
                    <a:pt x="153821" y="21624"/>
                    <a:pt x="148017" y="15778"/>
                  </a:cubicBezTo>
                  <a:cubicBezTo>
                    <a:pt x="142170" y="10404"/>
                    <a:pt x="135119" y="6492"/>
                    <a:pt x="127424" y="4428"/>
                  </a:cubicBezTo>
                  <a:cubicBezTo>
                    <a:pt x="125533" y="3912"/>
                    <a:pt x="123684" y="3310"/>
                    <a:pt x="121793" y="2923"/>
                  </a:cubicBezTo>
                  <a:cubicBezTo>
                    <a:pt x="119901" y="2536"/>
                    <a:pt x="118052" y="2279"/>
                    <a:pt x="116161" y="2064"/>
                  </a:cubicBezTo>
                  <a:lnTo>
                    <a:pt x="110529" y="2064"/>
                  </a:lnTo>
                  <a:lnTo>
                    <a:pt x="104983" y="2794"/>
                  </a:lnTo>
                  <a:cubicBezTo>
                    <a:pt x="97890" y="4342"/>
                    <a:pt x="91054" y="6964"/>
                    <a:pt x="84777" y="10619"/>
                  </a:cubicBezTo>
                  <a:cubicBezTo>
                    <a:pt x="78759" y="14058"/>
                    <a:pt x="73084" y="18013"/>
                    <a:pt x="67839" y="22484"/>
                  </a:cubicBezTo>
                  <a:cubicBezTo>
                    <a:pt x="58296" y="30437"/>
                    <a:pt x="49784" y="39551"/>
                    <a:pt x="42431" y="49568"/>
                  </a:cubicBezTo>
                  <a:lnTo>
                    <a:pt x="11650" y="93935"/>
                  </a:lnTo>
                  <a:cubicBezTo>
                    <a:pt x="7996" y="99093"/>
                    <a:pt x="5159" y="103178"/>
                    <a:pt x="3052" y="106101"/>
                  </a:cubicBezTo>
                  <a:lnTo>
                    <a:pt x="774" y="109282"/>
                  </a:lnTo>
                  <a:cubicBezTo>
                    <a:pt x="558" y="109669"/>
                    <a:pt x="301" y="110013"/>
                    <a:pt x="0" y="110357"/>
                  </a:cubicBezTo>
                  <a:lnTo>
                    <a:pt x="0" y="11035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5" name="Google Shape;895;p61"/>
            <p:cNvSpPr/>
            <p:nvPr/>
          </p:nvSpPr>
          <p:spPr>
            <a:xfrm>
              <a:off x="10753093" y="2810648"/>
              <a:ext cx="122952" cy="133257"/>
            </a:xfrm>
            <a:custGeom>
              <a:avLst/>
              <a:gdLst/>
              <a:ahLst/>
              <a:cxnLst/>
              <a:rect l="l" t="t" r="r" b="b"/>
              <a:pathLst>
                <a:path w="122952" h="133257" extrusionOk="0">
                  <a:moveTo>
                    <a:pt x="98319" y="0"/>
                  </a:moveTo>
                  <a:lnTo>
                    <a:pt x="78114" y="7695"/>
                  </a:lnTo>
                  <a:cubicBezTo>
                    <a:pt x="75363" y="10017"/>
                    <a:pt x="9845" y="73385"/>
                    <a:pt x="9845" y="73385"/>
                  </a:cubicBezTo>
                  <a:lnTo>
                    <a:pt x="0" y="118310"/>
                  </a:lnTo>
                  <a:cubicBezTo>
                    <a:pt x="3353" y="120675"/>
                    <a:pt x="7868" y="120460"/>
                    <a:pt x="10963" y="117794"/>
                  </a:cubicBezTo>
                  <a:cubicBezTo>
                    <a:pt x="15176" y="114699"/>
                    <a:pt x="18013" y="110056"/>
                    <a:pt x="18915" y="104897"/>
                  </a:cubicBezTo>
                  <a:lnTo>
                    <a:pt x="25064" y="85121"/>
                  </a:lnTo>
                  <a:lnTo>
                    <a:pt x="42260" y="66721"/>
                  </a:lnTo>
                  <a:lnTo>
                    <a:pt x="28116" y="94966"/>
                  </a:lnTo>
                  <a:lnTo>
                    <a:pt x="21237" y="129359"/>
                  </a:lnTo>
                  <a:cubicBezTo>
                    <a:pt x="23085" y="132196"/>
                    <a:pt x="26482" y="133701"/>
                    <a:pt x="29835" y="133142"/>
                  </a:cubicBezTo>
                  <a:cubicBezTo>
                    <a:pt x="34737" y="131895"/>
                    <a:pt x="36241" y="123985"/>
                    <a:pt x="36241" y="123985"/>
                  </a:cubicBezTo>
                  <a:cubicBezTo>
                    <a:pt x="36241" y="123985"/>
                    <a:pt x="40927" y="130391"/>
                    <a:pt x="45871" y="128284"/>
                  </a:cubicBezTo>
                  <a:cubicBezTo>
                    <a:pt x="50815" y="126178"/>
                    <a:pt x="66980" y="101501"/>
                    <a:pt x="66980" y="101501"/>
                  </a:cubicBezTo>
                  <a:cubicBezTo>
                    <a:pt x="66980" y="101501"/>
                    <a:pt x="76395" y="80650"/>
                    <a:pt x="76308" y="81940"/>
                  </a:cubicBezTo>
                  <a:cubicBezTo>
                    <a:pt x="76222" y="83230"/>
                    <a:pt x="70461" y="101716"/>
                    <a:pt x="70461" y="101716"/>
                  </a:cubicBezTo>
                  <a:cubicBezTo>
                    <a:pt x="70461" y="101716"/>
                    <a:pt x="57564" y="122351"/>
                    <a:pt x="60187" y="125404"/>
                  </a:cubicBezTo>
                  <a:cubicBezTo>
                    <a:pt x="61734" y="127424"/>
                    <a:pt x="64142" y="128671"/>
                    <a:pt x="66679" y="128757"/>
                  </a:cubicBezTo>
                  <a:cubicBezTo>
                    <a:pt x="67969" y="128757"/>
                    <a:pt x="84734" y="104338"/>
                    <a:pt x="87873" y="100383"/>
                  </a:cubicBezTo>
                  <a:cubicBezTo>
                    <a:pt x="91011" y="96428"/>
                    <a:pt x="115172" y="54985"/>
                    <a:pt x="115172" y="54985"/>
                  </a:cubicBezTo>
                  <a:lnTo>
                    <a:pt x="122953" y="30351"/>
                  </a:lnTo>
                  <a:lnTo>
                    <a:pt x="98319" y="0"/>
                  </a:lnTo>
                  <a:lnTo>
                    <a:pt x="98319"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6" name="Google Shape;896;p61"/>
            <p:cNvSpPr/>
            <p:nvPr/>
          </p:nvSpPr>
          <p:spPr>
            <a:xfrm>
              <a:off x="10789377" y="2885065"/>
              <a:ext cx="25923" cy="50556"/>
            </a:xfrm>
            <a:custGeom>
              <a:avLst/>
              <a:gdLst/>
              <a:ahLst/>
              <a:cxnLst/>
              <a:rect l="l" t="t" r="r" b="b"/>
              <a:pathLst>
                <a:path w="25923" h="50556" extrusionOk="0">
                  <a:moveTo>
                    <a:pt x="25924" y="0"/>
                  </a:moveTo>
                  <a:cubicBezTo>
                    <a:pt x="25021" y="2665"/>
                    <a:pt x="23645" y="5202"/>
                    <a:pt x="21883" y="7394"/>
                  </a:cubicBezTo>
                  <a:cubicBezTo>
                    <a:pt x="18142" y="12940"/>
                    <a:pt x="14702" y="18658"/>
                    <a:pt x="11564" y="24591"/>
                  </a:cubicBezTo>
                  <a:cubicBezTo>
                    <a:pt x="8297" y="31598"/>
                    <a:pt x="6190" y="38434"/>
                    <a:pt x="4084" y="43206"/>
                  </a:cubicBezTo>
                  <a:cubicBezTo>
                    <a:pt x="3224" y="45914"/>
                    <a:pt x="1805" y="48407"/>
                    <a:pt x="0" y="50557"/>
                  </a:cubicBezTo>
                  <a:cubicBezTo>
                    <a:pt x="687" y="47849"/>
                    <a:pt x="1548" y="45226"/>
                    <a:pt x="2623" y="42647"/>
                  </a:cubicBezTo>
                  <a:cubicBezTo>
                    <a:pt x="4557" y="36155"/>
                    <a:pt x="6879" y="29793"/>
                    <a:pt x="9544" y="23602"/>
                  </a:cubicBezTo>
                  <a:cubicBezTo>
                    <a:pt x="12682" y="17540"/>
                    <a:pt x="16380" y="11779"/>
                    <a:pt x="20593" y="6406"/>
                  </a:cubicBezTo>
                  <a:cubicBezTo>
                    <a:pt x="22183" y="4127"/>
                    <a:pt x="23946" y="1978"/>
                    <a:pt x="25924" y="0"/>
                  </a:cubicBezTo>
                  <a:lnTo>
                    <a:pt x="25924"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7" name="Google Shape;897;p61"/>
            <p:cNvSpPr/>
            <p:nvPr/>
          </p:nvSpPr>
          <p:spPr>
            <a:xfrm>
              <a:off x="10385269" y="3019514"/>
              <a:ext cx="297658" cy="202452"/>
            </a:xfrm>
            <a:custGeom>
              <a:avLst/>
              <a:gdLst/>
              <a:ahLst/>
              <a:cxnLst/>
              <a:rect l="l" t="t" r="r" b="b"/>
              <a:pathLst>
                <a:path w="297658" h="202452" extrusionOk="0">
                  <a:moveTo>
                    <a:pt x="279564" y="67479"/>
                  </a:moveTo>
                  <a:lnTo>
                    <a:pt x="54250" y="197611"/>
                  </a:lnTo>
                  <a:cubicBezTo>
                    <a:pt x="36968" y="207585"/>
                    <a:pt x="14827" y="201653"/>
                    <a:pt x="4854" y="184370"/>
                  </a:cubicBezTo>
                  <a:lnTo>
                    <a:pt x="4854" y="184370"/>
                  </a:lnTo>
                  <a:cubicBezTo>
                    <a:pt x="-5120" y="167131"/>
                    <a:pt x="769" y="145034"/>
                    <a:pt x="18008" y="135017"/>
                  </a:cubicBezTo>
                  <a:cubicBezTo>
                    <a:pt x="18008" y="135017"/>
                    <a:pt x="18051" y="135017"/>
                    <a:pt x="18094" y="134974"/>
                  </a:cubicBezTo>
                  <a:lnTo>
                    <a:pt x="243409" y="4841"/>
                  </a:lnTo>
                  <a:cubicBezTo>
                    <a:pt x="260692" y="-5133"/>
                    <a:pt x="282788" y="800"/>
                    <a:pt x="292805" y="18082"/>
                  </a:cubicBezTo>
                  <a:lnTo>
                    <a:pt x="292805" y="18082"/>
                  </a:lnTo>
                  <a:cubicBezTo>
                    <a:pt x="302779" y="35322"/>
                    <a:pt x="296889" y="57419"/>
                    <a:pt x="279650" y="67436"/>
                  </a:cubicBezTo>
                  <a:cubicBezTo>
                    <a:pt x="279650" y="67436"/>
                    <a:pt x="279607" y="67436"/>
                    <a:pt x="279564" y="67479"/>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8" name="Google Shape;898;p61"/>
            <p:cNvSpPr/>
            <p:nvPr/>
          </p:nvSpPr>
          <p:spPr>
            <a:xfrm>
              <a:off x="10384189" y="3018815"/>
              <a:ext cx="299231" cy="204292"/>
            </a:xfrm>
            <a:custGeom>
              <a:avLst/>
              <a:gdLst/>
              <a:ahLst/>
              <a:cxnLst/>
              <a:rect l="l" t="t" r="r" b="b"/>
              <a:pathLst>
                <a:path w="299231" h="204292" extrusionOk="0">
                  <a:moveTo>
                    <a:pt x="280644" y="68177"/>
                  </a:moveTo>
                  <a:cubicBezTo>
                    <a:pt x="280644" y="68177"/>
                    <a:pt x="282923" y="66845"/>
                    <a:pt x="286619" y="63577"/>
                  </a:cubicBezTo>
                  <a:cubicBezTo>
                    <a:pt x="291950" y="58633"/>
                    <a:pt x="295691" y="52228"/>
                    <a:pt x="297367" y="45177"/>
                  </a:cubicBezTo>
                  <a:cubicBezTo>
                    <a:pt x="298485" y="40104"/>
                    <a:pt x="298485" y="34860"/>
                    <a:pt x="297367" y="29787"/>
                  </a:cubicBezTo>
                  <a:cubicBezTo>
                    <a:pt x="294659" y="16545"/>
                    <a:pt x="284642" y="6013"/>
                    <a:pt x="271573" y="2574"/>
                  </a:cubicBezTo>
                  <a:cubicBezTo>
                    <a:pt x="263878" y="596"/>
                    <a:pt x="255752" y="1284"/>
                    <a:pt x="248487" y="4465"/>
                  </a:cubicBezTo>
                  <a:lnTo>
                    <a:pt x="19734" y="136618"/>
                  </a:lnTo>
                  <a:cubicBezTo>
                    <a:pt x="8814" y="142981"/>
                    <a:pt x="2107" y="154675"/>
                    <a:pt x="2193" y="167314"/>
                  </a:cubicBezTo>
                  <a:cubicBezTo>
                    <a:pt x="2322" y="179566"/>
                    <a:pt x="8857" y="190873"/>
                    <a:pt x="19390" y="197149"/>
                  </a:cubicBezTo>
                  <a:cubicBezTo>
                    <a:pt x="29579" y="203168"/>
                    <a:pt x="42046" y="203641"/>
                    <a:pt x="52664" y="198439"/>
                  </a:cubicBezTo>
                  <a:cubicBezTo>
                    <a:pt x="62811" y="192893"/>
                    <a:pt x="72741" y="186961"/>
                    <a:pt x="82457" y="181458"/>
                  </a:cubicBezTo>
                  <a:lnTo>
                    <a:pt x="185634" y="122260"/>
                  </a:lnTo>
                  <a:lnTo>
                    <a:pt x="255022" y="82579"/>
                  </a:lnTo>
                  <a:lnTo>
                    <a:pt x="273980" y="71874"/>
                  </a:lnTo>
                  <a:lnTo>
                    <a:pt x="278925" y="69123"/>
                  </a:lnTo>
                  <a:lnTo>
                    <a:pt x="280644" y="68263"/>
                  </a:lnTo>
                  <a:lnTo>
                    <a:pt x="279053" y="69338"/>
                  </a:lnTo>
                  <a:lnTo>
                    <a:pt x="274195" y="72261"/>
                  </a:lnTo>
                  <a:lnTo>
                    <a:pt x="255451" y="83353"/>
                  </a:lnTo>
                  <a:lnTo>
                    <a:pt x="186237" y="123678"/>
                  </a:lnTo>
                  <a:lnTo>
                    <a:pt x="83488" y="183306"/>
                  </a:lnTo>
                  <a:cubicBezTo>
                    <a:pt x="73730" y="188895"/>
                    <a:pt x="64014" y="194742"/>
                    <a:pt x="53610" y="200503"/>
                  </a:cubicBezTo>
                  <a:cubicBezTo>
                    <a:pt x="42347" y="206005"/>
                    <a:pt x="29063" y="205490"/>
                    <a:pt x="18272" y="199127"/>
                  </a:cubicBezTo>
                  <a:cubicBezTo>
                    <a:pt x="12812" y="195860"/>
                    <a:pt x="8255" y="191260"/>
                    <a:pt x="5030" y="185757"/>
                  </a:cubicBezTo>
                  <a:cubicBezTo>
                    <a:pt x="1806" y="180168"/>
                    <a:pt x="87" y="173805"/>
                    <a:pt x="1" y="167357"/>
                  </a:cubicBezTo>
                  <a:cubicBezTo>
                    <a:pt x="-85" y="153944"/>
                    <a:pt x="7009" y="141476"/>
                    <a:pt x="18616" y="134727"/>
                  </a:cubicBezTo>
                  <a:lnTo>
                    <a:pt x="144622" y="62073"/>
                  </a:lnTo>
                  <a:lnTo>
                    <a:pt x="199692" y="30389"/>
                  </a:lnTo>
                  <a:lnTo>
                    <a:pt x="224627" y="16073"/>
                  </a:lnTo>
                  <a:lnTo>
                    <a:pt x="236406" y="9323"/>
                  </a:lnTo>
                  <a:cubicBezTo>
                    <a:pt x="240276" y="7174"/>
                    <a:pt x="243887" y="5024"/>
                    <a:pt x="247843" y="3046"/>
                  </a:cubicBezTo>
                  <a:cubicBezTo>
                    <a:pt x="266457" y="-5036"/>
                    <a:pt x="288124" y="3519"/>
                    <a:pt x="296207" y="22134"/>
                  </a:cubicBezTo>
                  <a:cubicBezTo>
                    <a:pt x="297239" y="24542"/>
                    <a:pt x="298012" y="27035"/>
                    <a:pt x="298528" y="29615"/>
                  </a:cubicBezTo>
                  <a:cubicBezTo>
                    <a:pt x="301065" y="42340"/>
                    <a:pt x="296636" y="55452"/>
                    <a:pt x="286920" y="64007"/>
                  </a:cubicBezTo>
                  <a:cubicBezTo>
                    <a:pt x="285501" y="65254"/>
                    <a:pt x="283954" y="66372"/>
                    <a:pt x="282320" y="67361"/>
                  </a:cubicBezTo>
                  <a:cubicBezTo>
                    <a:pt x="281762" y="67661"/>
                    <a:pt x="281202" y="67962"/>
                    <a:pt x="280644" y="68177"/>
                  </a:cubicBezTo>
                  <a:lnTo>
                    <a:pt x="280644" y="6817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9" name="Google Shape;899;p61"/>
            <p:cNvSpPr/>
            <p:nvPr/>
          </p:nvSpPr>
          <p:spPr>
            <a:xfrm>
              <a:off x="11334459" y="2294971"/>
              <a:ext cx="141952" cy="191256"/>
            </a:xfrm>
            <a:custGeom>
              <a:avLst/>
              <a:gdLst/>
              <a:ahLst/>
              <a:cxnLst/>
              <a:rect l="l" t="t" r="r" b="b"/>
              <a:pathLst>
                <a:path w="141952" h="191256" extrusionOk="0">
                  <a:moveTo>
                    <a:pt x="44922" y="29840"/>
                  </a:moveTo>
                  <a:cubicBezTo>
                    <a:pt x="20289" y="55634"/>
                    <a:pt x="8940" y="91230"/>
                    <a:pt x="2577" y="126311"/>
                  </a:cubicBezTo>
                  <a:cubicBezTo>
                    <a:pt x="126" y="139896"/>
                    <a:pt x="-1722" y="154169"/>
                    <a:pt x="2577" y="167281"/>
                  </a:cubicBezTo>
                  <a:cubicBezTo>
                    <a:pt x="6876" y="180393"/>
                    <a:pt x="18956" y="191915"/>
                    <a:pt x="32670" y="191227"/>
                  </a:cubicBezTo>
                  <a:cubicBezTo>
                    <a:pt x="46384" y="190539"/>
                    <a:pt x="57390" y="177943"/>
                    <a:pt x="65515" y="166206"/>
                  </a:cubicBezTo>
                  <a:cubicBezTo>
                    <a:pt x="100295" y="115778"/>
                    <a:pt x="122478" y="66898"/>
                    <a:pt x="141136" y="8559"/>
                  </a:cubicBezTo>
                  <a:lnTo>
                    <a:pt x="141952" y="6969"/>
                  </a:lnTo>
                  <a:cubicBezTo>
                    <a:pt x="110225" y="-8981"/>
                    <a:pt x="69341" y="4045"/>
                    <a:pt x="44922" y="29840"/>
                  </a:cubicBezTo>
                  <a:lnTo>
                    <a:pt x="44922" y="2984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0" name="Google Shape;900;p61"/>
            <p:cNvSpPr/>
            <p:nvPr/>
          </p:nvSpPr>
          <p:spPr>
            <a:xfrm>
              <a:off x="10652183" y="2233113"/>
              <a:ext cx="992155" cy="957156"/>
            </a:xfrm>
            <a:custGeom>
              <a:avLst/>
              <a:gdLst/>
              <a:ahLst/>
              <a:cxnLst/>
              <a:rect l="l" t="t" r="r" b="b"/>
              <a:pathLst>
                <a:path w="992155" h="957156" extrusionOk="0">
                  <a:moveTo>
                    <a:pt x="871990" y="2235"/>
                  </a:moveTo>
                  <a:cubicBezTo>
                    <a:pt x="860813" y="-3139"/>
                    <a:pt x="847399" y="1504"/>
                    <a:pt x="842025" y="12681"/>
                  </a:cubicBezTo>
                  <a:cubicBezTo>
                    <a:pt x="842025" y="12767"/>
                    <a:pt x="841939" y="12853"/>
                    <a:pt x="841896" y="12939"/>
                  </a:cubicBezTo>
                  <a:lnTo>
                    <a:pt x="496639" y="755216"/>
                  </a:lnTo>
                  <a:cubicBezTo>
                    <a:pt x="489502" y="770091"/>
                    <a:pt x="474412" y="779463"/>
                    <a:pt x="457947" y="779377"/>
                  </a:cubicBezTo>
                  <a:cubicBezTo>
                    <a:pt x="370117" y="778990"/>
                    <a:pt x="94762" y="777743"/>
                    <a:pt x="39605" y="776970"/>
                  </a:cubicBezTo>
                  <a:cubicBezTo>
                    <a:pt x="34832" y="776927"/>
                    <a:pt x="30104" y="778044"/>
                    <a:pt x="25891" y="780280"/>
                  </a:cubicBezTo>
                  <a:cubicBezTo>
                    <a:pt x="17250" y="785783"/>
                    <a:pt x="10930" y="794295"/>
                    <a:pt x="8221" y="804183"/>
                  </a:cubicBezTo>
                  <a:cubicBezTo>
                    <a:pt x="5557" y="813985"/>
                    <a:pt x="4094" y="824087"/>
                    <a:pt x="3922" y="834276"/>
                  </a:cubicBezTo>
                  <a:cubicBezTo>
                    <a:pt x="2632" y="857534"/>
                    <a:pt x="1344" y="881781"/>
                    <a:pt x="54" y="905813"/>
                  </a:cubicBezTo>
                  <a:cubicBezTo>
                    <a:pt x="-1107" y="928985"/>
                    <a:pt x="16733" y="948717"/>
                    <a:pt x="39906" y="949878"/>
                  </a:cubicBezTo>
                  <a:cubicBezTo>
                    <a:pt x="40680" y="949878"/>
                    <a:pt x="41496" y="949921"/>
                    <a:pt x="42270" y="949921"/>
                  </a:cubicBezTo>
                  <a:lnTo>
                    <a:pt x="180399" y="949921"/>
                  </a:lnTo>
                  <a:cubicBezTo>
                    <a:pt x="169264" y="949921"/>
                    <a:pt x="440019" y="955037"/>
                    <a:pt x="553042" y="957143"/>
                  </a:cubicBezTo>
                  <a:cubicBezTo>
                    <a:pt x="582319" y="957702"/>
                    <a:pt x="608930" y="940377"/>
                    <a:pt x="620280" y="913379"/>
                  </a:cubicBezTo>
                  <a:lnTo>
                    <a:pt x="990214" y="84519"/>
                  </a:lnTo>
                  <a:cubicBezTo>
                    <a:pt x="995116" y="73513"/>
                    <a:pt x="990429" y="60573"/>
                    <a:pt x="979638" y="55242"/>
                  </a:cubicBezTo>
                  <a:lnTo>
                    <a:pt x="871990" y="2235"/>
                  </a:lnTo>
                  <a:lnTo>
                    <a:pt x="871990" y="223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1" name="Google Shape;901;p61"/>
            <p:cNvSpPr/>
            <p:nvPr/>
          </p:nvSpPr>
          <p:spPr>
            <a:xfrm>
              <a:off x="10651503" y="2232959"/>
              <a:ext cx="993408" cy="958418"/>
            </a:xfrm>
            <a:custGeom>
              <a:avLst/>
              <a:gdLst/>
              <a:ahLst/>
              <a:cxnLst/>
              <a:rect l="l" t="t" r="r" b="b"/>
              <a:pathLst>
                <a:path w="993408" h="958418" extrusionOk="0">
                  <a:moveTo>
                    <a:pt x="872670" y="2388"/>
                  </a:moveTo>
                  <a:lnTo>
                    <a:pt x="879678" y="5741"/>
                  </a:lnTo>
                  <a:lnTo>
                    <a:pt x="900185" y="15715"/>
                  </a:lnTo>
                  <a:lnTo>
                    <a:pt x="979158" y="54407"/>
                  </a:lnTo>
                  <a:cubicBezTo>
                    <a:pt x="983802" y="56384"/>
                    <a:pt x="987671" y="59737"/>
                    <a:pt x="990250" y="64080"/>
                  </a:cubicBezTo>
                  <a:cubicBezTo>
                    <a:pt x="992959" y="68680"/>
                    <a:pt x="993948" y="74053"/>
                    <a:pt x="993130" y="79298"/>
                  </a:cubicBezTo>
                  <a:cubicBezTo>
                    <a:pt x="992658" y="82007"/>
                    <a:pt x="991755" y="84586"/>
                    <a:pt x="990552" y="87037"/>
                  </a:cubicBezTo>
                  <a:lnTo>
                    <a:pt x="987198" y="94560"/>
                  </a:lnTo>
                  <a:cubicBezTo>
                    <a:pt x="984920" y="99633"/>
                    <a:pt x="982641" y="104835"/>
                    <a:pt x="980276" y="110166"/>
                  </a:cubicBezTo>
                  <a:lnTo>
                    <a:pt x="949495" y="179338"/>
                  </a:lnTo>
                  <a:lnTo>
                    <a:pt x="874133" y="348205"/>
                  </a:lnTo>
                  <a:cubicBezTo>
                    <a:pt x="818245" y="473480"/>
                    <a:pt x="751695" y="622915"/>
                    <a:pt x="677493" y="789375"/>
                  </a:cubicBezTo>
                  <a:lnTo>
                    <a:pt x="620358" y="917358"/>
                  </a:lnTo>
                  <a:cubicBezTo>
                    <a:pt x="609525" y="939843"/>
                    <a:pt x="587943" y="955190"/>
                    <a:pt x="563138" y="957985"/>
                  </a:cubicBezTo>
                  <a:cubicBezTo>
                    <a:pt x="556990" y="958457"/>
                    <a:pt x="550843" y="958543"/>
                    <a:pt x="544696" y="958243"/>
                  </a:cubicBezTo>
                  <a:lnTo>
                    <a:pt x="526252" y="957899"/>
                  </a:lnTo>
                  <a:lnTo>
                    <a:pt x="489108" y="957211"/>
                  </a:lnTo>
                  <a:lnTo>
                    <a:pt x="337007" y="954373"/>
                  </a:lnTo>
                  <a:lnTo>
                    <a:pt x="259194" y="952869"/>
                  </a:lnTo>
                  <a:lnTo>
                    <a:pt x="219901" y="952095"/>
                  </a:lnTo>
                  <a:lnTo>
                    <a:pt x="200125" y="951708"/>
                  </a:lnTo>
                  <a:lnTo>
                    <a:pt x="190237" y="951493"/>
                  </a:lnTo>
                  <a:lnTo>
                    <a:pt x="180951" y="951493"/>
                  </a:lnTo>
                  <a:cubicBezTo>
                    <a:pt x="180521" y="951966"/>
                    <a:pt x="180693" y="947194"/>
                    <a:pt x="180951" y="949214"/>
                  </a:cubicBezTo>
                  <a:lnTo>
                    <a:pt x="181295" y="951450"/>
                  </a:lnTo>
                  <a:lnTo>
                    <a:pt x="42951" y="951450"/>
                  </a:lnTo>
                  <a:cubicBezTo>
                    <a:pt x="35944" y="951407"/>
                    <a:pt x="29022" y="949687"/>
                    <a:pt x="22788" y="946420"/>
                  </a:cubicBezTo>
                  <a:cubicBezTo>
                    <a:pt x="10235" y="939757"/>
                    <a:pt x="1766" y="927332"/>
                    <a:pt x="175" y="913231"/>
                  </a:cubicBezTo>
                  <a:cubicBezTo>
                    <a:pt x="-168" y="906439"/>
                    <a:pt x="3" y="899646"/>
                    <a:pt x="605" y="892854"/>
                  </a:cubicBezTo>
                  <a:cubicBezTo>
                    <a:pt x="950" y="886104"/>
                    <a:pt x="1336" y="879398"/>
                    <a:pt x="1680" y="872691"/>
                  </a:cubicBezTo>
                  <a:cubicBezTo>
                    <a:pt x="2411" y="859278"/>
                    <a:pt x="3141" y="845908"/>
                    <a:pt x="3873" y="832624"/>
                  </a:cubicBezTo>
                  <a:cubicBezTo>
                    <a:pt x="4603" y="819426"/>
                    <a:pt x="5721" y="805497"/>
                    <a:pt x="12471" y="793631"/>
                  </a:cubicBezTo>
                  <a:cubicBezTo>
                    <a:pt x="15781" y="787656"/>
                    <a:pt x="20725" y="782712"/>
                    <a:pt x="26701" y="779358"/>
                  </a:cubicBezTo>
                  <a:cubicBezTo>
                    <a:pt x="29753" y="777811"/>
                    <a:pt x="33107" y="776822"/>
                    <a:pt x="36502" y="776435"/>
                  </a:cubicBezTo>
                  <a:cubicBezTo>
                    <a:pt x="39941" y="776048"/>
                    <a:pt x="43166" y="776435"/>
                    <a:pt x="46476" y="776435"/>
                  </a:cubicBezTo>
                  <a:lnTo>
                    <a:pt x="85641" y="776693"/>
                  </a:lnTo>
                  <a:lnTo>
                    <a:pt x="385458" y="778499"/>
                  </a:lnTo>
                  <a:lnTo>
                    <a:pt x="456220" y="778928"/>
                  </a:lnTo>
                  <a:cubicBezTo>
                    <a:pt x="467656" y="779573"/>
                    <a:pt x="478877" y="775489"/>
                    <a:pt x="487260" y="767708"/>
                  </a:cubicBezTo>
                  <a:cubicBezTo>
                    <a:pt x="495858" y="760142"/>
                    <a:pt x="498996" y="748706"/>
                    <a:pt x="504112" y="738646"/>
                  </a:cubicBezTo>
                  <a:lnTo>
                    <a:pt x="559699" y="619046"/>
                  </a:lnTo>
                  <a:lnTo>
                    <a:pt x="659480" y="404738"/>
                  </a:lnTo>
                  <a:cubicBezTo>
                    <a:pt x="720527" y="273573"/>
                    <a:pt x="769923" y="167644"/>
                    <a:pt x="803885" y="94302"/>
                  </a:cubicBezTo>
                  <a:cubicBezTo>
                    <a:pt x="812484" y="76031"/>
                    <a:pt x="820007" y="59909"/>
                    <a:pt x="826628" y="45637"/>
                  </a:cubicBezTo>
                  <a:lnTo>
                    <a:pt x="835742" y="26162"/>
                  </a:lnTo>
                  <a:lnTo>
                    <a:pt x="839697" y="17564"/>
                  </a:lnTo>
                  <a:cubicBezTo>
                    <a:pt x="840815" y="14984"/>
                    <a:pt x="842105" y="12448"/>
                    <a:pt x="843524" y="10040"/>
                  </a:cubicBezTo>
                  <a:cubicBezTo>
                    <a:pt x="846146" y="6085"/>
                    <a:pt x="849972" y="3076"/>
                    <a:pt x="854442" y="1442"/>
                  </a:cubicBezTo>
                  <a:cubicBezTo>
                    <a:pt x="857624" y="238"/>
                    <a:pt x="861063" y="-235"/>
                    <a:pt x="864460" y="109"/>
                  </a:cubicBezTo>
                  <a:cubicBezTo>
                    <a:pt x="866523" y="281"/>
                    <a:pt x="868544" y="754"/>
                    <a:pt x="870478" y="1528"/>
                  </a:cubicBezTo>
                  <a:lnTo>
                    <a:pt x="872370" y="2388"/>
                  </a:lnTo>
                  <a:cubicBezTo>
                    <a:pt x="869876" y="1270"/>
                    <a:pt x="867212" y="582"/>
                    <a:pt x="864460" y="324"/>
                  </a:cubicBezTo>
                  <a:cubicBezTo>
                    <a:pt x="861063" y="23"/>
                    <a:pt x="857667" y="539"/>
                    <a:pt x="854529" y="1743"/>
                  </a:cubicBezTo>
                  <a:cubicBezTo>
                    <a:pt x="850186" y="3420"/>
                    <a:pt x="846447" y="6429"/>
                    <a:pt x="843910" y="10341"/>
                  </a:cubicBezTo>
                  <a:cubicBezTo>
                    <a:pt x="842492" y="12749"/>
                    <a:pt x="841245" y="15285"/>
                    <a:pt x="840170" y="17865"/>
                  </a:cubicBezTo>
                  <a:lnTo>
                    <a:pt x="836214" y="26463"/>
                  </a:lnTo>
                  <a:lnTo>
                    <a:pt x="827230" y="46023"/>
                  </a:lnTo>
                  <a:cubicBezTo>
                    <a:pt x="820695" y="60124"/>
                    <a:pt x="813129" y="76418"/>
                    <a:pt x="804660" y="94775"/>
                  </a:cubicBezTo>
                  <a:lnTo>
                    <a:pt x="660727" y="405340"/>
                  </a:lnTo>
                  <a:cubicBezTo>
                    <a:pt x="630290" y="470857"/>
                    <a:pt x="596972" y="542652"/>
                    <a:pt x="561203" y="619734"/>
                  </a:cubicBezTo>
                  <a:cubicBezTo>
                    <a:pt x="543320" y="658297"/>
                    <a:pt x="524833" y="698149"/>
                    <a:pt x="505746" y="739205"/>
                  </a:cubicBezTo>
                  <a:cubicBezTo>
                    <a:pt x="503381" y="744321"/>
                    <a:pt x="500973" y="749480"/>
                    <a:pt x="498609" y="754639"/>
                  </a:cubicBezTo>
                  <a:cubicBezTo>
                    <a:pt x="496202" y="759970"/>
                    <a:pt x="492762" y="764828"/>
                    <a:pt x="488506" y="768826"/>
                  </a:cubicBezTo>
                  <a:cubicBezTo>
                    <a:pt x="479736" y="776994"/>
                    <a:pt x="468043" y="781250"/>
                    <a:pt x="456091" y="780648"/>
                  </a:cubicBezTo>
                  <a:lnTo>
                    <a:pt x="385329" y="780261"/>
                  </a:lnTo>
                  <a:lnTo>
                    <a:pt x="85469" y="778584"/>
                  </a:lnTo>
                  <a:lnTo>
                    <a:pt x="46304" y="778584"/>
                  </a:lnTo>
                  <a:cubicBezTo>
                    <a:pt x="43037" y="778584"/>
                    <a:pt x="39683" y="778370"/>
                    <a:pt x="36588" y="778584"/>
                  </a:cubicBezTo>
                  <a:cubicBezTo>
                    <a:pt x="33450" y="778971"/>
                    <a:pt x="30398" y="779874"/>
                    <a:pt x="27561" y="781293"/>
                  </a:cubicBezTo>
                  <a:cubicBezTo>
                    <a:pt x="21972" y="784431"/>
                    <a:pt x="17371" y="789074"/>
                    <a:pt x="14276" y="794706"/>
                  </a:cubicBezTo>
                  <a:cubicBezTo>
                    <a:pt x="7698" y="806013"/>
                    <a:pt x="6538" y="819512"/>
                    <a:pt x="5678" y="832710"/>
                  </a:cubicBezTo>
                  <a:cubicBezTo>
                    <a:pt x="4818" y="845908"/>
                    <a:pt x="4259" y="859364"/>
                    <a:pt x="3528" y="872777"/>
                  </a:cubicBezTo>
                  <a:cubicBezTo>
                    <a:pt x="3184" y="879484"/>
                    <a:pt x="2798" y="886190"/>
                    <a:pt x="2454" y="892897"/>
                  </a:cubicBezTo>
                  <a:cubicBezTo>
                    <a:pt x="1852" y="899560"/>
                    <a:pt x="1723" y="906267"/>
                    <a:pt x="1981" y="912930"/>
                  </a:cubicBezTo>
                  <a:cubicBezTo>
                    <a:pt x="3528" y="926343"/>
                    <a:pt x="11568" y="938080"/>
                    <a:pt x="23477" y="944400"/>
                  </a:cubicBezTo>
                  <a:cubicBezTo>
                    <a:pt x="29366" y="947495"/>
                    <a:pt x="35944" y="949129"/>
                    <a:pt x="42607" y="949172"/>
                  </a:cubicBezTo>
                  <a:lnTo>
                    <a:pt x="180736" y="949172"/>
                  </a:lnTo>
                  <a:lnTo>
                    <a:pt x="180736" y="951407"/>
                  </a:lnTo>
                  <a:cubicBezTo>
                    <a:pt x="180393" y="953213"/>
                    <a:pt x="180436" y="948527"/>
                    <a:pt x="180736" y="949214"/>
                  </a:cubicBezTo>
                  <a:lnTo>
                    <a:pt x="189979" y="949214"/>
                  </a:lnTo>
                  <a:lnTo>
                    <a:pt x="199866" y="949429"/>
                  </a:lnTo>
                  <a:lnTo>
                    <a:pt x="219643" y="949816"/>
                  </a:lnTo>
                  <a:lnTo>
                    <a:pt x="258936" y="950590"/>
                  </a:lnTo>
                  <a:lnTo>
                    <a:pt x="336749" y="952095"/>
                  </a:lnTo>
                  <a:lnTo>
                    <a:pt x="488636" y="955018"/>
                  </a:lnTo>
                  <a:lnTo>
                    <a:pt x="525779" y="955706"/>
                  </a:lnTo>
                  <a:lnTo>
                    <a:pt x="544222" y="956050"/>
                  </a:lnTo>
                  <a:cubicBezTo>
                    <a:pt x="550283" y="956394"/>
                    <a:pt x="556346" y="956308"/>
                    <a:pt x="562407" y="955792"/>
                  </a:cubicBezTo>
                  <a:cubicBezTo>
                    <a:pt x="586611" y="953170"/>
                    <a:pt x="607763" y="938252"/>
                    <a:pt x="618295" y="916284"/>
                  </a:cubicBezTo>
                  <a:cubicBezTo>
                    <a:pt x="637813" y="872648"/>
                    <a:pt x="656858" y="830044"/>
                    <a:pt x="675473" y="788429"/>
                  </a:cubicBezTo>
                  <a:lnTo>
                    <a:pt x="872670" y="347431"/>
                  </a:lnTo>
                  <a:cubicBezTo>
                    <a:pt x="900657" y="284880"/>
                    <a:pt x="925936" y="228304"/>
                    <a:pt x="948162" y="178693"/>
                  </a:cubicBezTo>
                  <a:cubicBezTo>
                    <a:pt x="959254" y="153887"/>
                    <a:pt x="969572" y="130887"/>
                    <a:pt x="979115" y="109607"/>
                  </a:cubicBezTo>
                  <a:lnTo>
                    <a:pt x="986080" y="94044"/>
                  </a:lnTo>
                  <a:cubicBezTo>
                    <a:pt x="987198" y="91508"/>
                    <a:pt x="988316" y="88971"/>
                    <a:pt x="989434" y="86521"/>
                  </a:cubicBezTo>
                  <a:cubicBezTo>
                    <a:pt x="990638" y="84156"/>
                    <a:pt x="991497" y="81663"/>
                    <a:pt x="991970" y="79040"/>
                  </a:cubicBezTo>
                  <a:cubicBezTo>
                    <a:pt x="992787" y="73967"/>
                    <a:pt x="991842" y="68809"/>
                    <a:pt x="989262" y="64380"/>
                  </a:cubicBezTo>
                  <a:cubicBezTo>
                    <a:pt x="986768" y="60210"/>
                    <a:pt x="983028" y="56943"/>
                    <a:pt x="978557" y="55052"/>
                  </a:cubicBezTo>
                  <a:lnTo>
                    <a:pt x="899798" y="16102"/>
                  </a:lnTo>
                  <a:lnTo>
                    <a:pt x="879377" y="5913"/>
                  </a:lnTo>
                  <a:cubicBezTo>
                    <a:pt x="874863" y="3635"/>
                    <a:pt x="872670" y="2388"/>
                    <a:pt x="872670" y="2388"/>
                  </a:cubicBezTo>
                  <a:lnTo>
                    <a:pt x="872670" y="238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2" name="Google Shape;902;p61"/>
            <p:cNvSpPr/>
            <p:nvPr/>
          </p:nvSpPr>
          <p:spPr>
            <a:xfrm>
              <a:off x="10697420" y="2261013"/>
              <a:ext cx="878685" cy="838833"/>
            </a:xfrm>
            <a:custGeom>
              <a:avLst/>
              <a:gdLst/>
              <a:ahLst/>
              <a:cxnLst/>
              <a:rect l="l" t="t" r="r" b="b"/>
              <a:pathLst>
                <a:path w="878685" h="838833" extrusionOk="0">
                  <a:moveTo>
                    <a:pt x="878686" y="0"/>
                  </a:moveTo>
                  <a:cubicBezTo>
                    <a:pt x="878686" y="0"/>
                    <a:pt x="878214" y="1161"/>
                    <a:pt x="877224" y="3439"/>
                  </a:cubicBezTo>
                  <a:cubicBezTo>
                    <a:pt x="876235" y="5718"/>
                    <a:pt x="874645" y="9157"/>
                    <a:pt x="872668" y="13542"/>
                  </a:cubicBezTo>
                  <a:cubicBezTo>
                    <a:pt x="868626" y="22398"/>
                    <a:pt x="862650" y="35424"/>
                    <a:pt x="855041" y="52234"/>
                  </a:cubicBezTo>
                  <a:lnTo>
                    <a:pt x="789781" y="194103"/>
                  </a:lnTo>
                  <a:cubicBezTo>
                    <a:pt x="734452" y="313918"/>
                    <a:pt x="658057" y="479389"/>
                    <a:pt x="573710" y="662142"/>
                  </a:cubicBezTo>
                  <a:lnTo>
                    <a:pt x="532439" y="751391"/>
                  </a:lnTo>
                  <a:lnTo>
                    <a:pt x="498046" y="838146"/>
                  </a:lnTo>
                  <a:lnTo>
                    <a:pt x="497789" y="838834"/>
                  </a:lnTo>
                  <a:lnTo>
                    <a:pt x="497058" y="838834"/>
                  </a:lnTo>
                  <a:lnTo>
                    <a:pt x="111990" y="838447"/>
                  </a:lnTo>
                  <a:lnTo>
                    <a:pt x="0" y="838103"/>
                  </a:lnTo>
                  <a:lnTo>
                    <a:pt x="0" y="838103"/>
                  </a:lnTo>
                  <a:lnTo>
                    <a:pt x="111990" y="837802"/>
                  </a:lnTo>
                  <a:lnTo>
                    <a:pt x="497058" y="837415"/>
                  </a:lnTo>
                  <a:lnTo>
                    <a:pt x="496026" y="838103"/>
                  </a:lnTo>
                  <a:cubicBezTo>
                    <a:pt x="507161" y="810073"/>
                    <a:pt x="518725" y="781055"/>
                    <a:pt x="530418" y="751262"/>
                  </a:cubicBezTo>
                  <a:lnTo>
                    <a:pt x="571690" y="661970"/>
                  </a:lnTo>
                  <a:lnTo>
                    <a:pt x="788362" y="194189"/>
                  </a:lnTo>
                  <a:cubicBezTo>
                    <a:pt x="816177" y="134389"/>
                    <a:pt x="838704" y="86024"/>
                    <a:pt x="854267" y="52320"/>
                  </a:cubicBezTo>
                  <a:lnTo>
                    <a:pt x="872280" y="13843"/>
                  </a:lnTo>
                  <a:lnTo>
                    <a:pt x="877053" y="3869"/>
                  </a:lnTo>
                  <a:cubicBezTo>
                    <a:pt x="878084" y="1118"/>
                    <a:pt x="878686" y="0"/>
                    <a:pt x="878686" y="0"/>
                  </a:cubicBezTo>
                  <a:lnTo>
                    <a:pt x="87868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3" name="Google Shape;903;p61"/>
            <p:cNvSpPr/>
            <p:nvPr/>
          </p:nvSpPr>
          <p:spPr>
            <a:xfrm>
              <a:off x="11186653" y="2870105"/>
              <a:ext cx="173037" cy="129057"/>
            </a:xfrm>
            <a:custGeom>
              <a:avLst/>
              <a:gdLst/>
              <a:ahLst/>
              <a:cxnLst/>
              <a:rect l="l" t="t" r="r" b="b"/>
              <a:pathLst>
                <a:path w="173037" h="129057" extrusionOk="0">
                  <a:moveTo>
                    <a:pt x="0" y="36843"/>
                  </a:moveTo>
                  <a:cubicBezTo>
                    <a:pt x="0" y="36843"/>
                    <a:pt x="88992" y="24720"/>
                    <a:pt x="102232" y="40239"/>
                  </a:cubicBezTo>
                  <a:cubicBezTo>
                    <a:pt x="115473" y="55759"/>
                    <a:pt x="151542" y="129058"/>
                    <a:pt x="151542" y="129058"/>
                  </a:cubicBezTo>
                  <a:lnTo>
                    <a:pt x="173037" y="90753"/>
                  </a:lnTo>
                  <a:lnTo>
                    <a:pt x="146642" y="7308"/>
                  </a:lnTo>
                  <a:lnTo>
                    <a:pt x="80393" y="0"/>
                  </a:lnTo>
                  <a:lnTo>
                    <a:pt x="17111" y="0"/>
                  </a:lnTo>
                  <a:lnTo>
                    <a:pt x="0" y="36843"/>
                  </a:lnTo>
                  <a:lnTo>
                    <a:pt x="0" y="36843"/>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4" name="Google Shape;904;p61"/>
            <p:cNvSpPr/>
            <p:nvPr/>
          </p:nvSpPr>
          <p:spPr>
            <a:xfrm>
              <a:off x="10810872" y="3010426"/>
              <a:ext cx="65131" cy="172650"/>
            </a:xfrm>
            <a:custGeom>
              <a:avLst/>
              <a:gdLst/>
              <a:ahLst/>
              <a:cxnLst/>
              <a:rect l="l" t="t" r="r" b="b"/>
              <a:pathLst>
                <a:path w="65131" h="172650" extrusionOk="0">
                  <a:moveTo>
                    <a:pt x="65131" y="0"/>
                  </a:moveTo>
                  <a:lnTo>
                    <a:pt x="21624" y="172651"/>
                  </a:lnTo>
                  <a:lnTo>
                    <a:pt x="0" y="172651"/>
                  </a:lnTo>
                  <a:lnTo>
                    <a:pt x="40369" y="0"/>
                  </a:lnTo>
                  <a:lnTo>
                    <a:pt x="65131"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5" name="Google Shape;905;p61"/>
            <p:cNvSpPr/>
            <p:nvPr/>
          </p:nvSpPr>
          <p:spPr>
            <a:xfrm>
              <a:off x="11405508" y="2242870"/>
              <a:ext cx="91850" cy="195695"/>
            </a:xfrm>
            <a:custGeom>
              <a:avLst/>
              <a:gdLst/>
              <a:ahLst/>
              <a:cxnLst/>
              <a:rect l="l" t="t" r="r" b="b"/>
              <a:pathLst>
                <a:path w="91850" h="195695" extrusionOk="0">
                  <a:moveTo>
                    <a:pt x="91839" y="1"/>
                  </a:moveTo>
                  <a:cubicBezTo>
                    <a:pt x="92398" y="259"/>
                    <a:pt x="72279" y="44282"/>
                    <a:pt x="46957" y="98321"/>
                  </a:cubicBezTo>
                  <a:cubicBezTo>
                    <a:pt x="21636" y="152360"/>
                    <a:pt x="570" y="195953"/>
                    <a:pt x="11" y="195695"/>
                  </a:cubicBezTo>
                  <a:cubicBezTo>
                    <a:pt x="-548" y="195437"/>
                    <a:pt x="19786" y="151414"/>
                    <a:pt x="44893" y="97590"/>
                  </a:cubicBezTo>
                  <a:cubicBezTo>
                    <a:pt x="70000" y="43766"/>
                    <a:pt x="91280" y="-257"/>
                    <a:pt x="91839" y="1"/>
                  </a:cubicBezTo>
                  <a:lnTo>
                    <a:pt x="91839" y="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6" name="Google Shape;906;p61"/>
            <p:cNvSpPr/>
            <p:nvPr/>
          </p:nvSpPr>
          <p:spPr>
            <a:xfrm>
              <a:off x="10715390" y="2852752"/>
              <a:ext cx="831912" cy="611354"/>
            </a:xfrm>
            <a:custGeom>
              <a:avLst/>
              <a:gdLst/>
              <a:ahLst/>
              <a:cxnLst/>
              <a:rect l="l" t="t" r="r" b="b"/>
              <a:pathLst>
                <a:path w="831912" h="611354" extrusionOk="0">
                  <a:moveTo>
                    <a:pt x="646279" y="56087"/>
                  </a:moveTo>
                  <a:cubicBezTo>
                    <a:pt x="635875" y="24790"/>
                    <a:pt x="605395" y="3467"/>
                    <a:pt x="570443" y="2994"/>
                  </a:cubicBezTo>
                  <a:cubicBezTo>
                    <a:pt x="551657" y="2779"/>
                    <a:pt x="529000" y="2392"/>
                    <a:pt x="504968" y="2005"/>
                  </a:cubicBezTo>
                  <a:cubicBezTo>
                    <a:pt x="411593" y="501"/>
                    <a:pt x="295389" y="-1391"/>
                    <a:pt x="241866" y="1532"/>
                  </a:cubicBezTo>
                  <a:cubicBezTo>
                    <a:pt x="190277" y="4370"/>
                    <a:pt x="159581" y="27327"/>
                    <a:pt x="142987" y="46114"/>
                  </a:cubicBezTo>
                  <a:cubicBezTo>
                    <a:pt x="132153" y="58065"/>
                    <a:pt x="124072" y="72209"/>
                    <a:pt x="119213" y="87557"/>
                  </a:cubicBezTo>
                  <a:lnTo>
                    <a:pt x="119213" y="88244"/>
                  </a:lnTo>
                  <a:cubicBezTo>
                    <a:pt x="80521" y="261841"/>
                    <a:pt x="2708" y="600349"/>
                    <a:pt x="0" y="610839"/>
                  </a:cubicBezTo>
                  <a:lnTo>
                    <a:pt x="38692" y="611355"/>
                  </a:lnTo>
                  <a:cubicBezTo>
                    <a:pt x="41701" y="600263"/>
                    <a:pt x="141611" y="149463"/>
                    <a:pt x="153606" y="95467"/>
                  </a:cubicBezTo>
                  <a:cubicBezTo>
                    <a:pt x="155111" y="90523"/>
                    <a:pt x="172650" y="38375"/>
                    <a:pt x="243886" y="34463"/>
                  </a:cubicBezTo>
                  <a:cubicBezTo>
                    <a:pt x="296034" y="31583"/>
                    <a:pt x="411550" y="33474"/>
                    <a:pt x="504324" y="34979"/>
                  </a:cubicBezTo>
                  <a:cubicBezTo>
                    <a:pt x="528355" y="35409"/>
                    <a:pt x="551054" y="35753"/>
                    <a:pt x="569928" y="36011"/>
                  </a:cubicBezTo>
                  <a:cubicBezTo>
                    <a:pt x="589058" y="35882"/>
                    <a:pt x="606212" y="47833"/>
                    <a:pt x="612660" y="65889"/>
                  </a:cubicBezTo>
                  <a:lnTo>
                    <a:pt x="793221" y="610753"/>
                  </a:lnTo>
                  <a:lnTo>
                    <a:pt x="831913" y="610753"/>
                  </a:lnTo>
                  <a:lnTo>
                    <a:pt x="646279" y="56087"/>
                  </a:lnTo>
                  <a:lnTo>
                    <a:pt x="646279" y="56087"/>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7" name="Google Shape;907;p61"/>
            <p:cNvSpPr/>
            <p:nvPr/>
          </p:nvSpPr>
          <p:spPr>
            <a:xfrm>
              <a:off x="10714143" y="2852205"/>
              <a:ext cx="834406" cy="613062"/>
            </a:xfrm>
            <a:custGeom>
              <a:avLst/>
              <a:gdLst/>
              <a:ahLst/>
              <a:cxnLst/>
              <a:rect l="l" t="t" r="r" b="b"/>
              <a:pathLst>
                <a:path w="834406" h="613062" extrusionOk="0">
                  <a:moveTo>
                    <a:pt x="647526" y="56634"/>
                  </a:moveTo>
                  <a:cubicBezTo>
                    <a:pt x="647526" y="56634"/>
                    <a:pt x="648730" y="59901"/>
                    <a:pt x="650921" y="66393"/>
                  </a:cubicBezTo>
                  <a:cubicBezTo>
                    <a:pt x="653114" y="72885"/>
                    <a:pt x="656381" y="82515"/>
                    <a:pt x="660680" y="95111"/>
                  </a:cubicBezTo>
                  <a:lnTo>
                    <a:pt x="697868" y="205511"/>
                  </a:lnTo>
                  <a:lnTo>
                    <a:pt x="834062" y="611042"/>
                  </a:lnTo>
                  <a:lnTo>
                    <a:pt x="834406" y="612160"/>
                  </a:lnTo>
                  <a:lnTo>
                    <a:pt x="793694" y="612160"/>
                  </a:lnTo>
                  <a:lnTo>
                    <a:pt x="793694" y="611558"/>
                  </a:lnTo>
                  <a:cubicBezTo>
                    <a:pt x="748468" y="475277"/>
                    <a:pt x="696449" y="318318"/>
                    <a:pt x="639701" y="147259"/>
                  </a:cubicBezTo>
                  <a:lnTo>
                    <a:pt x="618206" y="82386"/>
                  </a:lnTo>
                  <a:lnTo>
                    <a:pt x="612703" y="66006"/>
                  </a:lnTo>
                  <a:cubicBezTo>
                    <a:pt x="610855" y="60675"/>
                    <a:pt x="607931" y="55817"/>
                    <a:pt x="604105" y="51690"/>
                  </a:cubicBezTo>
                  <a:cubicBezTo>
                    <a:pt x="596108" y="43393"/>
                    <a:pt x="585233" y="38449"/>
                    <a:pt x="573710" y="37890"/>
                  </a:cubicBezTo>
                  <a:lnTo>
                    <a:pt x="430723" y="35655"/>
                  </a:lnTo>
                  <a:cubicBezTo>
                    <a:pt x="382273" y="35053"/>
                    <a:pt x="333092" y="34408"/>
                    <a:pt x="283309" y="35139"/>
                  </a:cubicBezTo>
                  <a:cubicBezTo>
                    <a:pt x="270841" y="35354"/>
                    <a:pt x="258374" y="35612"/>
                    <a:pt x="245863" y="36300"/>
                  </a:cubicBezTo>
                  <a:cubicBezTo>
                    <a:pt x="233440" y="36988"/>
                    <a:pt x="221144" y="39438"/>
                    <a:pt x="209407" y="43651"/>
                  </a:cubicBezTo>
                  <a:cubicBezTo>
                    <a:pt x="185376" y="52120"/>
                    <a:pt x="166160" y="70477"/>
                    <a:pt x="156572" y="94079"/>
                  </a:cubicBezTo>
                  <a:cubicBezTo>
                    <a:pt x="156272" y="94810"/>
                    <a:pt x="156013" y="95584"/>
                    <a:pt x="155798" y="96358"/>
                  </a:cubicBezTo>
                  <a:lnTo>
                    <a:pt x="155798" y="96358"/>
                  </a:lnTo>
                  <a:cubicBezTo>
                    <a:pt x="115473" y="277391"/>
                    <a:pt x="76653" y="451590"/>
                    <a:pt x="40841" y="612246"/>
                  </a:cubicBezTo>
                  <a:lnTo>
                    <a:pt x="40841" y="613063"/>
                  </a:lnTo>
                  <a:lnTo>
                    <a:pt x="39982" y="613063"/>
                  </a:lnTo>
                  <a:lnTo>
                    <a:pt x="1290" y="612547"/>
                  </a:lnTo>
                  <a:lnTo>
                    <a:pt x="0" y="612547"/>
                  </a:lnTo>
                  <a:lnTo>
                    <a:pt x="301" y="611257"/>
                  </a:lnTo>
                  <a:lnTo>
                    <a:pt x="101071" y="170216"/>
                  </a:lnTo>
                  <a:cubicBezTo>
                    <a:pt x="104855" y="153664"/>
                    <a:pt x="108594" y="137328"/>
                    <a:pt x="112292" y="121249"/>
                  </a:cubicBezTo>
                  <a:cubicBezTo>
                    <a:pt x="114140" y="113210"/>
                    <a:pt x="115989" y="105214"/>
                    <a:pt x="117752" y="97303"/>
                  </a:cubicBezTo>
                  <a:cubicBezTo>
                    <a:pt x="118741" y="93348"/>
                    <a:pt x="119342" y="89393"/>
                    <a:pt x="120675" y="85481"/>
                  </a:cubicBezTo>
                  <a:cubicBezTo>
                    <a:pt x="121965" y="81655"/>
                    <a:pt x="123512" y="77915"/>
                    <a:pt x="125275" y="74260"/>
                  </a:cubicBezTo>
                  <a:cubicBezTo>
                    <a:pt x="132196" y="59988"/>
                    <a:pt x="141740" y="47176"/>
                    <a:pt x="153476" y="36515"/>
                  </a:cubicBezTo>
                  <a:cubicBezTo>
                    <a:pt x="164827" y="26240"/>
                    <a:pt x="177939" y="18115"/>
                    <a:pt x="192168" y="12440"/>
                  </a:cubicBezTo>
                  <a:cubicBezTo>
                    <a:pt x="205797" y="7023"/>
                    <a:pt x="220112" y="3541"/>
                    <a:pt x="234686" y="2165"/>
                  </a:cubicBezTo>
                  <a:cubicBezTo>
                    <a:pt x="249002" y="875"/>
                    <a:pt x="262974" y="703"/>
                    <a:pt x="276645" y="359"/>
                  </a:cubicBezTo>
                  <a:cubicBezTo>
                    <a:pt x="304030" y="-113"/>
                    <a:pt x="330169" y="-27"/>
                    <a:pt x="355017" y="102"/>
                  </a:cubicBezTo>
                  <a:cubicBezTo>
                    <a:pt x="404715" y="445"/>
                    <a:pt x="449296" y="1219"/>
                    <a:pt x="488288" y="1907"/>
                  </a:cubicBezTo>
                  <a:lnTo>
                    <a:pt x="542328" y="2810"/>
                  </a:lnTo>
                  <a:lnTo>
                    <a:pt x="566058" y="3197"/>
                  </a:lnTo>
                  <a:cubicBezTo>
                    <a:pt x="573281" y="3068"/>
                    <a:pt x="580460" y="3670"/>
                    <a:pt x="587553" y="4959"/>
                  </a:cubicBezTo>
                  <a:cubicBezTo>
                    <a:pt x="593831" y="6163"/>
                    <a:pt x="599935" y="8098"/>
                    <a:pt x="605781" y="10720"/>
                  </a:cubicBezTo>
                  <a:cubicBezTo>
                    <a:pt x="610898" y="12999"/>
                    <a:pt x="615755" y="15836"/>
                    <a:pt x="620313" y="19103"/>
                  </a:cubicBezTo>
                  <a:cubicBezTo>
                    <a:pt x="629899" y="26068"/>
                    <a:pt x="637810" y="35096"/>
                    <a:pt x="643356" y="45586"/>
                  </a:cubicBezTo>
                  <a:cubicBezTo>
                    <a:pt x="644473" y="47993"/>
                    <a:pt x="645506" y="49885"/>
                    <a:pt x="646150" y="51647"/>
                  </a:cubicBezTo>
                  <a:cubicBezTo>
                    <a:pt x="647397" y="55044"/>
                    <a:pt x="647998" y="56763"/>
                    <a:pt x="647998" y="56763"/>
                  </a:cubicBezTo>
                  <a:lnTo>
                    <a:pt x="645978" y="51733"/>
                  </a:lnTo>
                  <a:cubicBezTo>
                    <a:pt x="645333" y="50057"/>
                    <a:pt x="644259" y="48122"/>
                    <a:pt x="643141" y="45715"/>
                  </a:cubicBezTo>
                  <a:cubicBezTo>
                    <a:pt x="641636" y="43006"/>
                    <a:pt x="640003" y="40384"/>
                    <a:pt x="638239" y="37890"/>
                  </a:cubicBezTo>
                  <a:cubicBezTo>
                    <a:pt x="633253" y="30797"/>
                    <a:pt x="627062" y="24563"/>
                    <a:pt x="620011" y="19533"/>
                  </a:cubicBezTo>
                  <a:cubicBezTo>
                    <a:pt x="615497" y="16309"/>
                    <a:pt x="610640" y="13515"/>
                    <a:pt x="605524" y="11279"/>
                  </a:cubicBezTo>
                  <a:cubicBezTo>
                    <a:pt x="599720" y="8700"/>
                    <a:pt x="593659" y="6808"/>
                    <a:pt x="587425" y="5647"/>
                  </a:cubicBezTo>
                  <a:cubicBezTo>
                    <a:pt x="580417" y="4401"/>
                    <a:pt x="573324" y="3842"/>
                    <a:pt x="566187" y="3971"/>
                  </a:cubicBezTo>
                  <a:lnTo>
                    <a:pt x="542456" y="3670"/>
                  </a:lnTo>
                  <a:lnTo>
                    <a:pt x="488417" y="2896"/>
                  </a:lnTo>
                  <a:cubicBezTo>
                    <a:pt x="449511" y="2337"/>
                    <a:pt x="404929" y="1649"/>
                    <a:pt x="355146" y="1391"/>
                  </a:cubicBezTo>
                  <a:cubicBezTo>
                    <a:pt x="330298" y="1391"/>
                    <a:pt x="304159" y="1391"/>
                    <a:pt x="276818" y="1821"/>
                  </a:cubicBezTo>
                  <a:cubicBezTo>
                    <a:pt x="263146" y="2122"/>
                    <a:pt x="249131" y="2380"/>
                    <a:pt x="234987" y="3627"/>
                  </a:cubicBezTo>
                  <a:cubicBezTo>
                    <a:pt x="220542" y="5045"/>
                    <a:pt x="206398" y="8485"/>
                    <a:pt x="192900" y="13859"/>
                  </a:cubicBezTo>
                  <a:cubicBezTo>
                    <a:pt x="178928" y="19490"/>
                    <a:pt x="166030" y="27573"/>
                    <a:pt x="154852" y="37718"/>
                  </a:cubicBezTo>
                  <a:cubicBezTo>
                    <a:pt x="143288" y="48251"/>
                    <a:pt x="133831" y="60890"/>
                    <a:pt x="127038" y="74948"/>
                  </a:cubicBezTo>
                  <a:cubicBezTo>
                    <a:pt x="125403" y="78560"/>
                    <a:pt x="123942" y="82214"/>
                    <a:pt x="122739" y="85997"/>
                  </a:cubicBezTo>
                  <a:cubicBezTo>
                    <a:pt x="121535" y="89694"/>
                    <a:pt x="120847" y="93778"/>
                    <a:pt x="119902" y="97690"/>
                  </a:cubicBezTo>
                  <a:cubicBezTo>
                    <a:pt x="118095" y="105601"/>
                    <a:pt x="116290" y="113597"/>
                    <a:pt x="114442" y="121636"/>
                  </a:cubicBezTo>
                  <a:cubicBezTo>
                    <a:pt x="110787" y="137715"/>
                    <a:pt x="107089" y="154051"/>
                    <a:pt x="103307" y="170645"/>
                  </a:cubicBezTo>
                  <a:cubicBezTo>
                    <a:pt x="73213" y="303358"/>
                    <a:pt x="39251" y="451804"/>
                    <a:pt x="2795" y="611773"/>
                  </a:cubicBezTo>
                  <a:lnTo>
                    <a:pt x="1805" y="610440"/>
                  </a:lnTo>
                  <a:lnTo>
                    <a:pt x="40497" y="610956"/>
                  </a:lnTo>
                  <a:lnTo>
                    <a:pt x="39465" y="611730"/>
                  </a:lnTo>
                  <a:cubicBezTo>
                    <a:pt x="75191" y="451117"/>
                    <a:pt x="113968" y="276918"/>
                    <a:pt x="154251" y="95842"/>
                  </a:cubicBezTo>
                  <a:lnTo>
                    <a:pt x="154251" y="95842"/>
                  </a:lnTo>
                  <a:cubicBezTo>
                    <a:pt x="154508" y="95068"/>
                    <a:pt x="154766" y="94251"/>
                    <a:pt x="155068" y="93477"/>
                  </a:cubicBezTo>
                  <a:cubicBezTo>
                    <a:pt x="164568" y="69359"/>
                    <a:pt x="183871" y="50401"/>
                    <a:pt x="208160" y="41373"/>
                  </a:cubicBezTo>
                  <a:cubicBezTo>
                    <a:pt x="220155" y="37116"/>
                    <a:pt x="232666" y="34580"/>
                    <a:pt x="245348" y="33892"/>
                  </a:cubicBezTo>
                  <a:cubicBezTo>
                    <a:pt x="257858" y="33204"/>
                    <a:pt x="270369" y="32946"/>
                    <a:pt x="282836" y="32731"/>
                  </a:cubicBezTo>
                  <a:cubicBezTo>
                    <a:pt x="332662" y="32044"/>
                    <a:pt x="381714" y="32731"/>
                    <a:pt x="430337" y="33290"/>
                  </a:cubicBezTo>
                  <a:lnTo>
                    <a:pt x="573410" y="35569"/>
                  </a:lnTo>
                  <a:cubicBezTo>
                    <a:pt x="585490" y="36171"/>
                    <a:pt x="596840" y="41330"/>
                    <a:pt x="605223" y="50057"/>
                  </a:cubicBezTo>
                  <a:cubicBezTo>
                    <a:pt x="609350" y="54356"/>
                    <a:pt x="612488" y="59472"/>
                    <a:pt x="614508" y="65103"/>
                  </a:cubicBezTo>
                  <a:cubicBezTo>
                    <a:pt x="616358" y="70606"/>
                    <a:pt x="618206" y="76066"/>
                    <a:pt x="620011" y="81526"/>
                  </a:cubicBezTo>
                  <a:cubicBezTo>
                    <a:pt x="627235" y="103365"/>
                    <a:pt x="634414" y="124989"/>
                    <a:pt x="641507" y="146399"/>
                  </a:cubicBezTo>
                  <a:lnTo>
                    <a:pt x="795155" y="611042"/>
                  </a:lnTo>
                  <a:lnTo>
                    <a:pt x="794339" y="610440"/>
                  </a:lnTo>
                  <a:lnTo>
                    <a:pt x="833030" y="610440"/>
                  </a:lnTo>
                  <a:lnTo>
                    <a:pt x="832257" y="611515"/>
                  </a:lnTo>
                  <a:cubicBezTo>
                    <a:pt x="775122" y="440455"/>
                    <a:pt x="728821" y="301724"/>
                    <a:pt x="696750" y="205769"/>
                  </a:cubicBezTo>
                  <a:cubicBezTo>
                    <a:pt x="680801" y="157791"/>
                    <a:pt x="668419" y="120518"/>
                    <a:pt x="659993" y="95240"/>
                  </a:cubicBezTo>
                  <a:lnTo>
                    <a:pt x="650492" y="66436"/>
                  </a:lnTo>
                  <a:cubicBezTo>
                    <a:pt x="648558" y="59988"/>
                    <a:pt x="647526" y="56634"/>
                    <a:pt x="647526" y="5663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908" name="Google Shape;908;p61"/>
          <p:cNvSpPr/>
          <p:nvPr/>
        </p:nvSpPr>
        <p:spPr>
          <a:xfrm>
            <a:off x="1214124" y="3064250"/>
            <a:ext cx="1626300" cy="502500"/>
          </a:xfrm>
          <a:prstGeom prst="roundRect">
            <a:avLst>
              <a:gd name="adj" fmla="val 50000"/>
            </a:avLst>
          </a:prstGeom>
          <a:solidFill>
            <a:schemeClr val="dk2"/>
          </a:solid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61"/>
          <p:cNvSpPr/>
          <p:nvPr/>
        </p:nvSpPr>
        <p:spPr>
          <a:xfrm>
            <a:off x="6414074" y="1630850"/>
            <a:ext cx="16263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61"/>
          <p:cNvSpPr/>
          <p:nvPr/>
        </p:nvSpPr>
        <p:spPr>
          <a:xfrm>
            <a:off x="1214124" y="1630850"/>
            <a:ext cx="1626300" cy="502500"/>
          </a:xfrm>
          <a:prstGeom prst="roundRect">
            <a:avLst>
              <a:gd name="adj" fmla="val 50000"/>
            </a:avLst>
          </a:prstGeom>
          <a:solidFill>
            <a:schemeClr val="dk2"/>
          </a:solid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6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Measurement groups</a:t>
            </a:r>
            <a:endParaRPr/>
          </a:p>
        </p:txBody>
      </p:sp>
      <p:sp>
        <p:nvSpPr>
          <p:cNvPr id="912" name="Google Shape;912;p61"/>
          <p:cNvSpPr txBox="1"/>
          <p:nvPr/>
        </p:nvSpPr>
        <p:spPr>
          <a:xfrm>
            <a:off x="1388875" y="1618250"/>
            <a:ext cx="12768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rgbClr val="252E47"/>
                </a:solidFill>
                <a:latin typeface="Sora"/>
                <a:ea typeface="Sora"/>
                <a:cs typeface="Sora"/>
                <a:sym typeface="Sora"/>
              </a:rPr>
              <a:t>G1</a:t>
            </a:r>
            <a:endParaRPr sz="2000" b="1">
              <a:solidFill>
                <a:srgbClr val="252E47"/>
              </a:solidFill>
              <a:latin typeface="Sora"/>
              <a:ea typeface="Sora"/>
              <a:cs typeface="Sora"/>
              <a:sym typeface="Sora"/>
            </a:endParaRPr>
          </a:p>
        </p:txBody>
      </p:sp>
      <p:sp>
        <p:nvSpPr>
          <p:cNvPr id="913" name="Google Shape;913;p61"/>
          <p:cNvSpPr txBox="1"/>
          <p:nvPr/>
        </p:nvSpPr>
        <p:spPr>
          <a:xfrm>
            <a:off x="546250" y="2145075"/>
            <a:ext cx="20781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252E47"/>
                </a:solidFill>
                <a:latin typeface="Exo"/>
                <a:ea typeface="Exo"/>
                <a:cs typeface="Exo"/>
                <a:sym typeface="Exo"/>
              </a:rPr>
              <a:t>Vertebral morphometry and compression-screen geometry</a:t>
            </a:r>
            <a:endParaRPr>
              <a:solidFill>
                <a:srgbClr val="252E47"/>
              </a:solidFill>
              <a:latin typeface="Exo"/>
              <a:ea typeface="Exo"/>
              <a:cs typeface="Exo"/>
              <a:sym typeface="Exo"/>
            </a:endParaRPr>
          </a:p>
        </p:txBody>
      </p:sp>
      <p:sp>
        <p:nvSpPr>
          <p:cNvPr id="914" name="Google Shape;914;p61"/>
          <p:cNvSpPr txBox="1"/>
          <p:nvPr/>
        </p:nvSpPr>
        <p:spPr>
          <a:xfrm>
            <a:off x="6588825" y="1618250"/>
            <a:ext cx="12768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rgbClr val="252E47"/>
                </a:solidFill>
                <a:latin typeface="Sora"/>
                <a:ea typeface="Sora"/>
                <a:cs typeface="Sora"/>
                <a:sym typeface="Sora"/>
              </a:rPr>
              <a:t>G2</a:t>
            </a:r>
            <a:endParaRPr sz="2000" b="1">
              <a:solidFill>
                <a:srgbClr val="252E47"/>
              </a:solidFill>
              <a:latin typeface="Sora"/>
              <a:ea typeface="Sora"/>
              <a:cs typeface="Sora"/>
              <a:sym typeface="Sora"/>
            </a:endParaRPr>
          </a:p>
        </p:txBody>
      </p:sp>
      <p:sp>
        <p:nvSpPr>
          <p:cNvPr id="915" name="Google Shape;915;p61"/>
          <p:cNvSpPr txBox="1"/>
          <p:nvPr/>
        </p:nvSpPr>
        <p:spPr>
          <a:xfrm>
            <a:off x="6519650" y="2145075"/>
            <a:ext cx="20781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252E47"/>
                </a:solidFill>
                <a:latin typeface="Exo"/>
                <a:ea typeface="Exo"/>
                <a:cs typeface="Exo"/>
                <a:sym typeface="Exo"/>
              </a:rPr>
              <a:t>Disc height, AP ratio, signal, and bulge features</a:t>
            </a:r>
            <a:endParaRPr>
              <a:solidFill>
                <a:srgbClr val="252E47"/>
              </a:solidFill>
              <a:latin typeface="Exo"/>
              <a:ea typeface="Exo"/>
              <a:cs typeface="Exo"/>
              <a:sym typeface="Exo"/>
            </a:endParaRPr>
          </a:p>
        </p:txBody>
      </p:sp>
      <p:sp>
        <p:nvSpPr>
          <p:cNvPr id="916" name="Google Shape;916;p61"/>
          <p:cNvSpPr txBox="1"/>
          <p:nvPr/>
        </p:nvSpPr>
        <p:spPr>
          <a:xfrm>
            <a:off x="1388875" y="3051650"/>
            <a:ext cx="12768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rgbClr val="252E47"/>
                </a:solidFill>
                <a:latin typeface="Sora"/>
                <a:ea typeface="Sora"/>
                <a:cs typeface="Sora"/>
                <a:sym typeface="Sora"/>
              </a:rPr>
              <a:t>G3</a:t>
            </a:r>
            <a:endParaRPr sz="2000" b="1">
              <a:solidFill>
                <a:srgbClr val="252E47"/>
              </a:solidFill>
              <a:latin typeface="Sora"/>
              <a:ea typeface="Sora"/>
              <a:cs typeface="Sora"/>
              <a:sym typeface="Sora"/>
            </a:endParaRPr>
          </a:p>
        </p:txBody>
      </p:sp>
      <p:sp>
        <p:nvSpPr>
          <p:cNvPr id="917" name="Google Shape;917;p61"/>
          <p:cNvSpPr txBox="1"/>
          <p:nvPr/>
        </p:nvSpPr>
        <p:spPr>
          <a:xfrm>
            <a:off x="546250" y="3578475"/>
            <a:ext cx="20781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252E47"/>
                </a:solidFill>
                <a:latin typeface="Exo"/>
                <a:ea typeface="Exo"/>
                <a:cs typeface="Exo"/>
                <a:sym typeface="Exo"/>
              </a:rPr>
              <a:t>Canal diameter, cord diameter, and SAC</a:t>
            </a:r>
            <a:endParaRPr>
              <a:solidFill>
                <a:srgbClr val="252E47"/>
              </a:solidFill>
              <a:latin typeface="Exo"/>
              <a:ea typeface="Exo"/>
              <a:cs typeface="Exo"/>
              <a:sym typeface="Exo"/>
            </a:endParaRPr>
          </a:p>
        </p:txBody>
      </p:sp>
      <p:sp>
        <p:nvSpPr>
          <p:cNvPr id="918" name="Google Shape;918;p61"/>
          <p:cNvSpPr txBox="1"/>
          <p:nvPr/>
        </p:nvSpPr>
        <p:spPr>
          <a:xfrm>
            <a:off x="6519650" y="3578475"/>
            <a:ext cx="20781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252E47"/>
                </a:solidFill>
                <a:latin typeface="Exo"/>
                <a:ea typeface="Exo"/>
                <a:cs typeface="Exo"/>
                <a:sym typeface="Exo"/>
              </a:rPr>
              <a:t>Cobb and alignment metrics from endplate geometry</a:t>
            </a:r>
            <a:endParaRPr>
              <a:solidFill>
                <a:srgbClr val="252E47"/>
              </a:solidFill>
              <a:latin typeface="Exo"/>
              <a:ea typeface="Exo"/>
              <a:cs typeface="Exo"/>
              <a:sym typeface="Exo"/>
            </a:endParaRPr>
          </a:p>
        </p:txBody>
      </p:sp>
      <p:cxnSp>
        <p:nvCxnSpPr>
          <p:cNvPr id="919" name="Google Shape;919;p61"/>
          <p:cNvCxnSpPr>
            <a:stCxn id="920" idx="2"/>
            <a:endCxn id="910" idx="3"/>
          </p:cNvCxnSpPr>
          <p:nvPr/>
        </p:nvCxnSpPr>
        <p:spPr>
          <a:xfrm rot="10800000">
            <a:off x="2840424" y="1882100"/>
            <a:ext cx="377700" cy="163200"/>
          </a:xfrm>
          <a:prstGeom prst="straightConnector1">
            <a:avLst/>
          </a:prstGeom>
          <a:noFill/>
          <a:ln w="28575" cap="flat" cmpd="sng">
            <a:solidFill>
              <a:schemeClr val="accent1"/>
            </a:solidFill>
            <a:prstDash val="solid"/>
            <a:round/>
            <a:headEnd type="none" w="med" len="med"/>
            <a:tailEnd type="oval" w="med" len="med"/>
          </a:ln>
        </p:spPr>
      </p:cxnSp>
      <p:cxnSp>
        <p:nvCxnSpPr>
          <p:cNvPr id="921" name="Google Shape;921;p61"/>
          <p:cNvCxnSpPr>
            <a:endCxn id="908" idx="3"/>
          </p:cNvCxnSpPr>
          <p:nvPr/>
        </p:nvCxnSpPr>
        <p:spPr>
          <a:xfrm flipH="1">
            <a:off x="2840424" y="2874200"/>
            <a:ext cx="1276800" cy="441300"/>
          </a:xfrm>
          <a:prstGeom prst="straightConnector1">
            <a:avLst/>
          </a:prstGeom>
          <a:noFill/>
          <a:ln w="28575" cap="flat" cmpd="sng">
            <a:solidFill>
              <a:schemeClr val="accent1"/>
            </a:solidFill>
            <a:prstDash val="solid"/>
            <a:round/>
            <a:headEnd type="none" w="med" len="med"/>
            <a:tailEnd type="oval" w="med" len="med"/>
          </a:ln>
        </p:spPr>
      </p:cxnSp>
      <p:cxnSp>
        <p:nvCxnSpPr>
          <p:cNvPr id="922" name="Google Shape;922;p61"/>
          <p:cNvCxnSpPr>
            <a:stCxn id="923" idx="6"/>
            <a:endCxn id="909" idx="1"/>
          </p:cNvCxnSpPr>
          <p:nvPr/>
        </p:nvCxnSpPr>
        <p:spPr>
          <a:xfrm>
            <a:off x="5326400" y="1790300"/>
            <a:ext cx="1087800" cy="91800"/>
          </a:xfrm>
          <a:prstGeom prst="straightConnector1">
            <a:avLst/>
          </a:prstGeom>
          <a:noFill/>
          <a:ln w="28575" cap="flat" cmpd="sng">
            <a:solidFill>
              <a:schemeClr val="accent1"/>
            </a:solidFill>
            <a:prstDash val="solid"/>
            <a:round/>
            <a:headEnd type="none" w="med" len="med"/>
            <a:tailEnd type="oval" w="med" len="med"/>
          </a:ln>
        </p:spPr>
      </p:cxnSp>
      <p:sp>
        <p:nvSpPr>
          <p:cNvPr id="924" name="Google Shape;924;p61"/>
          <p:cNvSpPr/>
          <p:nvPr/>
        </p:nvSpPr>
        <p:spPr>
          <a:xfrm>
            <a:off x="4638575" y="3060350"/>
            <a:ext cx="510300" cy="510300"/>
          </a:xfrm>
          <a:prstGeom prst="ellipse">
            <a:avLst/>
          </a:prstGeom>
          <a:solidFill>
            <a:srgbClr val="FFFFFF">
              <a:alpha val="48040"/>
            </a:srgbClr>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61"/>
          <p:cNvSpPr/>
          <p:nvPr/>
        </p:nvSpPr>
        <p:spPr>
          <a:xfrm>
            <a:off x="4117025" y="2541350"/>
            <a:ext cx="510300" cy="510300"/>
          </a:xfrm>
          <a:prstGeom prst="ellipse">
            <a:avLst/>
          </a:prstGeom>
          <a:solidFill>
            <a:srgbClr val="FFFFFF">
              <a:alpha val="48040"/>
            </a:srgbClr>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61"/>
          <p:cNvSpPr/>
          <p:nvPr/>
        </p:nvSpPr>
        <p:spPr>
          <a:xfrm>
            <a:off x="3218125" y="1801325"/>
            <a:ext cx="510300" cy="510300"/>
          </a:xfrm>
          <a:prstGeom prst="ellipse">
            <a:avLst/>
          </a:prstGeom>
          <a:solidFill>
            <a:srgbClr val="FFFFFF">
              <a:alpha val="48040"/>
            </a:srgbClr>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61"/>
          <p:cNvSpPr/>
          <p:nvPr/>
        </p:nvSpPr>
        <p:spPr>
          <a:xfrm>
            <a:off x="4816100" y="1535150"/>
            <a:ext cx="510300" cy="510300"/>
          </a:xfrm>
          <a:prstGeom prst="ellipse">
            <a:avLst/>
          </a:prstGeom>
          <a:solidFill>
            <a:srgbClr val="FFFFFF">
              <a:alpha val="48040"/>
            </a:srgbClr>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7" name="Google Shape;927;p61"/>
          <p:cNvCxnSpPr>
            <a:stCxn id="924" idx="6"/>
            <a:endCxn id="928" idx="1"/>
          </p:cNvCxnSpPr>
          <p:nvPr/>
        </p:nvCxnSpPr>
        <p:spPr>
          <a:xfrm>
            <a:off x="5148875" y="3315500"/>
            <a:ext cx="1265100" cy="0"/>
          </a:xfrm>
          <a:prstGeom prst="straightConnector1">
            <a:avLst/>
          </a:prstGeom>
          <a:noFill/>
          <a:ln w="28575" cap="flat" cmpd="sng">
            <a:solidFill>
              <a:schemeClr val="accent1"/>
            </a:solidFill>
            <a:prstDash val="solid"/>
            <a:round/>
            <a:headEnd type="none" w="med" len="med"/>
            <a:tailEnd type="oval" w="med" len="med"/>
          </a:ln>
        </p:spPr>
      </p:cxnSp>
      <p:sp>
        <p:nvSpPr>
          <p:cNvPr id="928" name="Google Shape;928;p61"/>
          <p:cNvSpPr/>
          <p:nvPr/>
        </p:nvSpPr>
        <p:spPr>
          <a:xfrm>
            <a:off x="6414074" y="3064250"/>
            <a:ext cx="16263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61"/>
          <p:cNvSpPr txBox="1"/>
          <p:nvPr/>
        </p:nvSpPr>
        <p:spPr>
          <a:xfrm>
            <a:off x="6588825" y="3051650"/>
            <a:ext cx="12768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rgbClr val="252E47"/>
                </a:solidFill>
                <a:latin typeface="Sora"/>
                <a:ea typeface="Sora"/>
                <a:cs typeface="Sora"/>
                <a:sym typeface="Sora"/>
              </a:rPr>
              <a:t>G4</a:t>
            </a:r>
            <a:endParaRPr sz="2000" b="1">
              <a:solidFill>
                <a:srgbClr val="252E47"/>
              </a:solidFill>
              <a:latin typeface="Sora"/>
              <a:ea typeface="Sora"/>
              <a:cs typeface="Sora"/>
              <a:sym typeface="Sora"/>
            </a:endParaRPr>
          </a:p>
        </p:txBody>
      </p:sp>
    </p:spTree>
  </p:cSld>
  <p:clrMapOvr>
    <a:masterClrMapping/>
  </p:clrMapOvr>
</p:sld>
</file>

<file path=ppt/slides/slide24.xml><?xml version="1.0" encoding="utf-8"?>
<p:sld xmlns:a="http://schemas.openxmlformats.org/drawingml/2006/main" xmlns:p="http://schemas.openxmlformats.org/presentationml/2006/main">
  <p:cSld>
    <p:spTree>
      <p:nvGrpSpPr>
        <p:cNvPr id="1" name="Shape 933"/>
        <p:cNvGrpSpPr/>
        <p:nvPr/>
      </p:nvGrpSpPr>
      <p:grpSpPr>
        <a:xfrm>
          <a:off x="0" y="0"/>
          <a:ext cx="0" cy="0"/>
          <a:chOff x="0" y="0"/>
          <a:chExt cx="0" cy="0"/>
        </a:xfrm>
      </p:grpSpPr>
      <p:sp>
        <p:nvSpPr>
          <p:cNvPr id="934" name="Google Shape;934;p62"/>
          <p:cNvSpPr/>
          <p:nvPr/>
        </p:nvSpPr>
        <p:spPr>
          <a:xfrm>
            <a:off x="4746825" y="294928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62"/>
          <p:cNvSpPr/>
          <p:nvPr/>
        </p:nvSpPr>
        <p:spPr>
          <a:xfrm>
            <a:off x="4746825" y="157768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62"/>
          <p:cNvSpPr/>
          <p:nvPr/>
        </p:nvSpPr>
        <p:spPr>
          <a:xfrm>
            <a:off x="1165425" y="294928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62"/>
          <p:cNvSpPr/>
          <p:nvPr/>
        </p:nvSpPr>
        <p:spPr>
          <a:xfrm>
            <a:off x="1165425" y="1577688"/>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6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Measurement logic</a:t>
            </a:r>
            <a:endParaRPr/>
          </a:p>
        </p:txBody>
      </p:sp>
      <p:sp>
        <p:nvSpPr>
          <p:cNvPr id="939" name="Google Shape;939;p62"/>
          <p:cNvSpPr txBox="1">
            <a:spLocks noGrp="1"/>
          </p:cNvSpPr>
          <p:nvPr>
            <p:ph type="title" idx="2"/>
          </p:nvPr>
        </p:nvSpPr>
        <p:spPr>
          <a:xfrm>
            <a:off x="2334825" y="1533138"/>
            <a:ext cx="1871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G5</a:t>
            </a:r>
            <a:endParaRPr/>
          </a:p>
        </p:txBody>
      </p:sp>
      <p:sp>
        <p:nvSpPr>
          <p:cNvPr id="940" name="Google Shape;940;p62"/>
          <p:cNvSpPr txBox="1">
            <a:spLocks noGrp="1"/>
          </p:cNvSpPr>
          <p:nvPr>
            <p:ph type="subTitle" idx="1"/>
          </p:nvPr>
        </p:nvSpPr>
        <p:spPr>
          <a:xfrm>
            <a:off x="2334825" y="2026850"/>
            <a:ext cx="2078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Fracture and myelomalacia screens</a:t>
            </a:r>
            <a:endParaRPr/>
          </a:p>
        </p:txBody>
      </p:sp>
      <p:sp>
        <p:nvSpPr>
          <p:cNvPr id="941" name="Google Shape;941;p62"/>
          <p:cNvSpPr txBox="1">
            <a:spLocks noGrp="1"/>
          </p:cNvSpPr>
          <p:nvPr>
            <p:ph type="title" idx="3"/>
          </p:nvPr>
        </p:nvSpPr>
        <p:spPr>
          <a:xfrm>
            <a:off x="5900425" y="1533138"/>
            <a:ext cx="1871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G6</a:t>
            </a:r>
            <a:endParaRPr/>
          </a:p>
        </p:txBody>
      </p:sp>
      <p:sp>
        <p:nvSpPr>
          <p:cNvPr id="942" name="Google Shape;942;p62"/>
          <p:cNvSpPr txBox="1">
            <a:spLocks noGrp="1"/>
          </p:cNvSpPr>
          <p:nvPr>
            <p:ph type="subTitle" idx="4"/>
          </p:nvPr>
        </p:nvSpPr>
        <p:spPr>
          <a:xfrm>
            <a:off x="5900475" y="2026850"/>
            <a:ext cx="2078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Interpretation outputs: threshold bands and syndrome flags</a:t>
            </a:r>
            <a:endParaRPr/>
          </a:p>
        </p:txBody>
      </p:sp>
      <p:sp>
        <p:nvSpPr>
          <p:cNvPr id="943" name="Google Shape;943;p62"/>
          <p:cNvSpPr txBox="1">
            <a:spLocks noGrp="1"/>
          </p:cNvSpPr>
          <p:nvPr>
            <p:ph type="title" idx="5"/>
          </p:nvPr>
        </p:nvSpPr>
        <p:spPr>
          <a:xfrm>
            <a:off x="2334825" y="2966538"/>
            <a:ext cx="1871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Inputs</a:t>
            </a:r>
            <a:endParaRPr/>
          </a:p>
        </p:txBody>
      </p:sp>
      <p:sp>
        <p:nvSpPr>
          <p:cNvPr id="944" name="Google Shape;944;p62"/>
          <p:cNvSpPr txBox="1">
            <a:spLocks noGrp="1"/>
          </p:cNvSpPr>
          <p:nvPr>
            <p:ph type="subTitle" idx="6"/>
          </p:nvPr>
        </p:nvSpPr>
        <p:spPr>
          <a:xfrm>
            <a:off x="2334825" y="3460250"/>
            <a:ext cx="2078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Group dependencies, inputs, and outputs are tracked per group</a:t>
            </a:r>
            <a:endParaRPr/>
          </a:p>
        </p:txBody>
      </p:sp>
      <p:sp>
        <p:nvSpPr>
          <p:cNvPr id="945" name="Google Shape;945;p62"/>
          <p:cNvSpPr txBox="1">
            <a:spLocks noGrp="1"/>
          </p:cNvSpPr>
          <p:nvPr>
            <p:ph type="title" idx="7"/>
          </p:nvPr>
        </p:nvSpPr>
        <p:spPr>
          <a:xfrm>
            <a:off x="5900425" y="2966538"/>
            <a:ext cx="1871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Outputs</a:t>
            </a:r>
            <a:endParaRPr/>
          </a:p>
        </p:txBody>
      </p:sp>
      <p:sp>
        <p:nvSpPr>
          <p:cNvPr id="946" name="Google Shape;946;p62"/>
          <p:cNvSpPr txBox="1">
            <a:spLocks noGrp="1"/>
          </p:cNvSpPr>
          <p:nvPr>
            <p:ph type="subTitle" idx="8"/>
          </p:nvPr>
        </p:nvSpPr>
        <p:spPr>
          <a:xfrm>
            <a:off x="5900475" y="3460250"/>
            <a:ext cx="2078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About 16 components merge into measurements, flags, and interpretations</a:t>
            </a:r>
            <a:endParaRPr/>
          </a:p>
        </p:txBody>
      </p:sp>
      <p:grpSp>
        <p:nvGrpSpPr>
          <p:cNvPr id="947" name="Google Shape;947;p62"/>
          <p:cNvGrpSpPr/>
          <p:nvPr/>
        </p:nvGrpSpPr>
        <p:grpSpPr>
          <a:xfrm>
            <a:off x="5140844" y="1926302"/>
            <a:ext cx="228968" cy="350987"/>
            <a:chOff x="-23930925" y="3149300"/>
            <a:chExt cx="192200" cy="294625"/>
          </a:xfrm>
        </p:grpSpPr>
        <p:sp>
          <p:nvSpPr>
            <p:cNvPr id="948" name="Google Shape;948;p62"/>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62"/>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62"/>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62"/>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62"/>
          <p:cNvGrpSpPr/>
          <p:nvPr/>
        </p:nvGrpSpPr>
        <p:grpSpPr>
          <a:xfrm>
            <a:off x="1496577" y="1925407"/>
            <a:ext cx="354710" cy="352803"/>
            <a:chOff x="-27351575" y="3175300"/>
            <a:chExt cx="297750" cy="296150"/>
          </a:xfrm>
        </p:grpSpPr>
        <p:sp>
          <p:nvSpPr>
            <p:cNvPr id="953" name="Google Shape;953;p62"/>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62"/>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62"/>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62"/>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62"/>
          <p:cNvGrpSpPr/>
          <p:nvPr/>
        </p:nvGrpSpPr>
        <p:grpSpPr>
          <a:xfrm>
            <a:off x="5079388" y="3291235"/>
            <a:ext cx="351880" cy="352803"/>
            <a:chOff x="-23615075" y="3148525"/>
            <a:chExt cx="295375" cy="296150"/>
          </a:xfrm>
        </p:grpSpPr>
        <p:sp>
          <p:nvSpPr>
            <p:cNvPr id="958" name="Google Shape;958;p62"/>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2"/>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62"/>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62"/>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 name="Google Shape;962;p62"/>
          <p:cNvGrpSpPr/>
          <p:nvPr/>
        </p:nvGrpSpPr>
        <p:grpSpPr>
          <a:xfrm>
            <a:off x="1497530" y="3323118"/>
            <a:ext cx="352803" cy="289039"/>
            <a:chOff x="-26981375" y="3951875"/>
            <a:chExt cx="296150" cy="242625"/>
          </a:xfrm>
        </p:grpSpPr>
        <p:sp>
          <p:nvSpPr>
            <p:cNvPr id="963" name="Google Shape;963;p62"/>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62"/>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62"/>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p="http://schemas.openxmlformats.org/presentationml/2006/main">
  <p:cSld>
    <p:spTree>
      <p:nvGrpSpPr>
        <p:cNvPr id="1" name="Shape 1006"/>
        <p:cNvGrpSpPr/>
        <p:nvPr/>
      </p:nvGrpSpPr>
      <p:grpSpPr>
        <a:xfrm>
          <a:off x="0" y="0"/>
          <a:ext cx="0" cy="0"/>
          <a:chOff x="0" y="0"/>
          <a:chExt cx="0" cy="0"/>
        </a:xfrm>
      </p:grpSpPr>
      <p:sp>
        <p:nvSpPr>
          <p:cNvPr id="1007" name="Google Shape;1007;p64"/>
          <p:cNvSpPr/>
          <p:nvPr/>
        </p:nvSpPr>
        <p:spPr>
          <a:xfrm>
            <a:off x="1876375" y="1213275"/>
            <a:ext cx="14556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4"/>
          <p:cNvSpPr/>
          <p:nvPr/>
        </p:nvSpPr>
        <p:spPr>
          <a:xfrm>
            <a:off x="1876375" y="2366419"/>
            <a:ext cx="14556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4"/>
          <p:cNvSpPr/>
          <p:nvPr/>
        </p:nvSpPr>
        <p:spPr>
          <a:xfrm>
            <a:off x="1876375" y="3519575"/>
            <a:ext cx="14556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Interpretation &amp; Reporting</a:t>
            </a:r>
            <a:endParaRPr/>
          </a:p>
        </p:txBody>
      </p:sp>
      <p:grpSp>
        <p:nvGrpSpPr>
          <p:cNvPr id="1011" name="Google Shape;1011;p64"/>
          <p:cNvGrpSpPr/>
          <p:nvPr/>
        </p:nvGrpSpPr>
        <p:grpSpPr>
          <a:xfrm>
            <a:off x="4099609" y="1663379"/>
            <a:ext cx="3837450" cy="2523405"/>
            <a:chOff x="1068384" y="1742557"/>
            <a:chExt cx="3837450" cy="2523405"/>
          </a:xfrm>
        </p:grpSpPr>
        <p:sp>
          <p:nvSpPr>
            <p:cNvPr id="1012" name="Google Shape;1012;p64"/>
            <p:cNvSpPr/>
            <p:nvPr/>
          </p:nvSpPr>
          <p:spPr>
            <a:xfrm>
              <a:off x="1068384" y="1959283"/>
              <a:ext cx="1425465" cy="2306679"/>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3" name="Google Shape;1013;p64"/>
            <p:cNvSpPr/>
            <p:nvPr/>
          </p:nvSpPr>
          <p:spPr>
            <a:xfrm>
              <a:off x="2242104" y="1742557"/>
              <a:ext cx="559235" cy="637059"/>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64"/>
            <p:cNvSpPr/>
            <p:nvPr/>
          </p:nvSpPr>
          <p:spPr>
            <a:xfrm>
              <a:off x="2667232" y="1884982"/>
              <a:ext cx="2234986" cy="1926836"/>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5" name="Google Shape;1015;p64"/>
            <p:cNvSpPr/>
            <p:nvPr/>
          </p:nvSpPr>
          <p:spPr>
            <a:xfrm>
              <a:off x="4318733" y="3304755"/>
              <a:ext cx="188574" cy="104206"/>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64"/>
            <p:cNvSpPr/>
            <p:nvPr/>
          </p:nvSpPr>
          <p:spPr>
            <a:xfrm>
              <a:off x="4184008" y="3294293"/>
              <a:ext cx="307229" cy="221541"/>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64"/>
            <p:cNvSpPr/>
            <p:nvPr/>
          </p:nvSpPr>
          <p:spPr>
            <a:xfrm>
              <a:off x="4375414" y="3519298"/>
              <a:ext cx="530420" cy="446038"/>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 name="Google Shape;1018;p64"/>
          <p:cNvSpPr txBox="1"/>
          <p:nvPr/>
        </p:nvSpPr>
        <p:spPr>
          <a:xfrm>
            <a:off x="1364950" y="1770632"/>
            <a:ext cx="1967100" cy="364200"/>
          </a:xfrm>
          <a:prstGeom prst="rect">
            <a:avLst/>
          </a:prstGeom>
          <a:noFill/>
          <a:ln>
            <a:noFill/>
          </a:ln>
        </p:spPr>
        <p:txBody>
          <a:bodyPr spcFirstLastPara="1" wrap="square" lIns="68650" tIns="34325" rIns="68650" bIns="34325" anchor="t"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Raw value to cited threshold band to status</a:t>
            </a:r>
            <a:endParaRPr>
              <a:solidFill>
                <a:schemeClr val="dk1"/>
              </a:solidFill>
              <a:latin typeface="Exo"/>
              <a:ea typeface="Exo"/>
              <a:cs typeface="Exo"/>
              <a:sym typeface="Exo"/>
            </a:endParaRPr>
          </a:p>
        </p:txBody>
      </p:sp>
      <p:sp>
        <p:nvSpPr>
          <p:cNvPr id="1019" name="Google Shape;1019;p64"/>
          <p:cNvSpPr txBox="1"/>
          <p:nvPr/>
        </p:nvSpPr>
        <p:spPr>
          <a:xfrm>
            <a:off x="1876325" y="1254375"/>
            <a:ext cx="14556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Interpretation</a:t>
            </a:r>
            <a:endParaRPr sz="2000" b="1">
              <a:solidFill>
                <a:schemeClr val="dk1"/>
              </a:solidFill>
              <a:latin typeface="Sora"/>
              <a:ea typeface="Sora"/>
              <a:cs typeface="Sora"/>
              <a:sym typeface="Sora"/>
            </a:endParaRPr>
          </a:p>
        </p:txBody>
      </p:sp>
      <p:sp>
        <p:nvSpPr>
          <p:cNvPr id="1020" name="Google Shape;1020;p64"/>
          <p:cNvSpPr txBox="1"/>
          <p:nvPr/>
        </p:nvSpPr>
        <p:spPr>
          <a:xfrm>
            <a:off x="1364950" y="2901379"/>
            <a:ext cx="1967100" cy="364200"/>
          </a:xfrm>
          <a:prstGeom prst="rect">
            <a:avLst/>
          </a:prstGeom>
          <a:noFill/>
          <a:ln>
            <a:noFill/>
          </a:ln>
        </p:spPr>
        <p:txBody>
          <a:bodyPr spcFirstLastPara="1" wrap="square" lIns="68650" tIns="34325" rIns="68650" bIns="34325" anchor="t"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within_reference / outside_reference / review_only with sex-specific dural-sac cut</a:t>
            </a:r>
            <a:endParaRPr>
              <a:solidFill>
                <a:schemeClr val="dk1"/>
              </a:solidFill>
              <a:latin typeface="Exo"/>
              <a:ea typeface="Exo"/>
              <a:cs typeface="Exo"/>
              <a:sym typeface="Exo"/>
            </a:endParaRPr>
          </a:p>
        </p:txBody>
      </p:sp>
      <p:sp>
        <p:nvSpPr>
          <p:cNvPr id="1021" name="Google Shape;1021;p64"/>
          <p:cNvSpPr txBox="1"/>
          <p:nvPr/>
        </p:nvSpPr>
        <p:spPr>
          <a:xfrm>
            <a:off x="1876325" y="2385121"/>
            <a:ext cx="14556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Thresholds</a:t>
            </a:r>
            <a:endParaRPr sz="2000" b="1">
              <a:solidFill>
                <a:schemeClr val="dk1"/>
              </a:solidFill>
              <a:latin typeface="Sora"/>
              <a:ea typeface="Sora"/>
              <a:cs typeface="Sora"/>
              <a:sym typeface="Sora"/>
            </a:endParaRPr>
          </a:p>
        </p:txBody>
      </p:sp>
      <p:sp>
        <p:nvSpPr>
          <p:cNvPr id="1022" name="Google Shape;1022;p64"/>
          <p:cNvSpPr txBox="1"/>
          <p:nvPr/>
        </p:nvSpPr>
        <p:spPr>
          <a:xfrm>
            <a:off x="1364950" y="4041907"/>
            <a:ext cx="1967100" cy="364200"/>
          </a:xfrm>
          <a:prstGeom prst="rect">
            <a:avLst/>
          </a:prstGeom>
          <a:noFill/>
          <a:ln>
            <a:noFill/>
          </a:ln>
        </p:spPr>
        <p:txBody>
          <a:bodyPr spcFirstLastPara="1" wrap="square" lIns="68650" tIns="34325" rIns="68650" bIns="34325" anchor="t" anchorCtr="0">
            <a:noAutofit/>
          </a:bodyPr>
          <a:lstStyle/>
          <a:p>
            <a:pPr marL="0" lvl="0" indent="0" algn="r" rtl="0">
              <a:spcBef>
                <a:spcPts val="0"/>
              </a:spcBef>
              <a:spcAft>
                <a:spcPts val="0"/>
              </a:spcAft>
              <a:buNone/>
            </a:pPr>
            <a:r>
              <a:rPr lang="en">
                <a:solidFill>
                  <a:schemeClr val="dk1"/>
                </a:solidFill>
                <a:latin typeface="Exo"/>
                <a:ea typeface="Exo"/>
                <a:cs typeface="Exo"/>
                <a:sym typeface="Exo"/>
              </a:rPr>
              <a:t>JSON contract drives the clinical report, impressions, and PDF export</a:t>
            </a:r>
            <a:endParaRPr>
              <a:solidFill>
                <a:schemeClr val="dk1"/>
              </a:solidFill>
              <a:latin typeface="Exo"/>
              <a:ea typeface="Exo"/>
              <a:cs typeface="Exo"/>
              <a:sym typeface="Exo"/>
            </a:endParaRPr>
          </a:p>
        </p:txBody>
      </p:sp>
      <p:sp>
        <p:nvSpPr>
          <p:cNvPr id="1023" name="Google Shape;1023;p64"/>
          <p:cNvSpPr txBox="1"/>
          <p:nvPr/>
        </p:nvSpPr>
        <p:spPr>
          <a:xfrm>
            <a:off x="1876325" y="3519549"/>
            <a:ext cx="1455600" cy="42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Reporting</a:t>
            </a:r>
            <a:endParaRPr sz="2000" b="1">
              <a:solidFill>
                <a:schemeClr val="dk1"/>
              </a:solidFill>
              <a:latin typeface="Sora"/>
              <a:ea typeface="Sora"/>
              <a:cs typeface="Sora"/>
              <a:sym typeface="Sora"/>
            </a:endParaRPr>
          </a:p>
        </p:txBody>
      </p:sp>
      <p:cxnSp>
        <p:nvCxnSpPr>
          <p:cNvPr id="1024" name="Google Shape;1024;p64"/>
          <p:cNvCxnSpPr>
            <a:stCxn id="1019" idx="3"/>
          </p:cNvCxnSpPr>
          <p:nvPr/>
        </p:nvCxnSpPr>
        <p:spPr>
          <a:xfrm>
            <a:off x="3331925" y="1464525"/>
            <a:ext cx="1193400" cy="721200"/>
          </a:xfrm>
          <a:prstGeom prst="straightConnector1">
            <a:avLst/>
          </a:prstGeom>
          <a:noFill/>
          <a:ln w="28575" cap="flat" cmpd="sng">
            <a:solidFill>
              <a:schemeClr val="accent1"/>
            </a:solidFill>
            <a:prstDash val="solid"/>
            <a:round/>
            <a:headEnd type="oval" w="med" len="med"/>
            <a:tailEnd type="oval" w="med" len="med"/>
          </a:ln>
        </p:spPr>
      </p:cxnSp>
      <p:cxnSp>
        <p:nvCxnSpPr>
          <p:cNvPr id="1025" name="Google Shape;1025;p64"/>
          <p:cNvCxnSpPr>
            <a:stCxn id="1021" idx="3"/>
          </p:cNvCxnSpPr>
          <p:nvPr/>
        </p:nvCxnSpPr>
        <p:spPr>
          <a:xfrm>
            <a:off x="3331925" y="2595271"/>
            <a:ext cx="1469400" cy="53700"/>
          </a:xfrm>
          <a:prstGeom prst="straightConnector1">
            <a:avLst/>
          </a:prstGeom>
          <a:noFill/>
          <a:ln w="28575" cap="flat" cmpd="sng">
            <a:solidFill>
              <a:schemeClr val="accent1"/>
            </a:solidFill>
            <a:prstDash val="solid"/>
            <a:round/>
            <a:headEnd type="oval" w="med" len="med"/>
            <a:tailEnd type="oval" w="med" len="med"/>
          </a:ln>
        </p:spPr>
      </p:cxnSp>
      <p:cxnSp>
        <p:nvCxnSpPr>
          <p:cNvPr id="1026" name="Google Shape;1026;p64"/>
          <p:cNvCxnSpPr>
            <a:stCxn id="1023" idx="3"/>
          </p:cNvCxnSpPr>
          <p:nvPr/>
        </p:nvCxnSpPr>
        <p:spPr>
          <a:xfrm rot="10800000" flipH="1">
            <a:off x="3331925" y="3112599"/>
            <a:ext cx="2782800" cy="617100"/>
          </a:xfrm>
          <a:prstGeom prst="straightConnector1">
            <a:avLst/>
          </a:prstGeom>
          <a:noFill/>
          <a:ln w="28575" cap="flat" cmpd="sng">
            <a:solidFill>
              <a:schemeClr val="accent1"/>
            </a:solidFill>
            <a:prstDash val="solid"/>
            <a:round/>
            <a:headEnd type="oval" w="med" len="med"/>
            <a:tailEnd type="oval" w="med" len="med"/>
          </a:ln>
        </p:spPr>
      </p:cxn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Shape 1030"/>
        <p:cNvGrpSpPr/>
        <p:nvPr/>
      </p:nvGrpSpPr>
      <p:grpSpPr>
        <a:xfrm>
          <a:off x="0" y="0"/>
          <a:ext cx="0" cy="0"/>
          <a:chOff x="0" y="0"/>
          <a:chExt cx="0" cy="0"/>
        </a:xfrm>
      </p:grpSpPr>
      <p:sp>
        <p:nvSpPr>
          <p:cNvPr id="1031" name="Google Shape;1031;p65"/>
          <p:cNvSpPr txBox="1">
            <a:spLocks noGrp="1"/>
          </p:cNvSpPr>
          <p:nvPr>
            <p:ph type="title"/>
          </p:nvPr>
        </p:nvSpPr>
        <p:spPr>
          <a:xfrm>
            <a:off x="1284000" y="1996913"/>
            <a:ext cx="6576000" cy="97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AWS EKS</a:t>
            </a:r>
            <a:endParaRPr/>
          </a:p>
        </p:txBody>
      </p:sp>
      <p:sp>
        <p:nvSpPr>
          <p:cNvPr id="1032" name="Google Shape;1032;p65"/>
          <p:cNvSpPr txBox="1">
            <a:spLocks noGrp="1"/>
          </p:cNvSpPr>
          <p:nvPr>
            <p:ph type="subTitle" idx="1"/>
          </p:nvPr>
        </p:nvSpPr>
        <p:spPr>
          <a:xfrm>
            <a:off x="1284000" y="3096235"/>
            <a:ext cx="65760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Deployed end-to-end as an application with EEP + 2 IEPs and Grafana monitoring.</a:t>
            </a:r>
            <a:endParaRPr/>
          </a:p>
        </p:txBody>
      </p:sp>
      <p:pic>
        <p:nvPicPr>
          <p:cNvPr id="1033" name="Google Shape;1033;p65"/>
          <p:cNvPicPr preferRelativeResize="0"/>
          <p:nvPr/>
        </p:nvPicPr>
        <p:blipFill rotWithShape="1">
          <a:blip r:embed="rId3">
            <a:alphaModFix/>
          </a:blip>
          <a:srcRect l="60513" t="15763" r="16584" b="61860"/>
          <a:stretch/>
        </p:blipFill>
        <p:spPr>
          <a:xfrm flipH="1">
            <a:off x="481050" y="564325"/>
            <a:ext cx="1094076" cy="1068950"/>
          </a:xfrm>
          <a:prstGeom prst="rect">
            <a:avLst/>
          </a:prstGeom>
          <a:noFill/>
          <a:ln>
            <a:noFill/>
          </a:ln>
        </p:spPr>
      </p:pic>
      <p:cxnSp>
        <p:nvCxnSpPr>
          <p:cNvPr id="1034" name="Google Shape;1034;p65"/>
          <p:cNvCxnSpPr/>
          <p:nvPr/>
        </p:nvCxnSpPr>
        <p:spPr>
          <a:xfrm>
            <a:off x="1751340" y="3697265"/>
            <a:ext cx="5931300" cy="0"/>
          </a:xfrm>
          <a:prstGeom prst="straightConnector1">
            <a:avLst/>
          </a:prstGeom>
          <a:noFill/>
          <a:ln w="19050" cap="flat" cmpd="sng">
            <a:solidFill>
              <a:srgbClr val="DADACE"/>
            </a:solidFill>
            <a:prstDash val="solid"/>
            <a:round/>
            <a:headEnd type="none" w="med" len="med"/>
            <a:tailEnd type="none" w="med" len="med"/>
          </a:ln>
        </p:spPr>
      </p:cxnSp>
      <p:grpSp>
        <p:nvGrpSpPr>
          <p:cNvPr id="1035" name="Google Shape;1035;p65"/>
          <p:cNvGrpSpPr/>
          <p:nvPr/>
        </p:nvGrpSpPr>
        <p:grpSpPr>
          <a:xfrm>
            <a:off x="1751189" y="1019328"/>
            <a:ext cx="5930851" cy="838036"/>
            <a:chOff x="1524913" y="922950"/>
            <a:chExt cx="6094175" cy="564600"/>
          </a:xfrm>
        </p:grpSpPr>
        <p:cxnSp>
          <p:nvCxnSpPr>
            <p:cNvPr id="1036" name="Google Shape;1036;p65"/>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037" name="Google Shape;1037;p65"/>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Shape 1041"/>
        <p:cNvGrpSpPr/>
        <p:nvPr/>
      </p:nvGrpSpPr>
      <p:grpSpPr>
        <a:xfrm>
          <a:off x="0" y="0"/>
          <a:ext cx="0" cy="0"/>
          <a:chOff x="0" y="0"/>
          <a:chExt cx="0" cy="0"/>
        </a:xfrm>
      </p:grpSpPr>
      <p:sp>
        <p:nvSpPr>
          <p:cNvPr id="1042" name="Google Shape;1042;p66"/>
          <p:cNvSpPr txBox="1">
            <a:spLocks noGrp="1"/>
          </p:cNvSpPr>
          <p:nvPr>
            <p:ph type="subTitle" idx="1"/>
          </p:nvPr>
        </p:nvSpPr>
        <p:spPr>
          <a:xfrm>
            <a:off x="1774350" y="1624138"/>
            <a:ext cx="5595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manual read time per case</a:t>
            </a:r>
            <a:endParaRPr/>
          </a:p>
        </p:txBody>
      </p:sp>
      <p:sp>
        <p:nvSpPr>
          <p:cNvPr id="1043" name="Google Shape;1043;p66"/>
          <p:cNvSpPr txBox="1">
            <a:spLocks noGrp="1"/>
          </p:cNvSpPr>
          <p:nvPr>
            <p:ph type="subTitle" idx="2"/>
          </p:nvPr>
        </p:nvSpPr>
        <p:spPr>
          <a:xfrm>
            <a:off x="1774350" y="2835563"/>
            <a:ext cx="5595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cord manual agreement</a:t>
            </a:r>
            <a:endParaRPr/>
          </a:p>
        </p:txBody>
      </p:sp>
      <p:sp>
        <p:nvSpPr>
          <p:cNvPr id="1044" name="Google Shape;1044;p66"/>
          <p:cNvSpPr txBox="1">
            <a:spLocks noGrp="1"/>
          </p:cNvSpPr>
          <p:nvPr>
            <p:ph type="subTitle" idx="3"/>
          </p:nvPr>
        </p:nvSpPr>
        <p:spPr>
          <a:xfrm>
            <a:off x="1774350" y="4046988"/>
            <a:ext cx="5595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Pfirrmann-cervical agreement</a:t>
            </a:r>
            <a:endParaRPr/>
          </a:p>
        </p:txBody>
      </p:sp>
      <p:sp>
        <p:nvSpPr>
          <p:cNvPr id="1045" name="Google Shape;1045;p66"/>
          <p:cNvSpPr txBox="1">
            <a:spLocks noGrp="1"/>
          </p:cNvSpPr>
          <p:nvPr>
            <p:ph type="title"/>
          </p:nvPr>
        </p:nvSpPr>
        <p:spPr>
          <a:xfrm>
            <a:off x="984750" y="820213"/>
            <a:ext cx="7174500" cy="74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2.7-3.8 min</a:t>
            </a:r>
            <a:endParaRPr/>
          </a:p>
        </p:txBody>
      </p:sp>
      <p:sp>
        <p:nvSpPr>
          <p:cNvPr id="1046" name="Google Shape;1046;p66"/>
          <p:cNvSpPr txBox="1">
            <a:spLocks noGrp="1"/>
          </p:cNvSpPr>
          <p:nvPr>
            <p:ph type="title" idx="4"/>
          </p:nvPr>
        </p:nvSpPr>
        <p:spPr>
          <a:xfrm>
            <a:off x="984750" y="2031556"/>
            <a:ext cx="7174500" cy="74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ICC 0.66</a:t>
            </a:r>
            <a:endParaRPr/>
          </a:p>
        </p:txBody>
      </p:sp>
      <p:sp>
        <p:nvSpPr>
          <p:cNvPr id="1047" name="Google Shape;1047;p66"/>
          <p:cNvSpPr txBox="1">
            <a:spLocks noGrp="1"/>
          </p:cNvSpPr>
          <p:nvPr>
            <p:ph type="title" idx="5"/>
          </p:nvPr>
        </p:nvSpPr>
        <p:spPr>
          <a:xfrm>
            <a:off x="984750" y="3242900"/>
            <a:ext cx="7174500" cy="74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kappa 0.265</a:t>
            </a:r>
            <a:endParaRPr/>
          </a:p>
        </p:txBody>
      </p:sp>
      <p:pic>
        <p:nvPicPr>
          <p:cNvPr id="1048" name="Google Shape;1048;p66"/>
          <p:cNvPicPr preferRelativeResize="0"/>
          <p:nvPr/>
        </p:nvPicPr>
        <p:blipFill rotWithShape="1">
          <a:blip r:embed="rId3">
            <a:alphaModFix/>
          </a:blip>
          <a:srcRect l="10117" t="20845" r="55955" b="39142"/>
          <a:stretch/>
        </p:blipFill>
        <p:spPr>
          <a:xfrm rot="10800000">
            <a:off x="6854350" y="1962750"/>
            <a:ext cx="1433650" cy="1690800"/>
          </a:xfrm>
          <a:prstGeom prst="rect">
            <a:avLst/>
          </a:prstGeom>
          <a:noFill/>
          <a:ln>
            <a:noFill/>
          </a:ln>
        </p:spPr>
      </p:pic>
      <p:pic>
        <p:nvPicPr>
          <p:cNvPr id="1049" name="Google Shape;1049;p66"/>
          <p:cNvPicPr preferRelativeResize="0"/>
          <p:nvPr/>
        </p:nvPicPr>
        <p:blipFill rotWithShape="1">
          <a:blip r:embed="rId3">
            <a:alphaModFix/>
          </a:blip>
          <a:srcRect l="10117" t="20845" r="55955" b="39142"/>
          <a:stretch/>
        </p:blipFill>
        <p:spPr>
          <a:xfrm rot="-5400000">
            <a:off x="573975" y="1142325"/>
            <a:ext cx="1433650" cy="1690800"/>
          </a:xfrm>
          <a:prstGeom prst="rect">
            <a:avLst/>
          </a:prstGeom>
          <a:noFill/>
          <a:ln>
            <a:noFill/>
          </a:ln>
        </p:spPr>
      </p:pic>
    </p:spTree>
  </p:cSld>
  <p:clrMapOvr>
    <a:masterClrMapping/>
  </p:clrMapOvr>
</p:sld>
</file>

<file path=ppt/slides/slide28.xml><?xml version="1.0" encoding="utf-8"?>
<p:sld xmlns:a="http://schemas.openxmlformats.org/drawingml/2006/main" xmlns:p="http://schemas.openxmlformats.org/presentationml/2006/main">
  <p:cSld>
    <p:spTree>
      <p:nvGrpSpPr>
        <p:cNvPr id="1" name="Shape 1053"/>
        <p:cNvGrpSpPr/>
        <p:nvPr/>
      </p:nvGrpSpPr>
      <p:grpSpPr>
        <a:xfrm>
          <a:off x="0" y="0"/>
          <a:ext cx="0" cy="0"/>
          <a:chOff x="0" y="0"/>
          <a:chExt cx="0" cy="0"/>
        </a:xfrm>
      </p:grpSpPr>
      <p:sp>
        <p:nvSpPr>
          <p:cNvPr id="1054" name="Google Shape;1054;p67"/>
          <p:cNvSpPr/>
          <p:nvPr/>
        </p:nvSpPr>
        <p:spPr>
          <a:xfrm>
            <a:off x="1547028" y="3083965"/>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67"/>
          <p:cNvSpPr/>
          <p:nvPr/>
        </p:nvSpPr>
        <p:spPr>
          <a:xfrm>
            <a:off x="3609568" y="3083965"/>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67"/>
          <p:cNvSpPr/>
          <p:nvPr/>
        </p:nvSpPr>
        <p:spPr>
          <a:xfrm>
            <a:off x="5716078" y="3083965"/>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Validation snapshot</a:t>
            </a:r>
            <a:endParaRPr/>
          </a:p>
        </p:txBody>
      </p:sp>
      <p:sp>
        <p:nvSpPr>
          <p:cNvPr id="1058" name="Google Shape;1058;p67"/>
          <p:cNvSpPr/>
          <p:nvPr/>
        </p:nvSpPr>
        <p:spPr>
          <a:xfrm>
            <a:off x="1811956" y="1576369"/>
            <a:ext cx="1346400" cy="134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7"/>
          <p:cNvSpPr txBox="1"/>
          <p:nvPr/>
        </p:nvSpPr>
        <p:spPr>
          <a:xfrm>
            <a:off x="1590275" y="3551350"/>
            <a:ext cx="18045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G5.1 myelomalacia specificity</a:t>
            </a:r>
            <a:endParaRPr>
              <a:solidFill>
                <a:schemeClr val="dk1"/>
              </a:solidFill>
              <a:latin typeface="Exo"/>
              <a:ea typeface="Exo"/>
              <a:cs typeface="Exo"/>
              <a:sym typeface="Exo"/>
            </a:endParaRPr>
          </a:p>
        </p:txBody>
      </p:sp>
      <p:sp>
        <p:nvSpPr>
          <p:cNvPr id="1060" name="Google Shape;1060;p67"/>
          <p:cNvSpPr txBox="1"/>
          <p:nvPr/>
        </p:nvSpPr>
        <p:spPr>
          <a:xfrm>
            <a:off x="3615075" y="3551350"/>
            <a:ext cx="18045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G2 disc ratio</a:t>
            </a:r>
            <a:endParaRPr>
              <a:solidFill>
                <a:schemeClr val="dk1"/>
              </a:solidFill>
              <a:latin typeface="Exo"/>
              <a:ea typeface="Exo"/>
              <a:cs typeface="Exo"/>
              <a:sym typeface="Exo"/>
            </a:endParaRPr>
          </a:p>
          <a:p>
            <a:pPr marL="0" lvl="0" indent="0" algn="ctr" rtl="0">
              <a:spcBef>
                <a:spcPts val="0"/>
              </a:spcBef>
              <a:spcAft>
                <a:spcPts val="0"/>
              </a:spcAft>
              <a:buNone/>
            </a:pPr>
            <a:r>
              <a:rPr lang="en">
                <a:solidFill>
                  <a:schemeClr val="dk1"/>
                </a:solidFill>
                <a:latin typeface="Exo"/>
                <a:ea typeface="Exo"/>
                <a:cs typeface="Exo"/>
                <a:sym typeface="Exo"/>
              </a:rPr>
              <a:t>partial discriminator</a:t>
            </a:r>
            <a:endParaRPr>
              <a:solidFill>
                <a:schemeClr val="dk1"/>
              </a:solidFill>
              <a:latin typeface="Exo"/>
              <a:ea typeface="Exo"/>
              <a:cs typeface="Exo"/>
              <a:sym typeface="Exo"/>
            </a:endParaRPr>
          </a:p>
        </p:txBody>
      </p:sp>
      <p:sp>
        <p:nvSpPr>
          <p:cNvPr id="1061" name="Google Shape;1061;p67"/>
          <p:cNvSpPr txBox="1"/>
          <p:nvPr/>
        </p:nvSpPr>
        <p:spPr>
          <a:xfrm>
            <a:off x="5673025" y="3551350"/>
            <a:ext cx="18045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G4 alignment is not a discriminator</a:t>
            </a:r>
            <a:endParaRPr>
              <a:solidFill>
                <a:schemeClr val="dk1"/>
              </a:solidFill>
              <a:latin typeface="Exo"/>
              <a:ea typeface="Exo"/>
              <a:cs typeface="Exo"/>
              <a:sym typeface="Exo"/>
            </a:endParaRPr>
          </a:p>
        </p:txBody>
      </p:sp>
      <p:sp>
        <p:nvSpPr>
          <p:cNvPr id="1062" name="Google Shape;1062;p67"/>
          <p:cNvSpPr txBox="1"/>
          <p:nvPr/>
        </p:nvSpPr>
        <p:spPr>
          <a:xfrm>
            <a:off x="1590275" y="3101550"/>
            <a:ext cx="1804500" cy="461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G5.1</a:t>
            </a:r>
            <a:endParaRPr sz="2000" b="1">
              <a:solidFill>
                <a:schemeClr val="dk1"/>
              </a:solidFill>
              <a:latin typeface="Sora"/>
              <a:ea typeface="Sora"/>
              <a:cs typeface="Sora"/>
              <a:sym typeface="Sora"/>
            </a:endParaRPr>
          </a:p>
        </p:txBody>
      </p:sp>
      <p:sp>
        <p:nvSpPr>
          <p:cNvPr id="1063" name="Google Shape;1063;p67"/>
          <p:cNvSpPr txBox="1"/>
          <p:nvPr/>
        </p:nvSpPr>
        <p:spPr>
          <a:xfrm>
            <a:off x="3615075" y="3101550"/>
            <a:ext cx="1804500" cy="461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G2</a:t>
            </a:r>
            <a:endParaRPr sz="2000" b="1">
              <a:solidFill>
                <a:schemeClr val="dk1"/>
              </a:solidFill>
              <a:latin typeface="Sora"/>
              <a:ea typeface="Sora"/>
              <a:cs typeface="Sora"/>
              <a:sym typeface="Sora"/>
            </a:endParaRPr>
          </a:p>
        </p:txBody>
      </p:sp>
      <p:sp>
        <p:nvSpPr>
          <p:cNvPr id="1064" name="Google Shape;1064;p67"/>
          <p:cNvSpPr txBox="1"/>
          <p:nvPr/>
        </p:nvSpPr>
        <p:spPr>
          <a:xfrm>
            <a:off x="5673025" y="3101550"/>
            <a:ext cx="1804500" cy="461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G4</a:t>
            </a:r>
            <a:endParaRPr sz="2000" b="1">
              <a:solidFill>
                <a:schemeClr val="dk1"/>
              </a:solidFill>
              <a:latin typeface="Sora"/>
              <a:ea typeface="Sora"/>
              <a:cs typeface="Sora"/>
              <a:sym typeface="Sora"/>
            </a:endParaRPr>
          </a:p>
        </p:txBody>
      </p:sp>
      <p:sp>
        <p:nvSpPr>
          <p:cNvPr id="1065" name="Google Shape;1065;p67"/>
          <p:cNvSpPr/>
          <p:nvPr/>
        </p:nvSpPr>
        <p:spPr>
          <a:xfrm rot="10800000" flipH="1">
            <a:off x="1811946" y="1576451"/>
            <a:ext cx="1346400" cy="1346400"/>
          </a:xfrm>
          <a:prstGeom prst="blockArc">
            <a:avLst>
              <a:gd name="adj1" fmla="val 4652799"/>
              <a:gd name="adj2" fmla="val 18754251"/>
              <a:gd name="adj3" fmla="val 24184"/>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7"/>
          <p:cNvSpPr/>
          <p:nvPr/>
        </p:nvSpPr>
        <p:spPr>
          <a:xfrm>
            <a:off x="2105781" y="1870194"/>
            <a:ext cx="758700" cy="75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7"/>
          <p:cNvSpPr/>
          <p:nvPr/>
        </p:nvSpPr>
        <p:spPr>
          <a:xfrm>
            <a:off x="3831781" y="1576369"/>
            <a:ext cx="1346400" cy="134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7"/>
          <p:cNvSpPr/>
          <p:nvPr/>
        </p:nvSpPr>
        <p:spPr>
          <a:xfrm rot="10800000" flipH="1">
            <a:off x="3824021" y="1576451"/>
            <a:ext cx="1346400" cy="1346400"/>
          </a:xfrm>
          <a:prstGeom prst="blockArc">
            <a:avLst>
              <a:gd name="adj1" fmla="val 4652799"/>
              <a:gd name="adj2" fmla="val 1159579"/>
              <a:gd name="adj3" fmla="val 2277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7"/>
          <p:cNvSpPr/>
          <p:nvPr/>
        </p:nvSpPr>
        <p:spPr>
          <a:xfrm>
            <a:off x="4125606" y="1870194"/>
            <a:ext cx="758700" cy="75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7"/>
          <p:cNvSpPr/>
          <p:nvPr/>
        </p:nvSpPr>
        <p:spPr>
          <a:xfrm>
            <a:off x="5851606" y="1576369"/>
            <a:ext cx="1346400" cy="134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7"/>
          <p:cNvSpPr/>
          <p:nvPr/>
        </p:nvSpPr>
        <p:spPr>
          <a:xfrm rot="10800000" flipH="1">
            <a:off x="5851596" y="1576451"/>
            <a:ext cx="1346400" cy="1346400"/>
          </a:xfrm>
          <a:prstGeom prst="blockArc">
            <a:avLst>
              <a:gd name="adj1" fmla="val 4652799"/>
              <a:gd name="adj2" fmla="val 12407356"/>
              <a:gd name="adj3" fmla="val 22448"/>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67"/>
          <p:cNvSpPr/>
          <p:nvPr/>
        </p:nvSpPr>
        <p:spPr>
          <a:xfrm>
            <a:off x="6145431" y="1870194"/>
            <a:ext cx="758700" cy="75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67"/>
          <p:cNvSpPr txBox="1"/>
          <p:nvPr/>
        </p:nvSpPr>
        <p:spPr>
          <a:xfrm>
            <a:off x="4058325" y="1985025"/>
            <a:ext cx="918000" cy="52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91%</a:t>
            </a:r>
            <a:endParaRPr sz="2000" b="1">
              <a:solidFill>
                <a:schemeClr val="dk1"/>
              </a:solidFill>
              <a:latin typeface="Sora"/>
              <a:ea typeface="Sora"/>
              <a:cs typeface="Sora"/>
              <a:sym typeface="Sora"/>
            </a:endParaRPr>
          </a:p>
        </p:txBody>
      </p:sp>
      <p:sp>
        <p:nvSpPr>
          <p:cNvPr id="1074" name="Google Shape;1074;p67"/>
          <p:cNvSpPr txBox="1"/>
          <p:nvPr/>
        </p:nvSpPr>
        <p:spPr>
          <a:xfrm>
            <a:off x="6083163" y="1985025"/>
            <a:ext cx="918000" cy="52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62%</a:t>
            </a:r>
            <a:endParaRPr sz="2000" b="1">
              <a:solidFill>
                <a:schemeClr val="dk1"/>
              </a:solidFill>
              <a:latin typeface="Sora"/>
              <a:ea typeface="Sora"/>
              <a:cs typeface="Sora"/>
              <a:sym typeface="Sora"/>
            </a:endParaRPr>
          </a:p>
        </p:txBody>
      </p:sp>
      <p:sp>
        <p:nvSpPr>
          <p:cNvPr id="1075" name="Google Shape;1075;p67"/>
          <p:cNvSpPr txBox="1"/>
          <p:nvPr/>
        </p:nvSpPr>
        <p:spPr>
          <a:xfrm>
            <a:off x="2033525" y="1985025"/>
            <a:ext cx="918000" cy="52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Sora"/>
                <a:ea typeface="Sora"/>
                <a:cs typeface="Sora"/>
                <a:sym typeface="Sora"/>
              </a:rPr>
              <a:t>57%</a:t>
            </a:r>
            <a:endParaRPr sz="2000" b="1">
              <a:solidFill>
                <a:schemeClr val="dk1"/>
              </a:solidFill>
              <a:latin typeface="Sora"/>
              <a:ea typeface="Sora"/>
              <a:cs typeface="Sora"/>
              <a:sym typeface="Sora"/>
            </a:endParaRPr>
          </a:p>
        </p:txBody>
      </p:sp>
    </p:spTree>
  </p:cSld>
  <p:clrMapOvr>
    <a:masterClrMapping/>
  </p:clrMapOvr>
</p:sld>
</file>

<file path=ppt/slides/slide29.xml><?xml version="1.0" encoding="utf-8"?>
<p:sld xmlns:a="http://schemas.openxmlformats.org/drawingml/2006/main" xmlns:ns2="http://schemas.microsoft.com/office/drawing/2014/main" xmlns:p="http://schemas.openxmlformats.org/presentationml/2006/main" xmlns:r="http://schemas.openxmlformats.org/officeDocument/2006/relationships">
  <p:cSld>
    <p:spTree>
      <p:nvGrpSpPr>
        <p:cNvPr id="1" name="Shape 1079"/>
        <p:cNvGrpSpPr/>
        <p:nvPr/>
      </p:nvGrpSpPr>
      <p:grpSpPr>
        <a:xfrm>
          <a:off x="0" y="0"/>
          <a:ext cx="0" cy="0"/>
          <a:chOff x="0" y="0"/>
          <a:chExt cx="0" cy="0"/>
        </a:xfrm>
      </p:grpSpPr>
      <p:sp>
        <p:nvSpPr>
          <p:cNvPr id="1080" name="Google Shape;1080;p6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Completed validation</a:t>
            </a:r>
            <a:endParaRPr/>
          </a:p>
        </p:txBody>
      </p:sp>
      <p:graphicFrame>
        <p:nvGraphicFramePr>
          <p:cNvPr id="1081" name="Google Shape;1081;p68"/>
          <p:cNvGraphicFramePr/>
          <p:nvPr/>
        </p:nvGraphicFramePr>
        <p:xfrm>
          <a:off x="1292925" y="1274272"/>
          <a:ext cx="3000000" cy="3000000"/>
        </p:xfrm>
        <a:graphic>
          <a:graphicData uri="http://schemas.openxmlformats.org/drawingml/2006/table">
            <a:tbl>
              <a:tblPr>
                <a:noFill/>
                <a:tableStyleId>{1C7F7F96-63CE-423D-B757-84AD032D5FBD}</a:tableStyleId>
              </a:tblPr>
              <a:tblGrid>
                <a:gridCol w="1139750">
                  <a:extLst>
                    <a:ext uri="{9D8B030D-6E8A-4147-A177-3AD203B41FA5}">
                      <ns2:colId val="20000"/>
                    </a:ext>
                  </a:extLst>
                </a:gridCol>
                <a:gridCol w="1083675">
                  <a:extLst>
                    <a:ext uri="{9D8B030D-6E8A-4147-A177-3AD203B41FA5}">
                      <ns2:colId val="20001"/>
                    </a:ext>
                  </a:extLst>
                </a:gridCol>
                <a:gridCol w="1083675">
                  <a:extLst>
                    <a:ext uri="{9D8B030D-6E8A-4147-A177-3AD203B41FA5}">
                      <ns2:colId val="20002"/>
                    </a:ext>
                  </a:extLst>
                </a:gridCol>
                <a:gridCol w="1083675">
                  <a:extLst>
                    <a:ext uri="{9D8B030D-6E8A-4147-A177-3AD203B41FA5}">
                      <ns2:colId val="20003"/>
                    </a:ext>
                  </a:extLst>
                </a:gridCol>
                <a:gridCol w="1083675">
                  <a:extLst>
                    <a:ext uri="{9D8B030D-6E8A-4147-A177-3AD203B41FA5}">
                      <ns2:colId val="20004"/>
                    </a:ext>
                  </a:extLst>
                </a:gridCol>
                <a:gridCol w="1083675">
                  <a:extLst>
                    <a:ext uri="{9D8B030D-6E8A-4147-A177-3AD203B41FA5}">
                      <ns2:colId val="20005"/>
                    </a:ext>
                  </a:extLst>
                </a:gridCol>
              </a:tblGrid>
              <a:tr h="475850">
                <a:tc>
                  <a:txBody>
                    <a:bodyPr/>
                    <a:lstStyle/>
                    <a:p>
                      <a:pPr marL="0" lvl="0" indent="0" algn="l" rtl="0">
                        <a:spcBef>
                          <a:spcPts val="0"/>
                        </a:spcBef>
                        <a:spcAft>
                          <a:spcPts val="0"/>
                        </a:spcAft>
                        <a:buNone/>
                      </a:pPr>
                      <a:endParaRPr>
                        <a:solidFill>
                          <a:schemeClr val="dk1"/>
                        </a:solidFill>
                        <a:latin typeface="Open Sans"/>
                        <a:ea typeface="Open Sans"/>
                        <a:cs typeface="Open Sans"/>
                        <a:sym typeface="Open Sans"/>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dk1"/>
                          </a:solidFill>
                          <a:latin typeface="Sora"/>
                          <a:ea typeface="Sora"/>
                          <a:cs typeface="Sora"/>
                          <a:sym typeface="Sora"/>
                        </a:rPr>
                        <a:t>N / basis</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800" b="1">
                          <a:solidFill>
                            <a:schemeClr val="dk1"/>
                          </a:solidFill>
                          <a:latin typeface="Sora"/>
                          <a:ea typeface="Sora"/>
                          <a:cs typeface="Sora"/>
                          <a:sym typeface="Sora"/>
                        </a:rPr>
                        <a:t>Verdict</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800" b="1">
                          <a:solidFill>
                            <a:schemeClr val="dk1"/>
                          </a:solidFill>
                          <a:latin typeface="Sora"/>
                          <a:ea typeface="Sora"/>
                          <a:cs typeface="Sora"/>
                          <a:sym typeface="Sora"/>
                        </a:rPr>
                        <a:t>Key result</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rgbClr val="D63E3D"/>
                        </a:buClr>
                        <a:buFont typeface="Arial"/>
                        <a:buNone/>
                      </a:pPr>
                      <a:r>
                        <a:rPr lang="en" sz="1800" b="1">
                          <a:solidFill>
                            <a:schemeClr val="dk1"/>
                          </a:solidFill>
                          <a:latin typeface="Sora"/>
                          <a:ea typeface="Sora"/>
                          <a:cs typeface="Sora"/>
                          <a:sym typeface="Sora"/>
                        </a:rPr>
                        <a:t>Claim</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800" b="1">
                          <a:solidFill>
                            <a:schemeClr val="dk1"/>
                          </a:solidFill>
                          <a:latin typeface="Sora"/>
                          <a:ea typeface="Sora"/>
                          <a:cs typeface="Sora"/>
                          <a:sym typeface="Sora"/>
                        </a:rPr>
                        <a:t>Use</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extLst>
                  <a:ext uri="{0D108BD9-81ED-4DB2-BD59-A6C34878D82A}">
                    <ns2:rowId val="10000"/>
                  </a:ext>
                </a:extLst>
              </a:tr>
              <a:tr h="451575">
                <a:tc>
                  <a:txBody>
                    <a:bodyPr/>
                    <a:lstStyle/>
                    <a:p>
                      <a:pPr marL="0" lvl="0" indent="0" algn="l" rtl="0">
                        <a:spcBef>
                          <a:spcPts val="0"/>
                        </a:spcBef>
                        <a:spcAft>
                          <a:spcPts val="0"/>
                        </a:spcAft>
                        <a:buNone/>
                      </a:pPr>
                      <a:r>
                        <a:rPr lang="en" sz="1800" b="1">
                          <a:solidFill>
                            <a:schemeClr val="dk1"/>
                          </a:solidFill>
                          <a:latin typeface="Sora"/>
                          <a:ea typeface="Sora"/>
                          <a:cs typeface="Sora"/>
                          <a:sym typeface="Sora"/>
                        </a:rPr>
                        <a:t>G3</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22 cases</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STRONG</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canal 11.7-&gt;8.6, SAC 4.7-&gt;2.3, cord 6.3-&gt;5.5</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p=.0001 / .0001 / .009</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Lead result</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ns2:rowId val="10001"/>
                  </a:ext>
                </a:extLst>
              </a:tr>
              <a:tr h="451575">
                <a:tc>
                  <a:txBody>
                    <a:bodyPr/>
                    <a:lstStyle/>
                    <a:p>
                      <a:pPr marL="0" lvl="0" indent="0" algn="l" rtl="0">
                        <a:spcBef>
                          <a:spcPts val="0"/>
                        </a:spcBef>
                        <a:spcAft>
                          <a:spcPts val="0"/>
                        </a:spcAft>
                        <a:buNone/>
                      </a:pPr>
                      <a:r>
                        <a:rPr lang="en" sz="1800" b="1">
                          <a:solidFill>
                            <a:schemeClr val="dk1"/>
                          </a:solidFill>
                          <a:latin typeface="Sora"/>
                          <a:ea typeface="Sora"/>
                          <a:cs typeface="Sora"/>
                          <a:sym typeface="Sora"/>
                        </a:rPr>
                        <a:t>G2</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49 cases</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PARTIAL</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ratio AUC 0.62; signal/bulge AUC 0.50</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p=.0018</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Frame carefully</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ns2:rowId val="10002"/>
                  </a:ext>
                </a:extLst>
              </a:tr>
              <a:tr h="451575">
                <a:tc>
                  <a:txBody>
                    <a:bodyPr/>
                    <a:lstStyle/>
                    <a:p>
                      <a:pPr marL="0" lvl="0" indent="0" algn="l" rtl="0">
                        <a:spcBef>
                          <a:spcPts val="0"/>
                        </a:spcBef>
                        <a:spcAft>
                          <a:spcPts val="0"/>
                        </a:spcAft>
                        <a:buNone/>
                      </a:pPr>
                      <a:r>
                        <a:rPr lang="en" sz="1800" b="1">
                          <a:solidFill>
                            <a:schemeClr val="dk1"/>
                          </a:solidFill>
                          <a:latin typeface="Sora"/>
                          <a:ea typeface="Sora"/>
                          <a:cs typeface="Sora"/>
                          <a:sym typeface="Sora"/>
                        </a:rPr>
                        <a:t>G4</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67 cases</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NOT discrim.</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d=0.28, AUC 0.57</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p=.32</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Do not overclaim</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ns2:rowId val="10003"/>
                  </a:ext>
                </a:extLst>
              </a:tr>
              <a:tr h="451575">
                <a:tc>
                  <a:txBody>
                    <a:bodyPr/>
                    <a:lstStyle/>
                    <a:p>
                      <a:pPr marL="0" lvl="0" indent="0" algn="l" rtl="0">
                        <a:spcBef>
                          <a:spcPts val="0"/>
                        </a:spcBef>
                        <a:spcAft>
                          <a:spcPts val="0"/>
                        </a:spcAft>
                        <a:buNone/>
                      </a:pPr>
                      <a:r>
                        <a:rPr lang="en" sz="1800" b="1">
                          <a:solidFill>
                            <a:schemeClr val="dk1"/>
                          </a:solidFill>
                          <a:latin typeface="Sora"/>
                          <a:ea typeface="Sora"/>
                          <a:cs typeface="Sora"/>
                          <a:sym typeface="Sora"/>
                        </a:rPr>
                        <a:t>G1</a:t>
                      </a:r>
                      <a:endParaRPr sz="1800" b="1">
                        <a:solidFill>
                          <a:schemeClr val="dk1"/>
                        </a:solidFill>
                        <a:latin typeface="Sora"/>
                        <a:ea typeface="Sora"/>
                        <a:cs typeface="Sora"/>
                        <a:sym typeface="Sora"/>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screen only</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VALID screen</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0% healthy false-flag; null on spondylosis</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fracture arm untested</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Exo"/>
                          <a:ea typeface="Exo"/>
                          <a:cs typeface="Exo"/>
                          <a:sym typeface="Exo"/>
                        </a:rPr>
                        <a:t>Screen only</a:t>
                      </a:r>
                      <a:endParaRPr>
                        <a:solidFill>
                          <a:schemeClr val="dk1"/>
                        </a:solidFill>
                        <a:latin typeface="Exo"/>
                        <a:ea typeface="Exo"/>
                        <a:cs typeface="Exo"/>
                        <a:sym typeface="Exo"/>
                      </a:endParaRPr>
                    </a:p>
                  </a:txBody>
                  <a:tcPr marL="68650" marR="68650" marT="68700" marB="68700"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ns2:rowId val="10004"/>
                  </a:ext>
                </a:extLst>
              </a:tr>
            </a:tbl>
          </a:graphicData>
        </a:graphic>
      </p:graphicFrame>
      <p:sp>
        <p:nvSpPr>
          <p:cNvPr id="1082" name="Google Shape;1082;p68"/>
          <p:cNvSpPr txBox="1"/>
          <p:nvPr/>
        </p:nvSpPr>
        <p:spPr>
          <a:xfrm>
            <a:off x="2550150" y="3919599"/>
            <a:ext cx="4043700" cy="51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Use the revised 2026-06-08 group-status file as the single source of truth.</a:t>
            </a:r>
            <a:endParaRPr>
              <a:solidFill>
                <a:schemeClr val="dk1"/>
              </a:solidFill>
              <a:latin typeface="Exo"/>
              <a:ea typeface="Exo"/>
              <a:cs typeface="Exo"/>
              <a:sym typeface="Exo"/>
            </a:endParaRPr>
          </a:p>
        </p:txBody>
      </p:sp>
      <p:pic>
        <p:nvPicPr>
          <p:cNvPr id="1083" name="Google Shape;1083;p68"/>
          <p:cNvPicPr preferRelativeResize="0"/>
          <p:nvPr/>
        </p:nvPicPr>
        <p:blipFill rotWithShape="1">
          <a:blip r:embed="rId3">
            <a:alphaModFix/>
          </a:blip>
          <a:srcRect l="60513" t="15763" r="16584" b="61860"/>
          <a:stretch/>
        </p:blipFill>
        <p:spPr>
          <a:xfrm flipH="1">
            <a:off x="7883683" y="445025"/>
            <a:ext cx="848742" cy="829250"/>
          </a:xfrm>
          <a:prstGeom prst="rect">
            <a:avLst/>
          </a:prstGeom>
          <a:noFill/>
          <a:ln>
            <a:noFill/>
          </a:ln>
        </p:spPr>
      </p:pic>
      <p:pic>
        <p:nvPicPr>
          <p:cNvPr id="1084" name="Google Shape;1084;p68"/>
          <p:cNvPicPr preferRelativeResize="0"/>
          <p:nvPr/>
        </p:nvPicPr>
        <p:blipFill rotWithShape="1">
          <a:blip r:embed="rId3">
            <a:alphaModFix/>
          </a:blip>
          <a:srcRect l="60513" t="15763" r="16584" b="61860"/>
          <a:stretch/>
        </p:blipFill>
        <p:spPr>
          <a:xfrm rot="1097342" flipH="1">
            <a:off x="467288" y="3964298"/>
            <a:ext cx="875177" cy="855079"/>
          </a:xfrm>
          <a:prstGeom prst="rect">
            <a:avLst/>
          </a:prstGeom>
          <a:noFill/>
          <a:ln>
            <a:noFill/>
          </a:ln>
        </p:spPr>
      </p:pic>
    </p:spTree>
  </p:cSld>
  <p:clrMapOvr>
    <a:masterClrMapping/>
  </p:clrMapOvr>
</p:sld>
</file>

<file path=ppt/slides/slide30.xml><?xml version="1.0" encoding="utf-8"?>
<p:sld xmlns:a="http://schemas.openxmlformats.org/drawingml/2006/main" xmlns:p="http://schemas.openxmlformats.org/presentationml/2006/main">
  <p:cSld>
    <p:spTree>
      <p:nvGrpSpPr>
        <p:cNvPr id="1" name="Shape 1088"/>
        <p:cNvGrpSpPr/>
        <p:nvPr/>
      </p:nvGrpSpPr>
      <p:grpSpPr>
        <a:xfrm>
          <a:off x="0" y="0"/>
          <a:ext cx="0" cy="0"/>
          <a:chOff x="0" y="0"/>
          <a:chExt cx="0" cy="0"/>
        </a:xfrm>
      </p:grpSpPr>
      <p:cxnSp>
        <p:nvCxnSpPr>
          <p:cNvPr id="1089" name="Google Shape;1089;p69"/>
          <p:cNvCxnSpPr/>
          <p:nvPr/>
        </p:nvCxnSpPr>
        <p:spPr>
          <a:xfrm>
            <a:off x="2641125" y="1797731"/>
            <a:ext cx="4583100" cy="0"/>
          </a:xfrm>
          <a:prstGeom prst="straightConnector1">
            <a:avLst/>
          </a:prstGeom>
          <a:noFill/>
          <a:ln w="19050" cap="flat" cmpd="sng">
            <a:solidFill>
              <a:schemeClr val="accent1"/>
            </a:solidFill>
            <a:prstDash val="solid"/>
            <a:round/>
            <a:headEnd type="none" w="med" len="med"/>
            <a:tailEnd type="none" w="med" len="med"/>
          </a:ln>
        </p:spPr>
      </p:cxnSp>
      <p:sp>
        <p:nvSpPr>
          <p:cNvPr id="1090" name="Google Shape;1090;p69"/>
          <p:cNvSpPr/>
          <p:nvPr/>
        </p:nvSpPr>
        <p:spPr>
          <a:xfrm>
            <a:off x="1563289" y="1537220"/>
            <a:ext cx="1820700" cy="502500"/>
          </a:xfrm>
          <a:prstGeom prst="roundRect">
            <a:avLst>
              <a:gd name="adj" fmla="val 50000"/>
            </a:avLst>
          </a:prstGeom>
          <a:solidFill>
            <a:schemeClr val="dk2"/>
          </a:solid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9"/>
          <p:cNvSpPr/>
          <p:nvPr/>
        </p:nvSpPr>
        <p:spPr>
          <a:xfrm>
            <a:off x="3695413" y="1537220"/>
            <a:ext cx="1820700" cy="502500"/>
          </a:xfrm>
          <a:prstGeom prst="roundRect">
            <a:avLst>
              <a:gd name="adj" fmla="val 50000"/>
            </a:avLst>
          </a:prstGeom>
          <a:solidFill>
            <a:schemeClr val="dk2"/>
          </a:solid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9"/>
          <p:cNvSpPr/>
          <p:nvPr/>
        </p:nvSpPr>
        <p:spPr>
          <a:xfrm>
            <a:off x="5878438" y="1537220"/>
            <a:ext cx="1820700" cy="502500"/>
          </a:xfrm>
          <a:prstGeom prst="roundRect">
            <a:avLst>
              <a:gd name="adj" fmla="val 50000"/>
            </a:avLst>
          </a:prstGeom>
          <a:solidFill>
            <a:schemeClr val="dk2"/>
          </a:solid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Deployment architecture</a:t>
            </a:r>
            <a:endParaRPr/>
          </a:p>
        </p:txBody>
      </p:sp>
      <p:sp>
        <p:nvSpPr>
          <p:cNvPr id="1094" name="Google Shape;1094;p69"/>
          <p:cNvSpPr txBox="1"/>
          <p:nvPr/>
        </p:nvSpPr>
        <p:spPr>
          <a:xfrm>
            <a:off x="1642300" y="3188850"/>
            <a:ext cx="16908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Public API and orchestration layer</a:t>
            </a:r>
            <a:endParaRPr>
              <a:solidFill>
                <a:schemeClr val="dk1"/>
              </a:solidFill>
              <a:latin typeface="Exo"/>
              <a:ea typeface="Exo"/>
              <a:cs typeface="Exo"/>
              <a:sym typeface="Exo"/>
            </a:endParaRPr>
          </a:p>
        </p:txBody>
      </p:sp>
      <p:sp>
        <p:nvSpPr>
          <p:cNvPr id="1095" name="Google Shape;1095;p69"/>
          <p:cNvSpPr txBox="1"/>
          <p:nvPr/>
        </p:nvSpPr>
        <p:spPr>
          <a:xfrm>
            <a:off x="1642300" y="1544025"/>
            <a:ext cx="16908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EEP</a:t>
            </a:r>
            <a:endParaRPr sz="2000" b="1">
              <a:solidFill>
                <a:schemeClr val="dk1"/>
              </a:solidFill>
              <a:latin typeface="Sora"/>
              <a:ea typeface="Sora"/>
              <a:cs typeface="Sora"/>
              <a:sym typeface="Sora"/>
            </a:endParaRPr>
          </a:p>
        </p:txBody>
      </p:sp>
      <p:sp>
        <p:nvSpPr>
          <p:cNvPr id="1096" name="Google Shape;1096;p69"/>
          <p:cNvSpPr txBox="1"/>
          <p:nvPr/>
        </p:nvSpPr>
        <p:spPr>
          <a:xfrm>
            <a:off x="3764700" y="3188850"/>
            <a:ext cx="16908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Runs the measurement and interpretation stack</a:t>
            </a:r>
            <a:endParaRPr>
              <a:solidFill>
                <a:schemeClr val="dk1"/>
              </a:solidFill>
              <a:latin typeface="Exo"/>
              <a:ea typeface="Exo"/>
              <a:cs typeface="Exo"/>
              <a:sym typeface="Exo"/>
            </a:endParaRPr>
          </a:p>
        </p:txBody>
      </p:sp>
      <p:sp>
        <p:nvSpPr>
          <p:cNvPr id="1097" name="Google Shape;1097;p69"/>
          <p:cNvSpPr txBox="1"/>
          <p:nvPr/>
        </p:nvSpPr>
        <p:spPr>
          <a:xfrm>
            <a:off x="3764700" y="1544025"/>
            <a:ext cx="16908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Measurements IEP</a:t>
            </a:r>
            <a:endParaRPr sz="2000" b="1">
              <a:solidFill>
                <a:schemeClr val="dk1"/>
              </a:solidFill>
              <a:latin typeface="Sora"/>
              <a:ea typeface="Sora"/>
              <a:cs typeface="Sora"/>
              <a:sym typeface="Sora"/>
            </a:endParaRPr>
          </a:p>
        </p:txBody>
      </p:sp>
      <p:sp>
        <p:nvSpPr>
          <p:cNvPr id="1098" name="Google Shape;1098;p69"/>
          <p:cNvSpPr txBox="1"/>
          <p:nvPr/>
        </p:nvSpPr>
        <p:spPr>
          <a:xfrm>
            <a:off x="5986375" y="3188850"/>
            <a:ext cx="1690800" cy="64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Produces the clinical report, impressions, and PDF export</a:t>
            </a:r>
            <a:endParaRPr>
              <a:solidFill>
                <a:schemeClr val="dk1"/>
              </a:solidFill>
              <a:latin typeface="Exo"/>
              <a:ea typeface="Exo"/>
              <a:cs typeface="Exo"/>
              <a:sym typeface="Exo"/>
            </a:endParaRPr>
          </a:p>
        </p:txBody>
      </p:sp>
      <p:sp>
        <p:nvSpPr>
          <p:cNvPr id="1099" name="Google Shape;1099;p69"/>
          <p:cNvSpPr txBox="1"/>
          <p:nvPr/>
        </p:nvSpPr>
        <p:spPr>
          <a:xfrm>
            <a:off x="5986375" y="1544025"/>
            <a:ext cx="16908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Reporting IEP</a:t>
            </a:r>
            <a:endParaRPr sz="2000" b="1">
              <a:solidFill>
                <a:schemeClr val="dk1"/>
              </a:solidFill>
              <a:latin typeface="Sora"/>
              <a:ea typeface="Sora"/>
              <a:cs typeface="Sora"/>
              <a:sym typeface="Sora"/>
            </a:endParaRPr>
          </a:p>
        </p:txBody>
      </p:sp>
      <p:grpSp>
        <p:nvGrpSpPr>
          <p:cNvPr id="1100" name="Google Shape;1100;p69"/>
          <p:cNvGrpSpPr/>
          <p:nvPr/>
        </p:nvGrpSpPr>
        <p:grpSpPr>
          <a:xfrm>
            <a:off x="6575485" y="2401546"/>
            <a:ext cx="512581" cy="502490"/>
            <a:chOff x="-22863675" y="3131775"/>
            <a:chExt cx="299300" cy="293425"/>
          </a:xfrm>
        </p:grpSpPr>
        <p:sp>
          <p:nvSpPr>
            <p:cNvPr id="1101" name="Google Shape;1101;p6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69"/>
          <p:cNvGrpSpPr/>
          <p:nvPr/>
        </p:nvGrpSpPr>
        <p:grpSpPr>
          <a:xfrm>
            <a:off x="2232735" y="2488921"/>
            <a:ext cx="509927" cy="327772"/>
            <a:chOff x="-27721750" y="3598250"/>
            <a:chExt cx="297750" cy="191400"/>
          </a:xfrm>
        </p:grpSpPr>
        <p:sp>
          <p:nvSpPr>
            <p:cNvPr id="1105" name="Google Shape;1105;p6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 name="Google Shape;1107;p69"/>
          <p:cNvSpPr/>
          <p:nvPr/>
        </p:nvSpPr>
        <p:spPr>
          <a:xfrm>
            <a:off x="4340303" y="2405340"/>
            <a:ext cx="539597" cy="495127"/>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 name="Google Shape;1108;p69"/>
          <p:cNvGrpSpPr/>
          <p:nvPr/>
        </p:nvGrpSpPr>
        <p:grpSpPr>
          <a:xfrm rot="10800000" flipH="1">
            <a:off x="2573722" y="4047302"/>
            <a:ext cx="3996560" cy="564600"/>
            <a:chOff x="1524913" y="922950"/>
            <a:chExt cx="6094175" cy="564600"/>
          </a:xfrm>
        </p:grpSpPr>
        <p:cxnSp>
          <p:nvCxnSpPr>
            <p:cNvPr id="1109" name="Google Shape;1109;p69"/>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110" name="Google Shape;1110;p69"/>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
</file>

<file path=ppt/slides/slide31.xml><?xml version="1.0" encoding="utf-8"?>
<p:sld xmlns:a="http://schemas.openxmlformats.org/drawingml/2006/main" xmlns:p="http://schemas.openxmlformats.org/presentationml/2006/main">
  <p:cSld>
    <p:spTree>
      <p:nvGrpSpPr>
        <p:cNvPr id="1" name="Shape 1114"/>
        <p:cNvGrpSpPr/>
        <p:nvPr/>
      </p:nvGrpSpPr>
      <p:grpSpPr>
        <a:xfrm>
          <a:off x="0" y="0"/>
          <a:ext cx="0" cy="0"/>
          <a:chOff x="0" y="0"/>
          <a:chExt cx="0" cy="0"/>
        </a:xfrm>
      </p:grpSpPr>
      <p:sp>
        <p:nvSpPr>
          <p:cNvPr id="1115" name="Google Shape;1115;p7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Validation by group</a:t>
            </a:r>
            <a:endParaRPr/>
          </a:p>
        </p:txBody>
      </p:sp>
      <p:sp>
        <p:nvSpPr>
          <p:cNvPr id="1116" name="Google Shape;1116;p70"/>
          <p:cNvSpPr txBox="1">
            <a:spLocks noGrp="1"/>
          </p:cNvSpPr>
          <p:nvPr>
            <p:ph type="title" idx="2"/>
          </p:nvPr>
        </p:nvSpPr>
        <p:spPr>
          <a:xfrm>
            <a:off x="1101175" y="1844141"/>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G1</a:t>
            </a:r>
            <a:endParaRPr/>
          </a:p>
        </p:txBody>
      </p:sp>
      <p:sp>
        <p:nvSpPr>
          <p:cNvPr id="1117" name="Google Shape;1117;p70"/>
          <p:cNvSpPr txBox="1">
            <a:spLocks noGrp="1"/>
          </p:cNvSpPr>
          <p:nvPr>
            <p:ph type="subTitle" idx="1"/>
          </p:nvPr>
        </p:nvSpPr>
        <p:spPr>
          <a:xfrm>
            <a:off x="1101175" y="2269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Validated as a screen; abnormal fracture arm still untested</a:t>
            </a:r>
            <a:endParaRPr/>
          </a:p>
        </p:txBody>
      </p:sp>
      <p:sp>
        <p:nvSpPr>
          <p:cNvPr id="1118" name="Google Shape;1118;p70"/>
          <p:cNvSpPr txBox="1">
            <a:spLocks noGrp="1"/>
          </p:cNvSpPr>
          <p:nvPr>
            <p:ph type="title" idx="3"/>
          </p:nvPr>
        </p:nvSpPr>
        <p:spPr>
          <a:xfrm>
            <a:off x="3578947" y="1844141"/>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G2</a:t>
            </a:r>
            <a:endParaRPr/>
          </a:p>
        </p:txBody>
      </p:sp>
      <p:sp>
        <p:nvSpPr>
          <p:cNvPr id="1119" name="Google Shape;1119;p70"/>
          <p:cNvSpPr txBox="1">
            <a:spLocks noGrp="1"/>
          </p:cNvSpPr>
          <p:nvPr>
            <p:ph type="subTitle" idx="4"/>
          </p:nvPr>
        </p:nvSpPr>
        <p:spPr>
          <a:xfrm>
            <a:off x="3578948" y="2269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rgbClr val="D63E3D"/>
              </a:buClr>
              <a:buFont typeface="Arial"/>
              <a:buNone/>
            </a:pPr>
            <a:r>
              <a:rPr lang="en">
                <a:solidFill>
                  <a:schemeClr val="dk1"/>
                </a:solidFill>
              </a:rPr>
              <a:t>Partial only: ratio discriminates, signal and bulge do not</a:t>
            </a:r>
            <a:endParaRPr>
              <a:solidFill>
                <a:schemeClr val="dk1"/>
              </a:solidFill>
            </a:endParaRPr>
          </a:p>
        </p:txBody>
      </p:sp>
      <p:sp>
        <p:nvSpPr>
          <p:cNvPr id="1120" name="Google Shape;1120;p70"/>
          <p:cNvSpPr txBox="1">
            <a:spLocks noGrp="1"/>
          </p:cNvSpPr>
          <p:nvPr>
            <p:ph type="title" idx="5"/>
          </p:nvPr>
        </p:nvSpPr>
        <p:spPr>
          <a:xfrm>
            <a:off x="1101175" y="3506153"/>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G3</a:t>
            </a:r>
            <a:endParaRPr/>
          </a:p>
        </p:txBody>
      </p:sp>
      <p:sp>
        <p:nvSpPr>
          <p:cNvPr id="1121" name="Google Shape;1121;p70"/>
          <p:cNvSpPr txBox="1">
            <a:spLocks noGrp="1"/>
          </p:cNvSpPr>
          <p:nvPr>
            <p:ph type="subTitle" idx="6"/>
          </p:nvPr>
        </p:nvSpPr>
        <p:spPr>
          <a:xfrm>
            <a:off x="1101175" y="3931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Strongest result: canal, cord, and SAC separate healthy vs symptomatic</a:t>
            </a:r>
            <a:endParaRPr/>
          </a:p>
        </p:txBody>
      </p:sp>
      <p:sp>
        <p:nvSpPr>
          <p:cNvPr id="1122" name="Google Shape;1122;p70"/>
          <p:cNvSpPr txBox="1">
            <a:spLocks noGrp="1"/>
          </p:cNvSpPr>
          <p:nvPr>
            <p:ph type="title" idx="7"/>
          </p:nvPr>
        </p:nvSpPr>
        <p:spPr>
          <a:xfrm>
            <a:off x="3578947" y="3506153"/>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G4</a:t>
            </a:r>
            <a:endParaRPr/>
          </a:p>
        </p:txBody>
      </p:sp>
      <p:sp>
        <p:nvSpPr>
          <p:cNvPr id="1123" name="Google Shape;1123;p70"/>
          <p:cNvSpPr txBox="1">
            <a:spLocks noGrp="1"/>
          </p:cNvSpPr>
          <p:nvPr>
            <p:ph type="subTitle" idx="8"/>
          </p:nvPr>
        </p:nvSpPr>
        <p:spPr>
          <a:xfrm>
            <a:off x="3578948" y="3931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Reads lordosis correctly, but not a disease discriminator</a:t>
            </a:r>
            <a:endParaRPr/>
          </a:p>
        </p:txBody>
      </p:sp>
      <p:sp>
        <p:nvSpPr>
          <p:cNvPr id="1124" name="Google Shape;1124;p70"/>
          <p:cNvSpPr txBox="1">
            <a:spLocks noGrp="1"/>
          </p:cNvSpPr>
          <p:nvPr>
            <p:ph type="title" idx="9"/>
          </p:nvPr>
        </p:nvSpPr>
        <p:spPr>
          <a:xfrm>
            <a:off x="6056725" y="1844141"/>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G5.1</a:t>
            </a:r>
            <a:endParaRPr/>
          </a:p>
        </p:txBody>
      </p:sp>
      <p:sp>
        <p:nvSpPr>
          <p:cNvPr id="1125" name="Google Shape;1125;p70"/>
          <p:cNvSpPr txBox="1">
            <a:spLocks noGrp="1"/>
          </p:cNvSpPr>
          <p:nvPr>
            <p:ph type="subTitle" idx="13"/>
          </p:nvPr>
        </p:nvSpPr>
        <p:spPr>
          <a:xfrm>
            <a:off x="6056727" y="2269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91% healthy specificity; sensitivity comes from the SCIseg paper</a:t>
            </a:r>
            <a:endParaRPr/>
          </a:p>
        </p:txBody>
      </p:sp>
      <p:sp>
        <p:nvSpPr>
          <p:cNvPr id="1126" name="Google Shape;1126;p70"/>
          <p:cNvSpPr txBox="1">
            <a:spLocks noGrp="1"/>
          </p:cNvSpPr>
          <p:nvPr>
            <p:ph type="title" idx="14"/>
          </p:nvPr>
        </p:nvSpPr>
        <p:spPr>
          <a:xfrm>
            <a:off x="6056725" y="3506153"/>
            <a:ext cx="1986000" cy="41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G6</a:t>
            </a:r>
            <a:endParaRPr/>
          </a:p>
        </p:txBody>
      </p:sp>
      <p:sp>
        <p:nvSpPr>
          <p:cNvPr id="1127" name="Google Shape;1127;p70"/>
          <p:cNvSpPr txBox="1">
            <a:spLocks noGrp="1"/>
          </p:cNvSpPr>
          <p:nvPr>
            <p:ph type="subTitle" idx="15"/>
          </p:nvPr>
        </p:nvSpPr>
        <p:spPr>
          <a:xfrm>
            <a:off x="6056727" y="3931375"/>
            <a:ext cx="19860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Built and wired end-to-end, but not yet clinically accuracy-tested</a:t>
            </a:r>
            <a:endParaRPr/>
          </a:p>
        </p:txBody>
      </p:sp>
      <p:grpSp>
        <p:nvGrpSpPr>
          <p:cNvPr id="1128" name="Google Shape;1128;p70"/>
          <p:cNvGrpSpPr/>
          <p:nvPr/>
        </p:nvGrpSpPr>
        <p:grpSpPr>
          <a:xfrm>
            <a:off x="4394114" y="1370876"/>
            <a:ext cx="355663" cy="308725"/>
            <a:chOff x="-28462125" y="3199700"/>
            <a:chExt cx="298550" cy="259150"/>
          </a:xfrm>
        </p:grpSpPr>
        <p:sp>
          <p:nvSpPr>
            <p:cNvPr id="1129" name="Google Shape;1129;p70"/>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70"/>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0"/>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70"/>
          <p:cNvGrpSpPr/>
          <p:nvPr/>
        </p:nvGrpSpPr>
        <p:grpSpPr>
          <a:xfrm>
            <a:off x="1952137" y="3018087"/>
            <a:ext cx="299344" cy="351880"/>
            <a:chOff x="-27691025" y="3175300"/>
            <a:chExt cx="251275" cy="295375"/>
          </a:xfrm>
        </p:grpSpPr>
        <p:sp>
          <p:nvSpPr>
            <p:cNvPr id="1133" name="Google Shape;1133;p70"/>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0"/>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0"/>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0"/>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70"/>
          <p:cNvGrpSpPr/>
          <p:nvPr/>
        </p:nvGrpSpPr>
        <p:grpSpPr>
          <a:xfrm>
            <a:off x="6872201" y="3028407"/>
            <a:ext cx="353757" cy="331241"/>
            <a:chOff x="-25834600" y="3564375"/>
            <a:chExt cx="296950" cy="278050"/>
          </a:xfrm>
        </p:grpSpPr>
        <p:sp>
          <p:nvSpPr>
            <p:cNvPr id="1138" name="Google Shape;1138;p70"/>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70"/>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70"/>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0"/>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0"/>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0"/>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0"/>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0"/>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70"/>
          <p:cNvGrpSpPr/>
          <p:nvPr/>
        </p:nvGrpSpPr>
        <p:grpSpPr>
          <a:xfrm>
            <a:off x="1979690" y="1349745"/>
            <a:ext cx="228968" cy="350987"/>
            <a:chOff x="-23930925" y="3149300"/>
            <a:chExt cx="192200" cy="294625"/>
          </a:xfrm>
        </p:grpSpPr>
        <p:sp>
          <p:nvSpPr>
            <p:cNvPr id="1147" name="Google Shape;1147;p70"/>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0"/>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0"/>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0"/>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70"/>
          <p:cNvGrpSpPr/>
          <p:nvPr/>
        </p:nvGrpSpPr>
        <p:grpSpPr>
          <a:xfrm>
            <a:off x="4396000" y="3017626"/>
            <a:ext cx="351880" cy="352803"/>
            <a:chOff x="-23615075" y="3148525"/>
            <a:chExt cx="295375" cy="296150"/>
          </a:xfrm>
        </p:grpSpPr>
        <p:sp>
          <p:nvSpPr>
            <p:cNvPr id="1152" name="Google Shape;1152;p70"/>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0"/>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0"/>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0"/>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 name="Google Shape;1156;p70"/>
          <p:cNvSpPr/>
          <p:nvPr/>
        </p:nvSpPr>
        <p:spPr>
          <a:xfrm>
            <a:off x="6842327" y="1348360"/>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p="http://schemas.openxmlformats.org/presentationml/2006/main">
  <p:cSld>
    <p:spTree>
      <p:nvGrpSpPr>
        <p:cNvPr id="1" name="Shape 1160"/>
        <p:cNvGrpSpPr/>
        <p:nvPr/>
      </p:nvGrpSpPr>
      <p:grpSpPr>
        <a:xfrm>
          <a:off x="0" y="0"/>
          <a:ext cx="0" cy="0"/>
          <a:chOff x="0" y="0"/>
          <a:chExt cx="0" cy="0"/>
        </a:xfrm>
      </p:grpSpPr>
      <p:sp>
        <p:nvSpPr>
          <p:cNvPr id="1161" name="Google Shape;1161;p71"/>
          <p:cNvSpPr/>
          <p:nvPr/>
        </p:nvSpPr>
        <p:spPr>
          <a:xfrm>
            <a:off x="1639712" y="1554650"/>
            <a:ext cx="22989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71"/>
          <p:cNvSpPr/>
          <p:nvPr/>
        </p:nvSpPr>
        <p:spPr>
          <a:xfrm>
            <a:off x="1639712" y="2890875"/>
            <a:ext cx="22989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71"/>
          <p:cNvSpPr/>
          <p:nvPr/>
        </p:nvSpPr>
        <p:spPr>
          <a:xfrm>
            <a:off x="5205387" y="1554650"/>
            <a:ext cx="22989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1"/>
          <p:cNvSpPr/>
          <p:nvPr/>
        </p:nvSpPr>
        <p:spPr>
          <a:xfrm>
            <a:off x="5205387" y="2890875"/>
            <a:ext cx="22989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7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Caveats / honesty guards</a:t>
            </a:r>
            <a:endParaRPr/>
          </a:p>
        </p:txBody>
      </p:sp>
      <p:sp>
        <p:nvSpPr>
          <p:cNvPr id="1166" name="Google Shape;1166;p71"/>
          <p:cNvSpPr txBox="1">
            <a:spLocks noGrp="1"/>
          </p:cNvSpPr>
          <p:nvPr>
            <p:ph type="title" idx="4294967295"/>
          </p:nvPr>
        </p:nvSpPr>
        <p:spPr>
          <a:xfrm>
            <a:off x="1639736" y="1542050"/>
            <a:ext cx="2298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a:t>No per-case GT</a:t>
            </a:r>
            <a:endParaRPr sz="2000"/>
          </a:p>
        </p:txBody>
      </p:sp>
      <p:sp>
        <p:nvSpPr>
          <p:cNvPr id="1167" name="Google Shape;1167;p71"/>
          <p:cNvSpPr txBox="1">
            <a:spLocks noGrp="1"/>
          </p:cNvSpPr>
          <p:nvPr>
            <p:ph type="subTitle" idx="4294967295"/>
          </p:nvPr>
        </p:nvSpPr>
        <p:spPr>
          <a:xfrm>
            <a:off x="1639736" y="2068875"/>
            <a:ext cx="22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Show distribution separation, not accuracy or sens/spec.</a:t>
            </a:r>
            <a:endParaRPr/>
          </a:p>
        </p:txBody>
      </p:sp>
      <p:sp>
        <p:nvSpPr>
          <p:cNvPr id="1168" name="Google Shape;1168;p71"/>
          <p:cNvSpPr txBox="1">
            <a:spLocks noGrp="1"/>
          </p:cNvSpPr>
          <p:nvPr>
            <p:ph type="title" idx="4294967295"/>
          </p:nvPr>
        </p:nvSpPr>
        <p:spPr>
          <a:xfrm>
            <a:off x="5205364" y="1542050"/>
            <a:ext cx="2298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a:t>G4 is limited</a:t>
            </a:r>
            <a:endParaRPr sz="2000"/>
          </a:p>
        </p:txBody>
      </p:sp>
      <p:sp>
        <p:nvSpPr>
          <p:cNvPr id="1169" name="Google Shape;1169;p71"/>
          <p:cNvSpPr txBox="1">
            <a:spLocks noGrp="1"/>
          </p:cNvSpPr>
          <p:nvPr>
            <p:ph type="subTitle" idx="4294967295"/>
          </p:nvPr>
        </p:nvSpPr>
        <p:spPr>
          <a:xfrm>
            <a:off x="5205364" y="2068875"/>
            <a:ext cx="22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Do not present G4 as clinically validated.</a:t>
            </a:r>
            <a:endParaRPr/>
          </a:p>
        </p:txBody>
      </p:sp>
      <p:sp>
        <p:nvSpPr>
          <p:cNvPr id="1170" name="Google Shape;1170;p71"/>
          <p:cNvSpPr txBox="1">
            <a:spLocks noGrp="1"/>
          </p:cNvSpPr>
          <p:nvPr>
            <p:ph type="title" idx="4294967295"/>
          </p:nvPr>
        </p:nvSpPr>
        <p:spPr>
          <a:xfrm>
            <a:off x="1639736" y="2863163"/>
            <a:ext cx="2298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a:t>G2 is partial</a:t>
            </a:r>
            <a:endParaRPr sz="2000"/>
          </a:p>
        </p:txBody>
      </p:sp>
      <p:sp>
        <p:nvSpPr>
          <p:cNvPr id="1171" name="Google Shape;1171;p71"/>
          <p:cNvSpPr txBox="1">
            <a:spLocks noGrp="1"/>
          </p:cNvSpPr>
          <p:nvPr>
            <p:ph type="subTitle" idx="4294967295"/>
          </p:nvPr>
        </p:nvSpPr>
        <p:spPr>
          <a:xfrm>
            <a:off x="1639736" y="3389988"/>
            <a:ext cx="22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Disc ratio helps; disc signal and bulge do not.</a:t>
            </a:r>
            <a:endParaRPr/>
          </a:p>
        </p:txBody>
      </p:sp>
      <p:sp>
        <p:nvSpPr>
          <p:cNvPr id="1172" name="Google Shape;1172;p71"/>
          <p:cNvSpPr txBox="1">
            <a:spLocks noGrp="1"/>
          </p:cNvSpPr>
          <p:nvPr>
            <p:ph type="title" idx="4294967295"/>
          </p:nvPr>
        </p:nvSpPr>
        <p:spPr>
          <a:xfrm>
            <a:off x="5205364" y="2863163"/>
            <a:ext cx="2298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a:t>Clinical stance</a:t>
            </a:r>
            <a:endParaRPr sz="2000"/>
          </a:p>
        </p:txBody>
      </p:sp>
      <p:sp>
        <p:nvSpPr>
          <p:cNvPr id="1173" name="Google Shape;1173;p71"/>
          <p:cNvSpPr txBox="1">
            <a:spLocks noGrp="1"/>
          </p:cNvSpPr>
          <p:nvPr>
            <p:ph type="subTitle" idx="4294967295"/>
          </p:nvPr>
        </p:nvSpPr>
        <p:spPr>
          <a:xfrm>
            <a:off x="5205364" y="3389988"/>
            <a:ext cx="22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Outputs are screens for physician review, never diagnoses.</a:t>
            </a:r>
            <a:endParaRPr/>
          </a:p>
        </p:txBody>
      </p:sp>
      <p:sp>
        <p:nvSpPr>
          <p:cNvPr id="1174" name="Google Shape;1174;p71"/>
          <p:cNvSpPr/>
          <p:nvPr/>
        </p:nvSpPr>
        <p:spPr>
          <a:xfrm>
            <a:off x="8420025" y="355275"/>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71"/>
          <p:cNvSpPr/>
          <p:nvPr/>
        </p:nvSpPr>
        <p:spPr>
          <a:xfrm>
            <a:off x="-952575" y="2671469"/>
            <a:ext cx="1701372" cy="2116901"/>
          </a:xfrm>
          <a:custGeom>
            <a:avLst/>
            <a:gdLst/>
            <a:ahLst/>
            <a:cxnLst/>
            <a:rect l="l" t="t" r="r" b="b"/>
            <a:pathLst>
              <a:path w="76022" h="90747" fill="none" extrusionOk="0">
                <a:moveTo>
                  <a:pt x="53307" y="90746"/>
                </a:moveTo>
                <a:lnTo>
                  <a:pt x="22715" y="90746"/>
                </a:lnTo>
                <a:lnTo>
                  <a:pt x="22715" y="90746"/>
                </a:lnTo>
                <a:lnTo>
                  <a:pt x="21574" y="90718"/>
                </a:lnTo>
                <a:lnTo>
                  <a:pt x="20405" y="90635"/>
                </a:lnTo>
                <a:lnTo>
                  <a:pt x="19291" y="90495"/>
                </a:lnTo>
                <a:lnTo>
                  <a:pt x="18150" y="90273"/>
                </a:lnTo>
                <a:lnTo>
                  <a:pt x="17064" y="90022"/>
                </a:lnTo>
                <a:lnTo>
                  <a:pt x="15979" y="89716"/>
                </a:lnTo>
                <a:lnTo>
                  <a:pt x="14949" y="89354"/>
                </a:lnTo>
                <a:lnTo>
                  <a:pt x="13919" y="88965"/>
                </a:lnTo>
                <a:lnTo>
                  <a:pt x="12889" y="88491"/>
                </a:lnTo>
                <a:lnTo>
                  <a:pt x="11915" y="87990"/>
                </a:lnTo>
                <a:lnTo>
                  <a:pt x="10968" y="87434"/>
                </a:lnTo>
                <a:lnTo>
                  <a:pt x="10050" y="86849"/>
                </a:lnTo>
                <a:lnTo>
                  <a:pt x="9159" y="86209"/>
                </a:lnTo>
                <a:lnTo>
                  <a:pt x="8296" y="85541"/>
                </a:lnTo>
                <a:lnTo>
                  <a:pt x="7489" y="84817"/>
                </a:lnTo>
                <a:lnTo>
                  <a:pt x="6681" y="84065"/>
                </a:lnTo>
                <a:lnTo>
                  <a:pt x="5930" y="83286"/>
                </a:lnTo>
                <a:lnTo>
                  <a:pt x="5206" y="82451"/>
                </a:lnTo>
                <a:lnTo>
                  <a:pt x="4538" y="81588"/>
                </a:lnTo>
                <a:lnTo>
                  <a:pt x="3898" y="80697"/>
                </a:lnTo>
                <a:lnTo>
                  <a:pt x="3313" y="79779"/>
                </a:lnTo>
                <a:lnTo>
                  <a:pt x="2756" y="78832"/>
                </a:lnTo>
                <a:lnTo>
                  <a:pt x="2255" y="77858"/>
                </a:lnTo>
                <a:lnTo>
                  <a:pt x="1810" y="76856"/>
                </a:lnTo>
                <a:lnTo>
                  <a:pt x="1393" y="75826"/>
                </a:lnTo>
                <a:lnTo>
                  <a:pt x="1031" y="74768"/>
                </a:lnTo>
                <a:lnTo>
                  <a:pt x="724" y="73682"/>
                </a:lnTo>
                <a:lnTo>
                  <a:pt x="474" y="72597"/>
                </a:lnTo>
                <a:lnTo>
                  <a:pt x="279" y="71483"/>
                </a:lnTo>
                <a:lnTo>
                  <a:pt x="140" y="70342"/>
                </a:lnTo>
                <a:lnTo>
                  <a:pt x="56" y="69201"/>
                </a:lnTo>
                <a:lnTo>
                  <a:pt x="1" y="68032"/>
                </a:lnTo>
                <a:lnTo>
                  <a:pt x="1" y="22715"/>
                </a:lnTo>
                <a:lnTo>
                  <a:pt x="1" y="22715"/>
                </a:lnTo>
                <a:lnTo>
                  <a:pt x="56" y="21546"/>
                </a:lnTo>
                <a:lnTo>
                  <a:pt x="140" y="20404"/>
                </a:lnTo>
                <a:lnTo>
                  <a:pt x="279" y="19263"/>
                </a:lnTo>
                <a:lnTo>
                  <a:pt x="474" y="18150"/>
                </a:lnTo>
                <a:lnTo>
                  <a:pt x="724" y="17064"/>
                </a:lnTo>
                <a:lnTo>
                  <a:pt x="1031" y="15978"/>
                </a:lnTo>
                <a:lnTo>
                  <a:pt x="1393" y="14921"/>
                </a:lnTo>
                <a:lnTo>
                  <a:pt x="1810" y="13891"/>
                </a:lnTo>
                <a:lnTo>
                  <a:pt x="2255" y="12888"/>
                </a:lnTo>
                <a:lnTo>
                  <a:pt x="2756" y="11914"/>
                </a:lnTo>
                <a:lnTo>
                  <a:pt x="3313" y="10968"/>
                </a:lnTo>
                <a:lnTo>
                  <a:pt x="3898" y="10049"/>
                </a:lnTo>
                <a:lnTo>
                  <a:pt x="4538" y="9158"/>
                </a:lnTo>
                <a:lnTo>
                  <a:pt x="5206" y="8296"/>
                </a:lnTo>
                <a:lnTo>
                  <a:pt x="5930" y="7460"/>
                </a:lnTo>
                <a:lnTo>
                  <a:pt x="6681" y="6681"/>
                </a:lnTo>
                <a:lnTo>
                  <a:pt x="7489" y="5929"/>
                </a:lnTo>
                <a:lnTo>
                  <a:pt x="8296" y="5206"/>
                </a:lnTo>
                <a:lnTo>
                  <a:pt x="9159" y="4538"/>
                </a:lnTo>
                <a:lnTo>
                  <a:pt x="10050" y="3897"/>
                </a:lnTo>
                <a:lnTo>
                  <a:pt x="10968" y="3313"/>
                </a:lnTo>
                <a:lnTo>
                  <a:pt x="11915" y="2756"/>
                </a:lnTo>
                <a:lnTo>
                  <a:pt x="12889" y="2255"/>
                </a:lnTo>
                <a:lnTo>
                  <a:pt x="13919" y="1782"/>
                </a:lnTo>
                <a:lnTo>
                  <a:pt x="14949" y="1392"/>
                </a:lnTo>
                <a:lnTo>
                  <a:pt x="15979" y="1030"/>
                </a:lnTo>
                <a:lnTo>
                  <a:pt x="17064" y="724"/>
                </a:lnTo>
                <a:lnTo>
                  <a:pt x="18150" y="474"/>
                </a:lnTo>
                <a:lnTo>
                  <a:pt x="19291" y="251"/>
                </a:lnTo>
                <a:lnTo>
                  <a:pt x="20405" y="112"/>
                </a:lnTo>
                <a:lnTo>
                  <a:pt x="21574" y="28"/>
                </a:lnTo>
                <a:lnTo>
                  <a:pt x="22715" y="0"/>
                </a:lnTo>
                <a:lnTo>
                  <a:pt x="53307" y="0"/>
                </a:lnTo>
                <a:lnTo>
                  <a:pt x="53307" y="0"/>
                </a:lnTo>
                <a:lnTo>
                  <a:pt x="54476" y="28"/>
                </a:lnTo>
                <a:lnTo>
                  <a:pt x="55617" y="112"/>
                </a:lnTo>
                <a:lnTo>
                  <a:pt x="56758" y="251"/>
                </a:lnTo>
                <a:lnTo>
                  <a:pt x="57872" y="474"/>
                </a:lnTo>
                <a:lnTo>
                  <a:pt x="58958" y="724"/>
                </a:lnTo>
                <a:lnTo>
                  <a:pt x="60043" y="1030"/>
                </a:lnTo>
                <a:lnTo>
                  <a:pt x="61101" y="1392"/>
                </a:lnTo>
                <a:lnTo>
                  <a:pt x="62131" y="1782"/>
                </a:lnTo>
                <a:lnTo>
                  <a:pt x="63133" y="2255"/>
                </a:lnTo>
                <a:lnTo>
                  <a:pt x="64107" y="2756"/>
                </a:lnTo>
                <a:lnTo>
                  <a:pt x="65054" y="3313"/>
                </a:lnTo>
                <a:lnTo>
                  <a:pt x="65972" y="3897"/>
                </a:lnTo>
                <a:lnTo>
                  <a:pt x="66863" y="4538"/>
                </a:lnTo>
                <a:lnTo>
                  <a:pt x="67726" y="5206"/>
                </a:lnTo>
                <a:lnTo>
                  <a:pt x="68561" y="5929"/>
                </a:lnTo>
                <a:lnTo>
                  <a:pt x="69340" y="6681"/>
                </a:lnTo>
                <a:lnTo>
                  <a:pt x="70092" y="7460"/>
                </a:lnTo>
                <a:lnTo>
                  <a:pt x="70816" y="8296"/>
                </a:lnTo>
                <a:lnTo>
                  <a:pt x="71484" y="9158"/>
                </a:lnTo>
                <a:lnTo>
                  <a:pt x="72124" y="10049"/>
                </a:lnTo>
                <a:lnTo>
                  <a:pt x="72709" y="10968"/>
                </a:lnTo>
                <a:lnTo>
                  <a:pt x="73265" y="11914"/>
                </a:lnTo>
                <a:lnTo>
                  <a:pt x="73766" y="12888"/>
                </a:lnTo>
                <a:lnTo>
                  <a:pt x="74240" y="13891"/>
                </a:lnTo>
                <a:lnTo>
                  <a:pt x="74629" y="14921"/>
                </a:lnTo>
                <a:lnTo>
                  <a:pt x="74991" y="15978"/>
                </a:lnTo>
                <a:lnTo>
                  <a:pt x="75297" y="17064"/>
                </a:lnTo>
                <a:lnTo>
                  <a:pt x="75548" y="18150"/>
                </a:lnTo>
                <a:lnTo>
                  <a:pt x="75770" y="19263"/>
                </a:lnTo>
                <a:lnTo>
                  <a:pt x="75910" y="20404"/>
                </a:lnTo>
                <a:lnTo>
                  <a:pt x="75993" y="21546"/>
                </a:lnTo>
                <a:lnTo>
                  <a:pt x="76021" y="22715"/>
                </a:lnTo>
                <a:lnTo>
                  <a:pt x="76021" y="68032"/>
                </a:lnTo>
                <a:lnTo>
                  <a:pt x="76021" y="68032"/>
                </a:lnTo>
                <a:lnTo>
                  <a:pt x="75993" y="69201"/>
                </a:lnTo>
                <a:lnTo>
                  <a:pt x="75910" y="70342"/>
                </a:lnTo>
                <a:lnTo>
                  <a:pt x="75770" y="71483"/>
                </a:lnTo>
                <a:lnTo>
                  <a:pt x="75548" y="72597"/>
                </a:lnTo>
                <a:lnTo>
                  <a:pt x="75297" y="73682"/>
                </a:lnTo>
                <a:lnTo>
                  <a:pt x="74991" y="74768"/>
                </a:lnTo>
                <a:lnTo>
                  <a:pt x="74629" y="75826"/>
                </a:lnTo>
                <a:lnTo>
                  <a:pt x="74240" y="76856"/>
                </a:lnTo>
                <a:lnTo>
                  <a:pt x="73766" y="77858"/>
                </a:lnTo>
                <a:lnTo>
                  <a:pt x="73265" y="78832"/>
                </a:lnTo>
                <a:lnTo>
                  <a:pt x="72709" y="79779"/>
                </a:lnTo>
                <a:lnTo>
                  <a:pt x="72124" y="80697"/>
                </a:lnTo>
                <a:lnTo>
                  <a:pt x="71484" y="81588"/>
                </a:lnTo>
                <a:lnTo>
                  <a:pt x="70816" y="82451"/>
                </a:lnTo>
                <a:lnTo>
                  <a:pt x="70092" y="83286"/>
                </a:lnTo>
                <a:lnTo>
                  <a:pt x="69340" y="84065"/>
                </a:lnTo>
                <a:lnTo>
                  <a:pt x="68561" y="84817"/>
                </a:lnTo>
                <a:lnTo>
                  <a:pt x="67726" y="85541"/>
                </a:lnTo>
                <a:lnTo>
                  <a:pt x="66863" y="86209"/>
                </a:lnTo>
                <a:lnTo>
                  <a:pt x="65972" y="86849"/>
                </a:lnTo>
                <a:lnTo>
                  <a:pt x="65054" y="87434"/>
                </a:lnTo>
                <a:lnTo>
                  <a:pt x="64107" y="87990"/>
                </a:lnTo>
                <a:lnTo>
                  <a:pt x="63133" y="88491"/>
                </a:lnTo>
                <a:lnTo>
                  <a:pt x="62131" y="88965"/>
                </a:lnTo>
                <a:lnTo>
                  <a:pt x="61101" y="89354"/>
                </a:lnTo>
                <a:lnTo>
                  <a:pt x="60043" y="89716"/>
                </a:lnTo>
                <a:lnTo>
                  <a:pt x="58958" y="90022"/>
                </a:lnTo>
                <a:lnTo>
                  <a:pt x="57872" y="90273"/>
                </a:lnTo>
                <a:lnTo>
                  <a:pt x="56758" y="90495"/>
                </a:lnTo>
                <a:lnTo>
                  <a:pt x="55617" y="90635"/>
                </a:lnTo>
                <a:lnTo>
                  <a:pt x="54476" y="90718"/>
                </a:lnTo>
                <a:lnTo>
                  <a:pt x="53307" y="90746"/>
                </a:lnTo>
                <a:lnTo>
                  <a:pt x="53307" y="90746"/>
                </a:lnTo>
                <a:close/>
              </a:path>
            </a:pathLst>
          </a:custGeom>
          <a:noFill/>
          <a:ln w="190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3.xml><?xml version="1.0" encoding="utf-8"?>
<p:sld xmlns:a="http://schemas.openxmlformats.org/drawingml/2006/main" xmlns:p="http://schemas.openxmlformats.org/presentationml/2006/main">
  <p:cSld>
    <p:spTree>
      <p:nvGrpSpPr>
        <p:cNvPr id="1" name="Shape 1179"/>
        <p:cNvGrpSpPr/>
        <p:nvPr/>
      </p:nvGrpSpPr>
      <p:grpSpPr>
        <a:xfrm>
          <a:off x="0" y="0"/>
          <a:ext cx="0" cy="0"/>
          <a:chOff x="0" y="0"/>
          <a:chExt cx="0" cy="0"/>
        </a:xfrm>
      </p:grpSpPr>
      <p:sp>
        <p:nvSpPr>
          <p:cNvPr id="1180" name="Google Shape;1180;p72"/>
          <p:cNvSpPr/>
          <p:nvPr/>
        </p:nvSpPr>
        <p:spPr>
          <a:xfrm>
            <a:off x="1040888" y="1741906"/>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2"/>
          <p:cNvSpPr/>
          <p:nvPr/>
        </p:nvSpPr>
        <p:spPr>
          <a:xfrm>
            <a:off x="3055963" y="1741906"/>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72"/>
          <p:cNvSpPr/>
          <p:nvPr/>
        </p:nvSpPr>
        <p:spPr>
          <a:xfrm>
            <a:off x="7086088" y="1741906"/>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72"/>
          <p:cNvSpPr/>
          <p:nvPr/>
        </p:nvSpPr>
        <p:spPr>
          <a:xfrm>
            <a:off x="5071025" y="1741906"/>
            <a:ext cx="1017000" cy="1048200"/>
          </a:xfrm>
          <a:prstGeom prst="roundRect">
            <a:avLst>
              <a:gd name="adj" fmla="val 3338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Next validation steps</a:t>
            </a:r>
            <a:endParaRPr/>
          </a:p>
        </p:txBody>
      </p:sp>
      <p:sp>
        <p:nvSpPr>
          <p:cNvPr id="1185" name="Google Shape;1185;p72"/>
          <p:cNvSpPr txBox="1"/>
          <p:nvPr/>
        </p:nvSpPr>
        <p:spPr>
          <a:xfrm>
            <a:off x="703988" y="3414513"/>
            <a:ext cx="1690800" cy="382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Now</a:t>
            </a:r>
            <a:endParaRPr>
              <a:solidFill>
                <a:schemeClr val="dk1"/>
              </a:solidFill>
              <a:latin typeface="Exo"/>
              <a:ea typeface="Exo"/>
              <a:cs typeface="Exo"/>
              <a:sym typeface="Exo"/>
            </a:endParaRPr>
          </a:p>
        </p:txBody>
      </p:sp>
      <p:sp>
        <p:nvSpPr>
          <p:cNvPr id="1186" name="Google Shape;1186;p72"/>
          <p:cNvSpPr txBox="1"/>
          <p:nvPr/>
        </p:nvSpPr>
        <p:spPr>
          <a:xfrm>
            <a:off x="703988" y="3081688"/>
            <a:ext cx="1690800" cy="382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G3 robustness on a random non-lesion-selected MMCSD draw</a:t>
            </a:r>
            <a:endParaRPr sz="2000" b="1">
              <a:solidFill>
                <a:schemeClr val="dk1"/>
              </a:solidFill>
              <a:latin typeface="Sora"/>
              <a:ea typeface="Sora"/>
              <a:cs typeface="Sora"/>
              <a:sym typeface="Sora"/>
            </a:endParaRPr>
          </a:p>
        </p:txBody>
      </p:sp>
      <p:sp>
        <p:nvSpPr>
          <p:cNvPr id="1187" name="Google Shape;1187;p72"/>
          <p:cNvSpPr txBox="1"/>
          <p:nvPr/>
        </p:nvSpPr>
        <p:spPr>
          <a:xfrm>
            <a:off x="2719063" y="3414513"/>
            <a:ext cx="1690800" cy="382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Gap</a:t>
            </a:r>
            <a:endParaRPr>
              <a:solidFill>
                <a:schemeClr val="dk1"/>
              </a:solidFill>
              <a:latin typeface="Exo"/>
              <a:ea typeface="Exo"/>
              <a:cs typeface="Exo"/>
              <a:sym typeface="Exo"/>
            </a:endParaRPr>
          </a:p>
        </p:txBody>
      </p:sp>
      <p:sp>
        <p:nvSpPr>
          <p:cNvPr id="1188" name="Google Shape;1188;p72"/>
          <p:cNvSpPr txBox="1"/>
          <p:nvPr/>
        </p:nvSpPr>
        <p:spPr>
          <a:xfrm>
            <a:off x="2719063" y="3081688"/>
            <a:ext cx="1690800" cy="382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Compression-fracture arm still lacks a usable dataset</a:t>
            </a:r>
            <a:endParaRPr sz="2000" b="1">
              <a:solidFill>
                <a:schemeClr val="dk1"/>
              </a:solidFill>
              <a:latin typeface="Sora"/>
              <a:ea typeface="Sora"/>
              <a:cs typeface="Sora"/>
              <a:sym typeface="Sora"/>
            </a:endParaRPr>
          </a:p>
        </p:txBody>
      </p:sp>
      <p:sp>
        <p:nvSpPr>
          <p:cNvPr id="1189" name="Google Shape;1189;p72"/>
          <p:cNvSpPr txBox="1"/>
          <p:nvPr/>
        </p:nvSpPr>
        <p:spPr>
          <a:xfrm>
            <a:off x="4734138" y="3414513"/>
            <a:ext cx="1690800" cy="382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Clinical</a:t>
            </a:r>
            <a:endParaRPr>
              <a:solidFill>
                <a:schemeClr val="dk1"/>
              </a:solidFill>
              <a:latin typeface="Exo"/>
              <a:ea typeface="Exo"/>
              <a:cs typeface="Exo"/>
              <a:sym typeface="Exo"/>
            </a:endParaRPr>
          </a:p>
        </p:txBody>
      </p:sp>
      <p:sp>
        <p:nvSpPr>
          <p:cNvPr id="1190" name="Google Shape;1190;p72"/>
          <p:cNvSpPr txBox="1"/>
          <p:nvPr/>
        </p:nvSpPr>
        <p:spPr>
          <a:xfrm>
            <a:off x="4734138" y="3081688"/>
            <a:ext cx="1690800" cy="382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Per-case accuracy still needs an AUBMC radiologist read</a:t>
            </a:r>
            <a:endParaRPr sz="2000" b="1">
              <a:solidFill>
                <a:schemeClr val="dk1"/>
              </a:solidFill>
              <a:latin typeface="Sora"/>
              <a:ea typeface="Sora"/>
              <a:cs typeface="Sora"/>
              <a:sym typeface="Sora"/>
            </a:endParaRPr>
          </a:p>
        </p:txBody>
      </p:sp>
      <p:sp>
        <p:nvSpPr>
          <p:cNvPr id="1191" name="Google Shape;1191;p72"/>
          <p:cNvSpPr txBox="1"/>
          <p:nvPr/>
        </p:nvSpPr>
        <p:spPr>
          <a:xfrm>
            <a:off x="6749213" y="3414513"/>
            <a:ext cx="1690800" cy="382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Exo"/>
                <a:ea typeface="Exo"/>
                <a:cs typeface="Exo"/>
                <a:sym typeface="Exo"/>
              </a:rPr>
              <a:t>Infra</a:t>
            </a:r>
            <a:endParaRPr>
              <a:solidFill>
                <a:schemeClr val="dk1"/>
              </a:solidFill>
              <a:latin typeface="Exo"/>
              <a:ea typeface="Exo"/>
              <a:cs typeface="Exo"/>
              <a:sym typeface="Exo"/>
            </a:endParaRPr>
          </a:p>
        </p:txBody>
      </p:sp>
      <p:sp>
        <p:nvSpPr>
          <p:cNvPr id="1192" name="Google Shape;1192;p72"/>
          <p:cNvSpPr txBox="1"/>
          <p:nvPr/>
        </p:nvSpPr>
        <p:spPr>
          <a:xfrm>
            <a:off x="6749213" y="3081688"/>
            <a:ext cx="1690800" cy="382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Confirm the live deployment state with the infra chat before final delivery</a:t>
            </a:r>
            <a:endParaRPr sz="2000" b="1">
              <a:solidFill>
                <a:schemeClr val="dk1"/>
              </a:solidFill>
              <a:latin typeface="Sora"/>
              <a:ea typeface="Sora"/>
              <a:cs typeface="Sora"/>
              <a:sym typeface="Sora"/>
            </a:endParaRPr>
          </a:p>
        </p:txBody>
      </p:sp>
      <p:grpSp>
        <p:nvGrpSpPr>
          <p:cNvPr id="1193" name="Google Shape;1193;p72"/>
          <p:cNvGrpSpPr/>
          <p:nvPr/>
        </p:nvGrpSpPr>
        <p:grpSpPr>
          <a:xfrm>
            <a:off x="5393630" y="2081022"/>
            <a:ext cx="371814" cy="369974"/>
            <a:chOff x="-41893475" y="3584850"/>
            <a:chExt cx="318225" cy="316650"/>
          </a:xfrm>
        </p:grpSpPr>
        <p:sp>
          <p:nvSpPr>
            <p:cNvPr id="1194" name="Google Shape;1194;p72"/>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2"/>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2"/>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2"/>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 name="Google Shape;1198;p72"/>
          <p:cNvGrpSpPr/>
          <p:nvPr/>
        </p:nvGrpSpPr>
        <p:grpSpPr>
          <a:xfrm>
            <a:off x="7409626" y="2081036"/>
            <a:ext cx="369974" cy="369945"/>
            <a:chOff x="-40011050" y="3972375"/>
            <a:chExt cx="316650" cy="316625"/>
          </a:xfrm>
        </p:grpSpPr>
        <p:sp>
          <p:nvSpPr>
            <p:cNvPr id="1199" name="Google Shape;1199;p72"/>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2"/>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 name="Google Shape;1201;p72"/>
          <p:cNvGrpSpPr/>
          <p:nvPr/>
        </p:nvGrpSpPr>
        <p:grpSpPr>
          <a:xfrm>
            <a:off x="1394087" y="2089607"/>
            <a:ext cx="310602" cy="352803"/>
            <a:chOff x="-28069875" y="3175300"/>
            <a:chExt cx="260725" cy="296150"/>
          </a:xfrm>
        </p:grpSpPr>
        <p:sp>
          <p:nvSpPr>
            <p:cNvPr id="1202" name="Google Shape;1202;p72"/>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2"/>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2"/>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2"/>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2"/>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72"/>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72"/>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72"/>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2"/>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 name="Google Shape;1211;p72"/>
          <p:cNvSpPr/>
          <p:nvPr/>
        </p:nvSpPr>
        <p:spPr>
          <a:xfrm>
            <a:off x="3381280" y="208266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Shape 1215"/>
        <p:cNvGrpSpPr/>
        <p:nvPr/>
      </p:nvGrpSpPr>
      <p:grpSpPr>
        <a:xfrm>
          <a:off x="0" y="0"/>
          <a:ext cx="0" cy="0"/>
          <a:chOff x="0" y="0"/>
          <a:chExt cx="0" cy="0"/>
        </a:xfrm>
      </p:grpSpPr>
      <p:sp>
        <p:nvSpPr>
          <p:cNvPr id="1216" name="Google Shape;1216;p73"/>
          <p:cNvSpPr/>
          <p:nvPr/>
        </p:nvSpPr>
        <p:spPr>
          <a:xfrm>
            <a:off x="2184150" y="3055701"/>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73"/>
          <p:cNvSpPr/>
          <p:nvPr/>
        </p:nvSpPr>
        <p:spPr>
          <a:xfrm>
            <a:off x="5139150" y="3055701"/>
            <a:ext cx="1820700" cy="502500"/>
          </a:xfrm>
          <a:prstGeom prst="roundRect">
            <a:avLst>
              <a:gd name="adj" fmla="val 50000"/>
            </a:avLst>
          </a:prstGeom>
          <a:noFill/>
          <a:ln w="19050" cap="flat" cmpd="sng">
            <a:solidFill>
              <a:srgbClr val="DADA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73"/>
          <p:cNvSpPr txBox="1">
            <a:spLocks noGrp="1"/>
          </p:cNvSpPr>
          <p:nvPr>
            <p:ph type="title"/>
          </p:nvPr>
        </p:nvSpPr>
        <p:spPr>
          <a:xfrm>
            <a:off x="311700" y="446811"/>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Monitoring &amp; operations</a:t>
            </a:r>
            <a:endParaRPr/>
          </a:p>
        </p:txBody>
      </p:sp>
      <p:sp>
        <p:nvSpPr>
          <p:cNvPr id="1219" name="Google Shape;1219;p73"/>
          <p:cNvSpPr txBox="1">
            <a:spLocks noGrp="1"/>
          </p:cNvSpPr>
          <p:nvPr>
            <p:ph type="subTitle" idx="1"/>
          </p:nvPr>
        </p:nvSpPr>
        <p:spPr>
          <a:xfrm>
            <a:off x="2020050" y="3054290"/>
            <a:ext cx="214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AWS EKS</a:t>
            </a:r>
            <a:endParaRPr/>
          </a:p>
        </p:txBody>
      </p:sp>
      <p:sp>
        <p:nvSpPr>
          <p:cNvPr id="1220" name="Google Shape;1220;p73"/>
          <p:cNvSpPr txBox="1">
            <a:spLocks noGrp="1"/>
          </p:cNvSpPr>
          <p:nvPr>
            <p:ph type="subTitle" idx="2"/>
          </p:nvPr>
        </p:nvSpPr>
        <p:spPr>
          <a:xfrm>
            <a:off x="2020050" y="3580715"/>
            <a:ext cx="2148900" cy="93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Application deployment target with EEP + 2 IEPs, Kubernetes assets, and cloud-first positioning</a:t>
            </a:r>
            <a:endParaRPr/>
          </a:p>
        </p:txBody>
      </p:sp>
      <p:sp>
        <p:nvSpPr>
          <p:cNvPr id="1221" name="Google Shape;1221;p73"/>
          <p:cNvSpPr txBox="1">
            <a:spLocks noGrp="1"/>
          </p:cNvSpPr>
          <p:nvPr>
            <p:ph type="subTitle" idx="3"/>
          </p:nvPr>
        </p:nvSpPr>
        <p:spPr>
          <a:xfrm>
            <a:off x="4975050" y="3054299"/>
            <a:ext cx="214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Grafana</a:t>
            </a:r>
            <a:endParaRPr/>
          </a:p>
        </p:txBody>
      </p:sp>
      <p:sp>
        <p:nvSpPr>
          <p:cNvPr id="1222" name="Google Shape;1222;p73"/>
          <p:cNvSpPr txBox="1">
            <a:spLocks noGrp="1"/>
          </p:cNvSpPr>
          <p:nvPr>
            <p:ph type="subTitle" idx="4"/>
          </p:nvPr>
        </p:nvSpPr>
        <p:spPr>
          <a:xfrm>
            <a:off x="4975050" y="3580724"/>
            <a:ext cx="2148900" cy="93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Monitoring layer for live service visibility; the infra chat owns the current runtime state</a:t>
            </a:r>
            <a:endParaRPr/>
          </a:p>
        </p:txBody>
      </p:sp>
      <p:pic>
        <p:nvPicPr>
          <p:cNvPr id="1223" name="Google Shape;1223;p73"/>
          <p:cNvPicPr preferRelativeResize="0"/>
          <p:nvPr/>
        </p:nvPicPr>
        <p:blipFill rotWithShape="1">
          <a:blip r:embed="rId3">
            <a:alphaModFix/>
          </a:blip>
          <a:srcRect t="5309" b="5309"/>
          <a:stretch/>
        </p:blipFill>
        <p:spPr>
          <a:xfrm>
            <a:off x="2553600" y="1393238"/>
            <a:ext cx="1081800" cy="1450800"/>
          </a:xfrm>
          <a:prstGeom prst="roundRect">
            <a:avLst>
              <a:gd name="adj" fmla="val 16667"/>
            </a:avLst>
          </a:prstGeom>
          <a:noFill/>
          <a:ln w="19050" cap="flat" cmpd="sng">
            <a:solidFill>
              <a:schemeClr val="lt1"/>
            </a:solidFill>
            <a:prstDash val="solid"/>
            <a:round/>
            <a:headEnd type="none" w="sm" len="sm"/>
            <a:tailEnd type="none" w="sm" len="sm"/>
          </a:ln>
        </p:spPr>
      </p:pic>
      <p:pic>
        <p:nvPicPr>
          <p:cNvPr id="1224" name="Google Shape;1224;p73"/>
          <p:cNvPicPr preferRelativeResize="0"/>
          <p:nvPr/>
        </p:nvPicPr>
        <p:blipFill rotWithShape="1">
          <a:blip r:embed="rId4">
            <a:alphaModFix/>
          </a:blip>
          <a:srcRect t="5309" b="5309"/>
          <a:stretch/>
        </p:blipFill>
        <p:spPr>
          <a:xfrm>
            <a:off x="5508600" y="1393238"/>
            <a:ext cx="1081800" cy="1450800"/>
          </a:xfrm>
          <a:prstGeom prst="roundRect">
            <a:avLst>
              <a:gd name="adj" fmla="val 16667"/>
            </a:avLst>
          </a:prstGeom>
          <a:noFill/>
          <a:ln w="19050" cap="flat" cmpd="sng">
            <a:solidFill>
              <a:schemeClr val="lt1"/>
            </a:solidFill>
            <a:prstDash val="solid"/>
            <a:round/>
            <a:headEnd type="none" w="sm" len="sm"/>
            <a:tailEnd type="none" w="sm" len="sm"/>
          </a:ln>
        </p:spPr>
      </p:pic>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Shape 1228"/>
        <p:cNvGrpSpPr/>
        <p:nvPr/>
      </p:nvGrpSpPr>
      <p:grpSpPr>
        <a:xfrm>
          <a:off x="0" y="0"/>
          <a:ext cx="0" cy="0"/>
          <a:chOff x="0" y="0"/>
          <a:chExt cx="0" cy="0"/>
        </a:xfrm>
      </p:grpSpPr>
      <p:sp>
        <p:nvSpPr>
          <p:cNvPr id="1229" name="Google Shape;1229;p74"/>
          <p:cNvSpPr txBox="1">
            <a:spLocks noGrp="1"/>
          </p:cNvSpPr>
          <p:nvPr>
            <p:ph type="subTitle" idx="1"/>
          </p:nvPr>
        </p:nvSpPr>
        <p:spPr>
          <a:xfrm>
            <a:off x="720000" y="2519225"/>
            <a:ext cx="3419100" cy="95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Clinical report + impressions + PDF export. The front end renders the JSON contract into a radiologist-facing report, and the appendix can cite the two radiologist PDFs plus the validation figures.</a:t>
            </a:r>
            <a:endParaRPr/>
          </a:p>
        </p:txBody>
      </p:sp>
      <p:pic>
        <p:nvPicPr>
          <p:cNvPr id="1230" name="Google Shape;1230;p74"/>
          <p:cNvPicPr preferRelativeResize="0"/>
          <p:nvPr/>
        </p:nvPicPr>
        <p:blipFill rotWithShape="1">
          <a:blip r:embed="rId3">
            <a:alphaModFix/>
          </a:blip>
          <a:srcRect l="1811" r="1811"/>
          <a:stretch/>
        </p:blipFill>
        <p:spPr>
          <a:xfrm>
            <a:off x="4954137" y="1462065"/>
            <a:ext cx="2813616" cy="1642224"/>
          </a:xfrm>
          <a:prstGeom prst="rect">
            <a:avLst/>
          </a:prstGeom>
          <a:noFill/>
          <a:ln w="9525" cap="flat" cmpd="sng">
            <a:solidFill>
              <a:schemeClr val="dk1"/>
            </a:solidFill>
            <a:prstDash val="solid"/>
            <a:round/>
            <a:headEnd type="none" w="sm" len="sm"/>
            <a:tailEnd type="none" w="sm" len="sm"/>
          </a:ln>
        </p:spPr>
      </p:pic>
      <p:sp>
        <p:nvSpPr>
          <p:cNvPr id="1231" name="Google Shape;1231;p74"/>
          <p:cNvSpPr/>
          <p:nvPr/>
        </p:nvSpPr>
        <p:spPr>
          <a:xfrm>
            <a:off x="4858652" y="1352839"/>
            <a:ext cx="3021690" cy="2386230"/>
          </a:xfrm>
          <a:custGeom>
            <a:avLst/>
            <a:gdLst/>
            <a:ahLst/>
            <a:cxnLst/>
            <a:rect l="l" t="t" r="r" b="b"/>
            <a:pathLst>
              <a:path w="131696" h="100673" extrusionOk="0">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4"/>
          <p:cNvSpPr txBox="1">
            <a:spLocks noGrp="1"/>
          </p:cNvSpPr>
          <p:nvPr>
            <p:ph type="title"/>
          </p:nvPr>
        </p:nvSpPr>
        <p:spPr>
          <a:xfrm>
            <a:off x="719988" y="1670018"/>
            <a:ext cx="29562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Report outputs</a:t>
            </a:r>
            <a:endParaRPr/>
          </a:p>
        </p:txBody>
      </p:sp>
      <p:sp>
        <p:nvSpPr>
          <p:cNvPr id="1233" name="Google Shape;1233;p74"/>
          <p:cNvSpPr/>
          <p:nvPr/>
        </p:nvSpPr>
        <p:spPr>
          <a:xfrm>
            <a:off x="4560575" y="2332511"/>
            <a:ext cx="712230" cy="1408359"/>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34" name="Google Shape;1234;p74"/>
          <p:cNvPicPr preferRelativeResize="0"/>
          <p:nvPr/>
        </p:nvPicPr>
        <p:blipFill rotWithShape="1">
          <a:blip r:embed="rId4">
            <a:alphaModFix/>
          </a:blip>
          <a:srcRect l="58327" r="9320"/>
          <a:stretch/>
        </p:blipFill>
        <p:spPr>
          <a:xfrm>
            <a:off x="4583747" y="2444111"/>
            <a:ext cx="664721" cy="1155753"/>
          </a:xfrm>
          <a:prstGeom prst="rect">
            <a:avLst/>
          </a:prstGeom>
          <a:noFill/>
          <a:ln>
            <a:noFill/>
          </a:ln>
        </p:spPr>
      </p:pic>
      <p:pic>
        <p:nvPicPr>
          <p:cNvPr id="1235" name="Google Shape;1235;p74"/>
          <p:cNvPicPr preferRelativeResize="0"/>
          <p:nvPr/>
        </p:nvPicPr>
        <p:blipFill rotWithShape="1">
          <a:blip r:embed="rId5">
            <a:alphaModFix/>
          </a:blip>
          <a:srcRect l="9405" r="48381"/>
          <a:stretch/>
        </p:blipFill>
        <p:spPr>
          <a:xfrm>
            <a:off x="7518383" y="2133238"/>
            <a:ext cx="1161998" cy="1548393"/>
          </a:xfrm>
          <a:prstGeom prst="rect">
            <a:avLst/>
          </a:prstGeom>
          <a:noFill/>
          <a:ln>
            <a:noFill/>
          </a:ln>
        </p:spPr>
      </p:pic>
      <p:sp>
        <p:nvSpPr>
          <p:cNvPr id="1236" name="Google Shape;1236;p74"/>
          <p:cNvSpPr/>
          <p:nvPr/>
        </p:nvSpPr>
        <p:spPr>
          <a:xfrm>
            <a:off x="7415868" y="1974691"/>
            <a:ext cx="1366870" cy="1854330"/>
          </a:xfrm>
          <a:custGeom>
            <a:avLst/>
            <a:gdLst/>
            <a:ahLst/>
            <a:cxnLst/>
            <a:rect l="l" t="t" r="r" b="b"/>
            <a:pathLst>
              <a:path w="70249" h="95461" extrusionOk="0">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7" name="Google Shape;1237;p74"/>
          <p:cNvCxnSpPr/>
          <p:nvPr/>
        </p:nvCxnSpPr>
        <p:spPr>
          <a:xfrm>
            <a:off x="376836" y="2330087"/>
            <a:ext cx="2523900" cy="0"/>
          </a:xfrm>
          <a:prstGeom prst="straightConnector1">
            <a:avLst/>
          </a:prstGeom>
          <a:noFill/>
          <a:ln w="19050" cap="flat" cmpd="sng">
            <a:solidFill>
              <a:srgbClr val="DADACE"/>
            </a:solidFill>
            <a:prstDash val="solid"/>
            <a:round/>
            <a:headEnd type="none" w="med" len="med"/>
            <a:tailEnd type="none" w="med" len="med"/>
          </a:ln>
        </p:spPr>
      </p:cxnSp>
      <p:grpSp>
        <p:nvGrpSpPr>
          <p:cNvPr id="1238" name="Google Shape;1238;p74"/>
          <p:cNvGrpSpPr/>
          <p:nvPr/>
        </p:nvGrpSpPr>
        <p:grpSpPr>
          <a:xfrm>
            <a:off x="376748" y="1340282"/>
            <a:ext cx="2523598" cy="356601"/>
            <a:chOff x="1524913" y="922950"/>
            <a:chExt cx="6094175" cy="564600"/>
          </a:xfrm>
        </p:grpSpPr>
        <p:cxnSp>
          <p:nvCxnSpPr>
            <p:cNvPr id="1239" name="Google Shape;1239;p74"/>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240" name="Google Shape;1240;p74"/>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
</file>

<file path=ppt/slides/slide36.xml><?xml version="1.0" encoding="utf-8"?>
<p:sld xmlns:a="http://schemas.openxmlformats.org/drawingml/2006/main" xmlns:p="http://schemas.openxmlformats.org/presentationml/2006/main">
  <p:cSld>
    <p:spTree>
      <p:nvGrpSpPr>
        <p:cNvPr id="1" name="Shape 1244"/>
        <p:cNvGrpSpPr/>
        <p:nvPr/>
      </p:nvGrpSpPr>
      <p:grpSpPr>
        <a:xfrm>
          <a:off x="0" y="0"/>
          <a:ext cx="0" cy="0"/>
          <a:chOff x="0" y="0"/>
          <a:chExt cx="0" cy="0"/>
        </a:xfrm>
      </p:grpSpPr>
      <p:sp>
        <p:nvSpPr>
          <p:cNvPr id="1245" name="Google Shape;1245;p75"/>
          <p:cNvSpPr txBox="1">
            <a:spLocks noGrp="1"/>
          </p:cNvSpPr>
          <p:nvPr>
            <p:ph type="subTitle" idx="1"/>
          </p:nvPr>
        </p:nvSpPr>
        <p:spPr>
          <a:xfrm>
            <a:off x="840025" y="1881475"/>
            <a:ext cx="7464000" cy="9033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Font typeface="Arial"/>
              <a:buNone/>
            </a:pPr>
            <a:r>
              <a:rPr lang="en" sz="1400"/>
              <a:t>Questions?</a:t>
            </a:r>
            <a:endParaRPr sz="1400"/>
          </a:p>
          <a:p>
            <a:pPr marL="0" lvl="0" indent="0" algn="ctr" rtl="0">
              <a:lnSpc>
                <a:spcPct val="100000"/>
              </a:lnSpc>
              <a:spcBef>
                <a:spcPts val="0"/>
              </a:spcBef>
              <a:spcAft>
                <a:spcPts val="0"/>
              </a:spcAft>
              <a:buClr>
                <a:schemeClr val="dk1"/>
              </a:buClr>
              <a:buFont typeface="Arial"/>
              <a:buNone/>
            </a:pPr>
            <a:r>
              <a:rPr lang="en" sz="1400"/>
              <a:t>Application positioning: flagged for physician review, never a diagnosis.</a:t>
            </a:r>
            <a:endParaRPr sz="1400"/>
          </a:p>
        </p:txBody>
      </p:sp>
      <p:sp>
        <p:nvSpPr>
          <p:cNvPr id="1246" name="Google Shape;1246;p75"/>
          <p:cNvSpPr txBox="1">
            <a:spLocks noGrp="1"/>
          </p:cNvSpPr>
          <p:nvPr>
            <p:ph type="title"/>
          </p:nvPr>
        </p:nvSpPr>
        <p:spPr>
          <a:xfrm>
            <a:off x="1797696" y="840599"/>
            <a:ext cx="5548500" cy="90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Thanks</a:t>
            </a:r>
            <a:endParaRPr/>
          </a:p>
        </p:txBody>
      </p:sp>
      <p:sp>
        <p:nvSpPr>
          <p:cNvPr id="1247" name="Google Shape;1247;p75"/>
          <p:cNvSpPr txBox="1"/>
          <p:nvPr/>
        </p:nvSpPr>
        <p:spPr>
          <a:xfrm>
            <a:off x="2973900" y="4152405"/>
            <a:ext cx="3196200" cy="37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dk1"/>
                </a:solidFill>
                <a:latin typeface="Exo"/>
                <a:ea typeface="Exo"/>
                <a:cs typeface="Exo"/>
                <a:sym typeface="Exo"/>
              </a:rPr>
              <a:t>Please keep this slide for attribution</a:t>
            </a:r>
            <a:endParaRPr sz="1200" b="1">
              <a:solidFill>
                <a:schemeClr val="dk1"/>
              </a:solidFill>
              <a:latin typeface="Exo"/>
              <a:ea typeface="Exo"/>
              <a:cs typeface="Exo"/>
              <a:sym typeface="Exo"/>
            </a:endParaRPr>
          </a:p>
        </p:txBody>
      </p:sp>
      <p:grpSp>
        <p:nvGrpSpPr>
          <p:cNvPr id="1248" name="Google Shape;1248;p75"/>
          <p:cNvGrpSpPr/>
          <p:nvPr/>
        </p:nvGrpSpPr>
        <p:grpSpPr>
          <a:xfrm>
            <a:off x="3858817" y="2860963"/>
            <a:ext cx="387681" cy="387681"/>
            <a:chOff x="4417380" y="1687279"/>
            <a:chExt cx="397907" cy="397907"/>
          </a:xfrm>
        </p:grpSpPr>
        <p:sp>
          <p:nvSpPr>
            <p:cNvPr id="1249" name="Google Shape;1249;p75"/>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5"/>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 name="Google Shape;1251;p75"/>
          <p:cNvGrpSpPr/>
          <p:nvPr/>
        </p:nvGrpSpPr>
        <p:grpSpPr>
          <a:xfrm>
            <a:off x="4378103" y="2860963"/>
            <a:ext cx="387681" cy="387681"/>
            <a:chOff x="4933458" y="1687279"/>
            <a:chExt cx="397907" cy="397907"/>
          </a:xfrm>
        </p:grpSpPr>
        <p:sp>
          <p:nvSpPr>
            <p:cNvPr id="1252" name="Google Shape;1252;p75"/>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5"/>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 name="Google Shape;1254;p75"/>
          <p:cNvGrpSpPr/>
          <p:nvPr/>
        </p:nvGrpSpPr>
        <p:grpSpPr>
          <a:xfrm>
            <a:off x="4897408" y="2860987"/>
            <a:ext cx="387681" cy="387661"/>
            <a:chOff x="266768" y="1721375"/>
            <a:chExt cx="397907" cy="397887"/>
          </a:xfrm>
        </p:grpSpPr>
        <p:sp>
          <p:nvSpPr>
            <p:cNvPr id="1255" name="Google Shape;1255;p7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75"/>
          <p:cNvGrpSpPr/>
          <p:nvPr/>
        </p:nvGrpSpPr>
        <p:grpSpPr>
          <a:xfrm>
            <a:off x="3858817" y="2860965"/>
            <a:ext cx="387681" cy="387681"/>
            <a:chOff x="4417380" y="1687279"/>
            <a:chExt cx="397907" cy="397907"/>
          </a:xfrm>
        </p:grpSpPr>
        <p:sp>
          <p:nvSpPr>
            <p:cNvPr id="1258" name="Google Shape;1258;p75"/>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5"/>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 name="Google Shape;1260;p75"/>
          <p:cNvGrpSpPr/>
          <p:nvPr/>
        </p:nvGrpSpPr>
        <p:grpSpPr>
          <a:xfrm>
            <a:off x="4378103" y="2860965"/>
            <a:ext cx="387681" cy="387681"/>
            <a:chOff x="4933458" y="1687279"/>
            <a:chExt cx="397907" cy="397907"/>
          </a:xfrm>
        </p:grpSpPr>
        <p:sp>
          <p:nvSpPr>
            <p:cNvPr id="1261" name="Google Shape;1261;p75"/>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5"/>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 name="Google Shape;1263;p75"/>
          <p:cNvGrpSpPr/>
          <p:nvPr/>
        </p:nvGrpSpPr>
        <p:grpSpPr>
          <a:xfrm>
            <a:off x="4897408" y="2860975"/>
            <a:ext cx="387681" cy="387661"/>
            <a:chOff x="266768" y="1721375"/>
            <a:chExt cx="397907" cy="397887"/>
          </a:xfrm>
        </p:grpSpPr>
        <p:sp>
          <p:nvSpPr>
            <p:cNvPr id="1264" name="Google Shape;1264;p7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66" name="Google Shape;1266;p75"/>
          <p:cNvCxnSpPr/>
          <p:nvPr/>
        </p:nvCxnSpPr>
        <p:spPr>
          <a:xfrm>
            <a:off x="2766313" y="1805280"/>
            <a:ext cx="3611400" cy="0"/>
          </a:xfrm>
          <a:prstGeom prst="straightConnector1">
            <a:avLst/>
          </a:prstGeom>
          <a:noFill/>
          <a:ln w="19050" cap="flat" cmpd="sng">
            <a:solidFill>
              <a:srgbClr val="DADACE"/>
            </a:solidFill>
            <a:prstDash val="solid"/>
            <a:round/>
            <a:headEnd type="none" w="med" len="med"/>
            <a:tailEnd type="none" w="med" len="med"/>
          </a:ln>
        </p:spPr>
      </p:cxnSp>
      <p:grpSp>
        <p:nvGrpSpPr>
          <p:cNvPr id="1267" name="Google Shape;1267;p75"/>
          <p:cNvGrpSpPr/>
          <p:nvPr/>
        </p:nvGrpSpPr>
        <p:grpSpPr>
          <a:xfrm>
            <a:off x="2766152" y="388935"/>
            <a:ext cx="3610799" cy="510229"/>
            <a:chOff x="1524913" y="922950"/>
            <a:chExt cx="6094175" cy="564600"/>
          </a:xfrm>
        </p:grpSpPr>
        <p:cxnSp>
          <p:nvCxnSpPr>
            <p:cNvPr id="1268" name="Google Shape;1268;p75"/>
            <p:cNvCxnSpPr/>
            <p:nvPr/>
          </p:nvCxnSpPr>
          <p:spPr>
            <a:xfrm rot="10800000" flipH="1">
              <a:off x="1524913" y="922950"/>
              <a:ext cx="2916000" cy="564600"/>
            </a:xfrm>
            <a:prstGeom prst="curvedConnector3">
              <a:avLst>
                <a:gd name="adj1" fmla="val 50000"/>
              </a:avLst>
            </a:prstGeom>
            <a:noFill/>
            <a:ln w="19050" cap="flat" cmpd="sng">
              <a:solidFill>
                <a:schemeClr val="accent1"/>
              </a:solidFill>
              <a:prstDash val="solid"/>
              <a:round/>
              <a:headEnd type="none" w="med" len="med"/>
              <a:tailEnd type="none" w="med" len="med"/>
            </a:ln>
          </p:spPr>
        </p:cxnSp>
        <p:cxnSp>
          <p:nvCxnSpPr>
            <p:cNvPr id="1269" name="Google Shape;1269;p75"/>
            <p:cNvCxnSpPr/>
            <p:nvPr/>
          </p:nvCxnSpPr>
          <p:spPr>
            <a:xfrm rot="10800000">
              <a:off x="4437888" y="923225"/>
              <a:ext cx="3181200" cy="563400"/>
            </a:xfrm>
            <a:prstGeom prst="curvedConnector3">
              <a:avLst>
                <a:gd name="adj1" fmla="val 50000"/>
              </a:avLst>
            </a:prstGeom>
            <a:noFill/>
            <a:ln w="19050" cap="flat" cmpd="sng">
              <a:solidFill>
                <a:schemeClr val="accent1"/>
              </a:solidFill>
              <a:prstDash val="solid"/>
              <a:round/>
              <a:headEnd type="none" w="med" len="med"/>
              <a:tailEnd type="none" w="med" len="med"/>
            </a:ln>
          </p:spPr>
        </p:cxn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273"/>
        <p:cNvGrpSpPr/>
        <p:nvPr/>
      </p:nvGrpSpPr>
      <p:grpSpPr>
        <a:xfrm>
          <a:off x="0" y="0"/>
          <a:ext cx="0" cy="0"/>
          <a:chOff x="0" y="0"/>
          <a:chExt cx="0" cy="0"/>
        </a:xfrm>
      </p:grpSpPr>
      <p:sp>
        <p:nvSpPr>
          <p:cNvPr id="1274" name="Google Shape;1274;p7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1275" name="Google Shape;1275;p76"/>
          <p:cNvSpPr txBox="1">
            <a:spLocks noGrp="1"/>
          </p:cNvSpPr>
          <p:nvPr>
            <p:ph type="body" idx="4294967295"/>
          </p:nvPr>
        </p:nvSpPr>
        <p:spPr>
          <a:xfrm>
            <a:off x="720000" y="1315575"/>
            <a:ext cx="6089400" cy="616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1400"/>
              <a:t>Here’s an assortment of alternatives resources within the same style of this template. </a:t>
            </a:r>
            <a:r>
              <a:rPr lang="en"/>
              <a:t>Find more illustrations like these on </a:t>
            </a:r>
            <a:r>
              <a:rPr lang="en" b="1">
                <a:uFill>
                  <a:noFill/>
                </a:uFill>
                <a:hlinkClick r:id="rId3"/>
              </a:rPr>
              <a:t>Storyset</a:t>
            </a:r>
            <a:endParaRPr b="1"/>
          </a:p>
          <a:p>
            <a:pPr marL="0" marR="0" lvl="0" indent="0" algn="l" rtl="0">
              <a:lnSpc>
                <a:spcPct val="100000"/>
              </a:lnSpc>
              <a:spcBef>
                <a:spcPts val="0"/>
              </a:spcBef>
              <a:spcAft>
                <a:spcPts val="0"/>
              </a:spcAft>
              <a:buNone/>
            </a:pPr>
            <a:endParaRPr/>
          </a:p>
        </p:txBody>
      </p:sp>
      <p:grpSp>
        <p:nvGrpSpPr>
          <p:cNvPr id="1276" name="Google Shape;1276;p76"/>
          <p:cNvGrpSpPr/>
          <p:nvPr/>
        </p:nvGrpSpPr>
        <p:grpSpPr>
          <a:xfrm>
            <a:off x="4798997" y="2408940"/>
            <a:ext cx="2040005" cy="2213864"/>
            <a:chOff x="5199246" y="3287999"/>
            <a:chExt cx="728131" cy="790186"/>
          </a:xfrm>
        </p:grpSpPr>
        <p:sp>
          <p:nvSpPr>
            <p:cNvPr id="1277" name="Google Shape;1277;p76"/>
            <p:cNvSpPr/>
            <p:nvPr/>
          </p:nvSpPr>
          <p:spPr>
            <a:xfrm>
              <a:off x="5353077" y="3366819"/>
              <a:ext cx="214265" cy="220960"/>
            </a:xfrm>
            <a:custGeom>
              <a:avLst/>
              <a:gdLst/>
              <a:ahLst/>
              <a:cxnLst/>
              <a:rect l="l" t="t" r="r" b="b"/>
              <a:pathLst>
                <a:path w="214265" h="220960" extrusionOk="0">
                  <a:moveTo>
                    <a:pt x="150124" y="0"/>
                  </a:moveTo>
                  <a:cubicBezTo>
                    <a:pt x="166804" y="19045"/>
                    <a:pt x="173124" y="45011"/>
                    <a:pt x="167062" y="69559"/>
                  </a:cubicBezTo>
                  <a:cubicBezTo>
                    <a:pt x="164096" y="81252"/>
                    <a:pt x="158464" y="94192"/>
                    <a:pt x="164568" y="104596"/>
                  </a:cubicBezTo>
                  <a:cubicBezTo>
                    <a:pt x="170673" y="115000"/>
                    <a:pt x="185634" y="117494"/>
                    <a:pt x="191352" y="127768"/>
                  </a:cubicBezTo>
                  <a:cubicBezTo>
                    <a:pt x="198015" y="140106"/>
                    <a:pt x="187999" y="154981"/>
                    <a:pt x="188686" y="169039"/>
                  </a:cubicBezTo>
                  <a:cubicBezTo>
                    <a:pt x="189804" y="182667"/>
                    <a:pt x="200638" y="193458"/>
                    <a:pt x="214266" y="194533"/>
                  </a:cubicBezTo>
                  <a:cubicBezTo>
                    <a:pt x="196854" y="204249"/>
                    <a:pt x="177122" y="209021"/>
                    <a:pt x="157174" y="208247"/>
                  </a:cubicBezTo>
                  <a:lnTo>
                    <a:pt x="145695" y="186751"/>
                  </a:lnTo>
                  <a:cubicBezTo>
                    <a:pt x="149995" y="194404"/>
                    <a:pt x="146770" y="204765"/>
                    <a:pt x="140107" y="210611"/>
                  </a:cubicBezTo>
                  <a:cubicBezTo>
                    <a:pt x="133056" y="216071"/>
                    <a:pt x="124544" y="219295"/>
                    <a:pt x="115645" y="219897"/>
                  </a:cubicBezTo>
                  <a:cubicBezTo>
                    <a:pt x="72913" y="225228"/>
                    <a:pt x="30137" y="210310"/>
                    <a:pt x="0" y="179529"/>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8" name="Google Shape;1278;p76"/>
            <p:cNvSpPr/>
            <p:nvPr/>
          </p:nvSpPr>
          <p:spPr>
            <a:xfrm>
              <a:off x="5257056" y="3287999"/>
              <a:ext cx="261799" cy="270914"/>
            </a:xfrm>
            <a:custGeom>
              <a:avLst/>
              <a:gdLst/>
              <a:ahLst/>
              <a:cxnLst/>
              <a:rect l="l" t="t" r="r" b="b"/>
              <a:pathLst>
                <a:path w="261799" h="270914" extrusionOk="0">
                  <a:moveTo>
                    <a:pt x="4967" y="144424"/>
                  </a:moveTo>
                  <a:cubicBezTo>
                    <a:pt x="9524" y="135826"/>
                    <a:pt x="15973" y="128302"/>
                    <a:pt x="19627" y="119317"/>
                  </a:cubicBezTo>
                  <a:cubicBezTo>
                    <a:pt x="27451" y="99971"/>
                    <a:pt x="21648" y="75639"/>
                    <a:pt x="34588" y="59130"/>
                  </a:cubicBezTo>
                  <a:cubicBezTo>
                    <a:pt x="43788" y="47480"/>
                    <a:pt x="59651" y="43783"/>
                    <a:pt x="74397" y="41934"/>
                  </a:cubicBezTo>
                  <a:cubicBezTo>
                    <a:pt x="89143" y="40085"/>
                    <a:pt x="104749" y="39097"/>
                    <a:pt x="116958" y="30670"/>
                  </a:cubicBezTo>
                  <a:cubicBezTo>
                    <a:pt x="125943" y="24480"/>
                    <a:pt x="132091" y="14893"/>
                    <a:pt x="141033" y="8702"/>
                  </a:cubicBezTo>
                  <a:cubicBezTo>
                    <a:pt x="153930" y="-154"/>
                    <a:pt x="170482" y="-1014"/>
                    <a:pt x="185872" y="749"/>
                  </a:cubicBezTo>
                  <a:cubicBezTo>
                    <a:pt x="201822" y="1996"/>
                    <a:pt x="217212" y="7326"/>
                    <a:pt x="230496" y="16268"/>
                  </a:cubicBezTo>
                  <a:cubicBezTo>
                    <a:pt x="243866" y="25468"/>
                    <a:pt x="252078" y="40429"/>
                    <a:pt x="252594" y="56637"/>
                  </a:cubicBezTo>
                  <a:cubicBezTo>
                    <a:pt x="252594" y="64418"/>
                    <a:pt x="250143" y="72156"/>
                    <a:pt x="251261" y="79852"/>
                  </a:cubicBezTo>
                  <a:cubicBezTo>
                    <a:pt x="252465" y="88450"/>
                    <a:pt x="257667" y="95629"/>
                    <a:pt x="260203" y="103797"/>
                  </a:cubicBezTo>
                  <a:cubicBezTo>
                    <a:pt x="265362" y="121682"/>
                    <a:pt x="257710" y="140769"/>
                    <a:pt x="241674" y="150227"/>
                  </a:cubicBezTo>
                  <a:lnTo>
                    <a:pt x="109736" y="270257"/>
                  </a:lnTo>
                  <a:cubicBezTo>
                    <a:pt x="85661" y="274814"/>
                    <a:pt x="32739" y="254867"/>
                    <a:pt x="18208" y="235091"/>
                  </a:cubicBezTo>
                  <a:cubicBezTo>
                    <a:pt x="3678" y="215315"/>
                    <a:pt x="-6554" y="166048"/>
                    <a:pt x="4967" y="14442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9" name="Google Shape;1279;p76"/>
            <p:cNvSpPr/>
            <p:nvPr/>
          </p:nvSpPr>
          <p:spPr>
            <a:xfrm>
              <a:off x="5315676" y="3346655"/>
              <a:ext cx="183362" cy="332792"/>
            </a:xfrm>
            <a:custGeom>
              <a:avLst/>
              <a:gdLst/>
              <a:ahLst/>
              <a:cxnLst/>
              <a:rect l="l" t="t" r="r" b="b"/>
              <a:pathLst>
                <a:path w="183362" h="332792" extrusionOk="0">
                  <a:moveTo>
                    <a:pt x="183312" y="73515"/>
                  </a:moveTo>
                  <a:cubicBezTo>
                    <a:pt x="184430" y="41229"/>
                    <a:pt x="167019" y="-257"/>
                    <a:pt x="134690" y="1"/>
                  </a:cubicBezTo>
                  <a:lnTo>
                    <a:pt x="32286" y="15521"/>
                  </a:lnTo>
                  <a:cubicBezTo>
                    <a:pt x="22441" y="15521"/>
                    <a:pt x="14316" y="23173"/>
                    <a:pt x="13585" y="32975"/>
                  </a:cubicBezTo>
                  <a:lnTo>
                    <a:pt x="688" y="274970"/>
                  </a:lnTo>
                  <a:lnTo>
                    <a:pt x="0" y="274970"/>
                  </a:lnTo>
                  <a:cubicBezTo>
                    <a:pt x="0" y="274970"/>
                    <a:pt x="15949" y="345216"/>
                    <a:pt x="84047" y="330858"/>
                  </a:cubicBezTo>
                  <a:cubicBezTo>
                    <a:pt x="97546" y="328063"/>
                    <a:pt x="102619" y="333437"/>
                    <a:pt x="106703" y="318949"/>
                  </a:cubicBezTo>
                  <a:lnTo>
                    <a:pt x="106703" y="318949"/>
                  </a:lnTo>
                  <a:cubicBezTo>
                    <a:pt x="109669" y="318304"/>
                    <a:pt x="106703" y="318949"/>
                    <a:pt x="106918" y="317229"/>
                  </a:cubicBezTo>
                  <a:cubicBezTo>
                    <a:pt x="109497" y="299173"/>
                    <a:pt x="113968" y="261943"/>
                    <a:pt x="113968" y="261943"/>
                  </a:cubicBezTo>
                  <a:lnTo>
                    <a:pt x="113968" y="261943"/>
                  </a:lnTo>
                  <a:cubicBezTo>
                    <a:pt x="116118" y="242511"/>
                    <a:pt x="116892" y="234515"/>
                    <a:pt x="116892" y="234730"/>
                  </a:cubicBezTo>
                  <a:cubicBezTo>
                    <a:pt x="116892" y="234945"/>
                    <a:pt x="158550" y="231893"/>
                    <a:pt x="172306" y="179229"/>
                  </a:cubicBezTo>
                  <a:cubicBezTo>
                    <a:pt x="179271" y="153392"/>
                    <a:pt x="182065" y="109413"/>
                    <a:pt x="183312" y="73515"/>
                  </a:cubicBezTo>
                  <a:lnTo>
                    <a:pt x="183312" y="73515"/>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0" name="Google Shape;1280;p76"/>
            <p:cNvSpPr/>
            <p:nvPr/>
          </p:nvSpPr>
          <p:spPr>
            <a:xfrm>
              <a:off x="5400496" y="3453003"/>
              <a:ext cx="13759" cy="13183"/>
            </a:xfrm>
            <a:custGeom>
              <a:avLst/>
              <a:gdLst/>
              <a:ahLst/>
              <a:cxnLst/>
              <a:rect l="l" t="t" r="r" b="b"/>
              <a:pathLst>
                <a:path w="13759" h="13183" extrusionOk="0">
                  <a:moveTo>
                    <a:pt x="13758" y="6890"/>
                  </a:moveTo>
                  <a:cubicBezTo>
                    <a:pt x="13457" y="10631"/>
                    <a:pt x="10232" y="13425"/>
                    <a:pt x="6492" y="13167"/>
                  </a:cubicBezTo>
                  <a:cubicBezTo>
                    <a:pt x="2881" y="13124"/>
                    <a:pt x="-43" y="10158"/>
                    <a:pt x="0" y="6503"/>
                  </a:cubicBezTo>
                  <a:lnTo>
                    <a:pt x="0" y="6289"/>
                  </a:lnTo>
                  <a:cubicBezTo>
                    <a:pt x="345" y="2548"/>
                    <a:pt x="3569" y="-203"/>
                    <a:pt x="7309" y="12"/>
                  </a:cubicBezTo>
                  <a:cubicBezTo>
                    <a:pt x="10920" y="98"/>
                    <a:pt x="13843" y="3064"/>
                    <a:pt x="13758" y="6718"/>
                  </a:cubicBezTo>
                  <a:lnTo>
                    <a:pt x="13758" y="689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1" name="Google Shape;1281;p76"/>
            <p:cNvSpPr/>
            <p:nvPr/>
          </p:nvSpPr>
          <p:spPr>
            <a:xfrm>
              <a:off x="5470656" y="3457095"/>
              <a:ext cx="13758" cy="13090"/>
            </a:xfrm>
            <a:custGeom>
              <a:avLst/>
              <a:gdLst/>
              <a:ahLst/>
              <a:cxnLst/>
              <a:rect l="l" t="t" r="r" b="b"/>
              <a:pathLst>
                <a:path w="13758" h="13090" extrusionOk="0">
                  <a:moveTo>
                    <a:pt x="13759" y="6797"/>
                  </a:moveTo>
                  <a:cubicBezTo>
                    <a:pt x="13458" y="10537"/>
                    <a:pt x="10191" y="13331"/>
                    <a:pt x="6450" y="13073"/>
                  </a:cubicBezTo>
                  <a:cubicBezTo>
                    <a:pt x="2839" y="12988"/>
                    <a:pt x="-84" y="10021"/>
                    <a:pt x="2" y="6367"/>
                  </a:cubicBezTo>
                  <a:lnTo>
                    <a:pt x="2" y="6195"/>
                  </a:lnTo>
                  <a:cubicBezTo>
                    <a:pt x="346" y="2584"/>
                    <a:pt x="3484" y="-125"/>
                    <a:pt x="7095" y="4"/>
                  </a:cubicBezTo>
                  <a:cubicBezTo>
                    <a:pt x="10750" y="4"/>
                    <a:pt x="13716" y="2928"/>
                    <a:pt x="13759" y="6582"/>
                  </a:cubicBezTo>
                  <a:lnTo>
                    <a:pt x="13759" y="6797"/>
                  </a:lnTo>
                  <a:lnTo>
                    <a:pt x="13759" y="679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2" name="Google Shape;1282;p76"/>
            <p:cNvSpPr/>
            <p:nvPr/>
          </p:nvSpPr>
          <p:spPr>
            <a:xfrm>
              <a:off x="5460174" y="3433441"/>
              <a:ext cx="30025" cy="9931"/>
            </a:xfrm>
            <a:custGeom>
              <a:avLst/>
              <a:gdLst/>
              <a:ahLst/>
              <a:cxnLst/>
              <a:rect l="l" t="t" r="r" b="b"/>
              <a:pathLst>
                <a:path w="30025" h="9931" extrusionOk="0">
                  <a:moveTo>
                    <a:pt x="29829" y="9772"/>
                  </a:moveTo>
                  <a:cubicBezTo>
                    <a:pt x="28883" y="10890"/>
                    <a:pt x="23294" y="5774"/>
                    <a:pt x="15212" y="5473"/>
                  </a:cubicBezTo>
                  <a:cubicBezTo>
                    <a:pt x="7130" y="5172"/>
                    <a:pt x="1111" y="9772"/>
                    <a:pt x="251" y="8569"/>
                  </a:cubicBezTo>
                  <a:cubicBezTo>
                    <a:pt x="-609" y="7365"/>
                    <a:pt x="810" y="5989"/>
                    <a:pt x="3432" y="3883"/>
                  </a:cubicBezTo>
                  <a:cubicBezTo>
                    <a:pt x="10483" y="-1620"/>
                    <a:pt x="20457" y="-1233"/>
                    <a:pt x="27077" y="4785"/>
                  </a:cubicBezTo>
                  <a:cubicBezTo>
                    <a:pt x="29528" y="7193"/>
                    <a:pt x="30473" y="9257"/>
                    <a:pt x="29829" y="9772"/>
                  </a:cubicBezTo>
                  <a:lnTo>
                    <a:pt x="29829" y="977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3" name="Google Shape;1283;p76"/>
            <p:cNvSpPr/>
            <p:nvPr/>
          </p:nvSpPr>
          <p:spPr>
            <a:xfrm>
              <a:off x="5383963" y="3427399"/>
              <a:ext cx="31537" cy="11459"/>
            </a:xfrm>
            <a:custGeom>
              <a:avLst/>
              <a:gdLst/>
              <a:ahLst/>
              <a:cxnLst/>
              <a:rect l="l" t="t" r="r" b="b"/>
              <a:pathLst>
                <a:path w="31537" h="11459" extrusionOk="0">
                  <a:moveTo>
                    <a:pt x="31366" y="11343"/>
                  </a:moveTo>
                  <a:cubicBezTo>
                    <a:pt x="30205" y="12332"/>
                    <a:pt x="24788" y="6743"/>
                    <a:pt x="16276" y="5583"/>
                  </a:cubicBezTo>
                  <a:cubicBezTo>
                    <a:pt x="7764" y="4422"/>
                    <a:pt x="842" y="8205"/>
                    <a:pt x="68" y="6958"/>
                  </a:cubicBezTo>
                  <a:cubicBezTo>
                    <a:pt x="-318" y="6399"/>
                    <a:pt x="928" y="4508"/>
                    <a:pt x="3938" y="2659"/>
                  </a:cubicBezTo>
                  <a:cubicBezTo>
                    <a:pt x="7936" y="424"/>
                    <a:pt x="12579" y="-436"/>
                    <a:pt x="17093" y="209"/>
                  </a:cubicBezTo>
                  <a:cubicBezTo>
                    <a:pt x="21607" y="810"/>
                    <a:pt x="25777" y="2917"/>
                    <a:pt x="28915" y="6184"/>
                  </a:cubicBezTo>
                  <a:cubicBezTo>
                    <a:pt x="31280" y="8764"/>
                    <a:pt x="31882" y="10913"/>
                    <a:pt x="31366" y="1134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4" name="Google Shape;1284;p76"/>
            <p:cNvSpPr/>
            <p:nvPr/>
          </p:nvSpPr>
          <p:spPr>
            <a:xfrm>
              <a:off x="5436007" y="3431950"/>
              <a:ext cx="19341" cy="63034"/>
            </a:xfrm>
            <a:custGeom>
              <a:avLst/>
              <a:gdLst/>
              <a:ahLst/>
              <a:cxnLst/>
              <a:rect l="l" t="t" r="r" b="b"/>
              <a:pathLst>
                <a:path w="19341" h="63034" extrusionOk="0">
                  <a:moveTo>
                    <a:pt x="0" y="61778"/>
                  </a:moveTo>
                  <a:cubicBezTo>
                    <a:pt x="3998" y="60918"/>
                    <a:pt x="8125" y="60574"/>
                    <a:pt x="12209" y="60746"/>
                  </a:cubicBezTo>
                  <a:cubicBezTo>
                    <a:pt x="14144" y="60746"/>
                    <a:pt x="15949" y="60746"/>
                    <a:pt x="16508" y="59284"/>
                  </a:cubicBezTo>
                  <a:cubicBezTo>
                    <a:pt x="16853" y="57349"/>
                    <a:pt x="16637" y="55372"/>
                    <a:pt x="15821" y="53566"/>
                  </a:cubicBezTo>
                  <a:lnTo>
                    <a:pt x="11522" y="38692"/>
                  </a:lnTo>
                  <a:cubicBezTo>
                    <a:pt x="5761" y="17454"/>
                    <a:pt x="1806" y="0"/>
                    <a:pt x="2622" y="0"/>
                  </a:cubicBezTo>
                  <a:cubicBezTo>
                    <a:pt x="3439" y="0"/>
                    <a:pt x="8856" y="16809"/>
                    <a:pt x="14617" y="38004"/>
                  </a:cubicBezTo>
                  <a:cubicBezTo>
                    <a:pt x="15992" y="43206"/>
                    <a:pt x="17282" y="48192"/>
                    <a:pt x="18529" y="52964"/>
                  </a:cubicBezTo>
                  <a:cubicBezTo>
                    <a:pt x="19518" y="55372"/>
                    <a:pt x="19604" y="58037"/>
                    <a:pt x="18787" y="60488"/>
                  </a:cubicBezTo>
                  <a:cubicBezTo>
                    <a:pt x="18099" y="61778"/>
                    <a:pt x="16853" y="62680"/>
                    <a:pt x="15434" y="62938"/>
                  </a:cubicBezTo>
                  <a:cubicBezTo>
                    <a:pt x="14359" y="63067"/>
                    <a:pt x="13241" y="63067"/>
                    <a:pt x="12167" y="62938"/>
                  </a:cubicBezTo>
                  <a:cubicBezTo>
                    <a:pt x="8082" y="63024"/>
                    <a:pt x="3998" y="62637"/>
                    <a:pt x="0" y="61778"/>
                  </a:cubicBezTo>
                  <a:lnTo>
                    <a:pt x="0" y="6177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5" name="Google Shape;1285;p76"/>
            <p:cNvSpPr/>
            <p:nvPr/>
          </p:nvSpPr>
          <p:spPr>
            <a:xfrm>
              <a:off x="5362750" y="3555634"/>
              <a:ext cx="69859" cy="38691"/>
            </a:xfrm>
            <a:custGeom>
              <a:avLst/>
              <a:gdLst/>
              <a:ahLst/>
              <a:cxnLst/>
              <a:rect l="l" t="t" r="r" b="b"/>
              <a:pathLst>
                <a:path w="69859" h="38691" extrusionOk="0">
                  <a:moveTo>
                    <a:pt x="69860" y="26138"/>
                  </a:moveTo>
                  <a:cubicBezTo>
                    <a:pt x="44624" y="24032"/>
                    <a:pt x="20421" y="15004"/>
                    <a:pt x="0" y="0"/>
                  </a:cubicBezTo>
                  <a:cubicBezTo>
                    <a:pt x="0" y="0"/>
                    <a:pt x="13800" y="38477"/>
                    <a:pt x="67882" y="38692"/>
                  </a:cubicBezTo>
                  <a:lnTo>
                    <a:pt x="69860" y="2613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6" name="Google Shape;1286;p76"/>
            <p:cNvSpPr/>
            <p:nvPr/>
          </p:nvSpPr>
          <p:spPr>
            <a:xfrm>
              <a:off x="5408723" y="3505074"/>
              <a:ext cx="23045" cy="15908"/>
            </a:xfrm>
            <a:custGeom>
              <a:avLst/>
              <a:gdLst/>
              <a:ahLst/>
              <a:cxnLst/>
              <a:rect l="l" t="t" r="r" b="b"/>
              <a:pathLst>
                <a:path w="23045" h="15908" extrusionOk="0">
                  <a:moveTo>
                    <a:pt x="22426" y="6107"/>
                  </a:moveTo>
                  <a:cubicBezTo>
                    <a:pt x="19933" y="2238"/>
                    <a:pt x="15591" y="-84"/>
                    <a:pt x="10990" y="2"/>
                  </a:cubicBezTo>
                  <a:cubicBezTo>
                    <a:pt x="7681" y="-40"/>
                    <a:pt x="4456" y="1292"/>
                    <a:pt x="2135" y="3657"/>
                  </a:cubicBezTo>
                  <a:cubicBezTo>
                    <a:pt x="-58" y="5978"/>
                    <a:pt x="-617" y="9374"/>
                    <a:pt x="716" y="12255"/>
                  </a:cubicBezTo>
                  <a:cubicBezTo>
                    <a:pt x="2909" y="15178"/>
                    <a:pt x="6606" y="16511"/>
                    <a:pt x="10174" y="15651"/>
                  </a:cubicBezTo>
                  <a:cubicBezTo>
                    <a:pt x="13785" y="14748"/>
                    <a:pt x="17138" y="13115"/>
                    <a:pt x="20147" y="10922"/>
                  </a:cubicBezTo>
                  <a:cubicBezTo>
                    <a:pt x="21051" y="10406"/>
                    <a:pt x="21824" y="9718"/>
                    <a:pt x="22469" y="8944"/>
                  </a:cubicBezTo>
                  <a:cubicBezTo>
                    <a:pt x="23114" y="8171"/>
                    <a:pt x="23243" y="7053"/>
                    <a:pt x="22727" y="6193"/>
                  </a:cubicBezTo>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7" name="Google Shape;1287;p76"/>
            <p:cNvSpPr/>
            <p:nvPr/>
          </p:nvSpPr>
          <p:spPr>
            <a:xfrm>
              <a:off x="5412147" y="3496691"/>
              <a:ext cx="23257" cy="23094"/>
            </a:xfrm>
            <a:custGeom>
              <a:avLst/>
              <a:gdLst/>
              <a:ahLst/>
              <a:cxnLst/>
              <a:rect l="l" t="t" r="r" b="b"/>
              <a:pathLst>
                <a:path w="23257" h="23094" extrusionOk="0">
                  <a:moveTo>
                    <a:pt x="1634" y="3"/>
                  </a:moveTo>
                  <a:cubicBezTo>
                    <a:pt x="2837" y="3"/>
                    <a:pt x="2063" y="8085"/>
                    <a:pt x="8383" y="14448"/>
                  </a:cubicBezTo>
                  <a:cubicBezTo>
                    <a:pt x="14702" y="20810"/>
                    <a:pt x="23301" y="20767"/>
                    <a:pt x="23258" y="21885"/>
                  </a:cubicBezTo>
                  <a:cubicBezTo>
                    <a:pt x="23215" y="23003"/>
                    <a:pt x="21194" y="23261"/>
                    <a:pt x="17583" y="23003"/>
                  </a:cubicBezTo>
                  <a:cubicBezTo>
                    <a:pt x="12897" y="22616"/>
                    <a:pt x="8469" y="20552"/>
                    <a:pt x="5116" y="17242"/>
                  </a:cubicBezTo>
                  <a:cubicBezTo>
                    <a:pt x="1891" y="14061"/>
                    <a:pt x="43" y="9718"/>
                    <a:pt x="0" y="5205"/>
                  </a:cubicBezTo>
                  <a:cubicBezTo>
                    <a:pt x="0" y="1808"/>
                    <a:pt x="1117" y="-83"/>
                    <a:pt x="1634" y="3"/>
                  </a:cubicBezTo>
                  <a:lnTo>
                    <a:pt x="1634" y="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8" name="Google Shape;1288;p76"/>
            <p:cNvSpPr/>
            <p:nvPr/>
          </p:nvSpPr>
          <p:spPr>
            <a:xfrm>
              <a:off x="5384944" y="3406795"/>
              <a:ext cx="34100" cy="8333"/>
            </a:xfrm>
            <a:custGeom>
              <a:avLst/>
              <a:gdLst/>
              <a:ahLst/>
              <a:cxnLst/>
              <a:rect l="l" t="t" r="r" b="b"/>
              <a:pathLst>
                <a:path w="34100" h="8333" extrusionOk="0">
                  <a:moveTo>
                    <a:pt x="34038" y="6970"/>
                  </a:moveTo>
                  <a:cubicBezTo>
                    <a:pt x="33135" y="8904"/>
                    <a:pt x="25827" y="7228"/>
                    <a:pt x="17056" y="7443"/>
                  </a:cubicBezTo>
                  <a:cubicBezTo>
                    <a:pt x="8287" y="7658"/>
                    <a:pt x="1064" y="9334"/>
                    <a:pt x="75" y="7443"/>
                  </a:cubicBezTo>
                  <a:cubicBezTo>
                    <a:pt x="-354" y="6540"/>
                    <a:pt x="1064" y="4777"/>
                    <a:pt x="4074" y="3144"/>
                  </a:cubicBezTo>
                  <a:cubicBezTo>
                    <a:pt x="8072" y="1080"/>
                    <a:pt x="12500" y="5"/>
                    <a:pt x="16971" y="5"/>
                  </a:cubicBezTo>
                  <a:cubicBezTo>
                    <a:pt x="21442" y="-81"/>
                    <a:pt x="25870" y="865"/>
                    <a:pt x="29868" y="2800"/>
                  </a:cubicBezTo>
                  <a:cubicBezTo>
                    <a:pt x="33006" y="4304"/>
                    <a:pt x="34425" y="6067"/>
                    <a:pt x="34038" y="6970"/>
                  </a:cubicBezTo>
                  <a:lnTo>
                    <a:pt x="34038" y="697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9" name="Google Shape;1289;p76"/>
            <p:cNvSpPr/>
            <p:nvPr/>
          </p:nvSpPr>
          <p:spPr>
            <a:xfrm>
              <a:off x="5458025" y="3411133"/>
              <a:ext cx="28911" cy="9706"/>
            </a:xfrm>
            <a:custGeom>
              <a:avLst/>
              <a:gdLst/>
              <a:ahLst/>
              <a:cxnLst/>
              <a:rect l="l" t="t" r="r" b="b"/>
              <a:pathLst>
                <a:path w="28911" h="9706" extrusionOk="0">
                  <a:moveTo>
                    <a:pt x="28625" y="9209"/>
                  </a:moveTo>
                  <a:cubicBezTo>
                    <a:pt x="26992" y="10714"/>
                    <a:pt x="21317" y="8392"/>
                    <a:pt x="14352" y="7661"/>
                  </a:cubicBezTo>
                  <a:cubicBezTo>
                    <a:pt x="7388" y="6930"/>
                    <a:pt x="1455" y="7661"/>
                    <a:pt x="122" y="5641"/>
                  </a:cubicBezTo>
                  <a:cubicBezTo>
                    <a:pt x="-394" y="4695"/>
                    <a:pt x="724" y="3147"/>
                    <a:pt x="3433" y="1772"/>
                  </a:cubicBezTo>
                  <a:cubicBezTo>
                    <a:pt x="11085" y="-1367"/>
                    <a:pt x="19812" y="-292"/>
                    <a:pt x="26433" y="4652"/>
                  </a:cubicBezTo>
                  <a:cubicBezTo>
                    <a:pt x="28711" y="6629"/>
                    <a:pt x="29356" y="8435"/>
                    <a:pt x="28625" y="9209"/>
                  </a:cubicBezTo>
                  <a:lnTo>
                    <a:pt x="28625" y="920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0" name="Google Shape;1290;p76"/>
            <p:cNvSpPr/>
            <p:nvPr/>
          </p:nvSpPr>
          <p:spPr>
            <a:xfrm>
              <a:off x="5300070" y="3346010"/>
              <a:ext cx="167655" cy="185065"/>
            </a:xfrm>
            <a:custGeom>
              <a:avLst/>
              <a:gdLst/>
              <a:ahLst/>
              <a:cxnLst/>
              <a:rect l="l" t="t" r="r" b="b"/>
              <a:pathLst>
                <a:path w="167655" h="185065" extrusionOk="0">
                  <a:moveTo>
                    <a:pt x="25192" y="20035"/>
                  </a:moveTo>
                  <a:cubicBezTo>
                    <a:pt x="31383" y="13371"/>
                    <a:pt x="40798" y="11049"/>
                    <a:pt x="49741" y="9287"/>
                  </a:cubicBezTo>
                  <a:cubicBezTo>
                    <a:pt x="88260" y="1721"/>
                    <a:pt x="127510" y="-1246"/>
                    <a:pt x="166718" y="474"/>
                  </a:cubicBezTo>
                  <a:cubicBezTo>
                    <a:pt x="170114" y="9072"/>
                    <a:pt x="163794" y="19089"/>
                    <a:pt x="155627" y="23560"/>
                  </a:cubicBezTo>
                  <a:cubicBezTo>
                    <a:pt x="147458" y="28031"/>
                    <a:pt x="137785" y="28633"/>
                    <a:pt x="128585" y="30352"/>
                  </a:cubicBezTo>
                  <a:cubicBezTo>
                    <a:pt x="119385" y="32072"/>
                    <a:pt x="109712" y="35468"/>
                    <a:pt x="104682" y="43250"/>
                  </a:cubicBezTo>
                  <a:cubicBezTo>
                    <a:pt x="99653" y="51031"/>
                    <a:pt x="100641" y="62853"/>
                    <a:pt x="95697" y="71451"/>
                  </a:cubicBezTo>
                  <a:cubicBezTo>
                    <a:pt x="87099" y="86283"/>
                    <a:pt x="64228" y="87530"/>
                    <a:pt x="55845" y="102362"/>
                  </a:cubicBezTo>
                  <a:cubicBezTo>
                    <a:pt x="49482" y="113625"/>
                    <a:pt x="54211" y="127597"/>
                    <a:pt x="53738" y="140537"/>
                  </a:cubicBezTo>
                  <a:cubicBezTo>
                    <a:pt x="52793" y="166031"/>
                    <a:pt x="31340" y="185979"/>
                    <a:pt x="5847" y="185033"/>
                  </a:cubicBezTo>
                  <a:cubicBezTo>
                    <a:pt x="3869" y="184947"/>
                    <a:pt x="1935" y="184775"/>
                    <a:pt x="0" y="184431"/>
                  </a:cubicBezTo>
                  <a:cubicBezTo>
                    <a:pt x="5374" y="138560"/>
                    <a:pt x="10748" y="92732"/>
                    <a:pt x="16078" y="46861"/>
                  </a:cubicBezTo>
                  <a:cubicBezTo>
                    <a:pt x="17196" y="37317"/>
                    <a:pt x="18615" y="27042"/>
                    <a:pt x="25192" y="20035"/>
                  </a:cubicBezTo>
                  <a:lnTo>
                    <a:pt x="25192" y="2003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1" name="Google Shape;1291;p76"/>
            <p:cNvSpPr/>
            <p:nvPr/>
          </p:nvSpPr>
          <p:spPr>
            <a:xfrm>
              <a:off x="5200113" y="3354072"/>
              <a:ext cx="156705" cy="224562"/>
            </a:xfrm>
            <a:custGeom>
              <a:avLst/>
              <a:gdLst/>
              <a:ahLst/>
              <a:cxnLst/>
              <a:rect l="l" t="t" r="r" b="b"/>
              <a:pathLst>
                <a:path w="156705" h="224562" extrusionOk="0">
                  <a:moveTo>
                    <a:pt x="13503" y="110594"/>
                  </a:moveTo>
                  <a:cubicBezTo>
                    <a:pt x="21801" y="105435"/>
                    <a:pt x="31774" y="101437"/>
                    <a:pt x="36245" y="92753"/>
                  </a:cubicBezTo>
                  <a:cubicBezTo>
                    <a:pt x="42737" y="80070"/>
                    <a:pt x="34783" y="62444"/>
                    <a:pt x="43855" y="51482"/>
                  </a:cubicBezTo>
                  <a:cubicBezTo>
                    <a:pt x="52109" y="41465"/>
                    <a:pt x="70638" y="45291"/>
                    <a:pt x="78505" y="34973"/>
                  </a:cubicBezTo>
                  <a:cubicBezTo>
                    <a:pt x="84653" y="26891"/>
                    <a:pt x="80741" y="18121"/>
                    <a:pt x="83879" y="10640"/>
                  </a:cubicBezTo>
                  <a:cubicBezTo>
                    <a:pt x="87017" y="3160"/>
                    <a:pt x="99226" y="-1741"/>
                    <a:pt x="107008" y="581"/>
                  </a:cubicBezTo>
                  <a:lnTo>
                    <a:pt x="153223" y="101351"/>
                  </a:lnTo>
                  <a:cubicBezTo>
                    <a:pt x="153696" y="132519"/>
                    <a:pt x="161176" y="133293"/>
                    <a:pt x="152578" y="150360"/>
                  </a:cubicBezTo>
                  <a:cubicBezTo>
                    <a:pt x="148236" y="159517"/>
                    <a:pt x="144668" y="169018"/>
                    <a:pt x="141916" y="178777"/>
                  </a:cubicBezTo>
                  <a:cubicBezTo>
                    <a:pt x="138735" y="188751"/>
                    <a:pt x="149397" y="217039"/>
                    <a:pt x="156705" y="224562"/>
                  </a:cubicBezTo>
                  <a:cubicBezTo>
                    <a:pt x="119131" y="220951"/>
                    <a:pt x="68101" y="194082"/>
                    <a:pt x="39298" y="169663"/>
                  </a:cubicBezTo>
                  <a:lnTo>
                    <a:pt x="8817" y="143869"/>
                  </a:lnTo>
                  <a:cubicBezTo>
                    <a:pt x="5421" y="141461"/>
                    <a:pt x="2669" y="138194"/>
                    <a:pt x="864" y="134454"/>
                  </a:cubicBezTo>
                  <a:cubicBezTo>
                    <a:pt x="-2661" y="125297"/>
                    <a:pt x="5206" y="115925"/>
                    <a:pt x="13503" y="11059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2" name="Google Shape;1292;p76"/>
            <p:cNvSpPr/>
            <p:nvPr/>
          </p:nvSpPr>
          <p:spPr>
            <a:xfrm>
              <a:off x="5240098" y="3306780"/>
              <a:ext cx="231504" cy="210428"/>
            </a:xfrm>
            <a:custGeom>
              <a:avLst/>
              <a:gdLst/>
              <a:ahLst/>
              <a:cxnLst/>
              <a:rect l="l" t="t" r="r" b="b"/>
              <a:pathLst>
                <a:path w="231504" h="210428" extrusionOk="0">
                  <a:moveTo>
                    <a:pt x="0" y="207669"/>
                  </a:moveTo>
                  <a:cubicBezTo>
                    <a:pt x="1203" y="208314"/>
                    <a:pt x="2493" y="208787"/>
                    <a:pt x="3826" y="209131"/>
                  </a:cubicBezTo>
                  <a:cubicBezTo>
                    <a:pt x="7609" y="210205"/>
                    <a:pt x="11564" y="210635"/>
                    <a:pt x="15520" y="210335"/>
                  </a:cubicBezTo>
                  <a:cubicBezTo>
                    <a:pt x="21796" y="209948"/>
                    <a:pt x="27858" y="207927"/>
                    <a:pt x="33146" y="204488"/>
                  </a:cubicBezTo>
                  <a:cubicBezTo>
                    <a:pt x="40153" y="199802"/>
                    <a:pt x="45226" y="192794"/>
                    <a:pt x="47547" y="184669"/>
                  </a:cubicBezTo>
                  <a:cubicBezTo>
                    <a:pt x="48923" y="179983"/>
                    <a:pt x="49353" y="175125"/>
                    <a:pt x="48837" y="170267"/>
                  </a:cubicBezTo>
                  <a:cubicBezTo>
                    <a:pt x="48106" y="165108"/>
                    <a:pt x="46645" y="160035"/>
                    <a:pt x="44538" y="155263"/>
                  </a:cubicBezTo>
                  <a:cubicBezTo>
                    <a:pt x="42260" y="150319"/>
                    <a:pt x="40712" y="145074"/>
                    <a:pt x="39981" y="139701"/>
                  </a:cubicBezTo>
                  <a:cubicBezTo>
                    <a:pt x="39164" y="134112"/>
                    <a:pt x="40884" y="128480"/>
                    <a:pt x="44710" y="124353"/>
                  </a:cubicBezTo>
                  <a:cubicBezTo>
                    <a:pt x="49009" y="120441"/>
                    <a:pt x="55329" y="120441"/>
                    <a:pt x="61562" y="119108"/>
                  </a:cubicBezTo>
                  <a:cubicBezTo>
                    <a:pt x="64916" y="118592"/>
                    <a:pt x="68011" y="117088"/>
                    <a:pt x="70505" y="114809"/>
                  </a:cubicBezTo>
                  <a:cubicBezTo>
                    <a:pt x="72826" y="112230"/>
                    <a:pt x="74331" y="108962"/>
                    <a:pt x="74804" y="105523"/>
                  </a:cubicBezTo>
                  <a:cubicBezTo>
                    <a:pt x="75921" y="98731"/>
                    <a:pt x="74116" y="92024"/>
                    <a:pt x="73987" y="85489"/>
                  </a:cubicBezTo>
                  <a:cubicBezTo>
                    <a:pt x="73772" y="82222"/>
                    <a:pt x="74331" y="78998"/>
                    <a:pt x="75577" y="75989"/>
                  </a:cubicBezTo>
                  <a:cubicBezTo>
                    <a:pt x="76953" y="73065"/>
                    <a:pt x="79318" y="70744"/>
                    <a:pt x="82241" y="69411"/>
                  </a:cubicBezTo>
                  <a:cubicBezTo>
                    <a:pt x="88518" y="67132"/>
                    <a:pt x="95310" y="66531"/>
                    <a:pt x="101888" y="67691"/>
                  </a:cubicBezTo>
                  <a:cubicBezTo>
                    <a:pt x="108680" y="68637"/>
                    <a:pt x="115559" y="67863"/>
                    <a:pt x="121965" y="65456"/>
                  </a:cubicBezTo>
                  <a:cubicBezTo>
                    <a:pt x="128155" y="63005"/>
                    <a:pt x="133529" y="58878"/>
                    <a:pt x="137570" y="53590"/>
                  </a:cubicBezTo>
                  <a:cubicBezTo>
                    <a:pt x="141052" y="48389"/>
                    <a:pt x="143718" y="42671"/>
                    <a:pt x="145480" y="36652"/>
                  </a:cubicBezTo>
                  <a:cubicBezTo>
                    <a:pt x="146985" y="31063"/>
                    <a:pt x="149048" y="25647"/>
                    <a:pt x="151671" y="20445"/>
                  </a:cubicBezTo>
                  <a:cubicBezTo>
                    <a:pt x="154465" y="15845"/>
                    <a:pt x="158248" y="11847"/>
                    <a:pt x="162720" y="8837"/>
                  </a:cubicBezTo>
                  <a:cubicBezTo>
                    <a:pt x="177938" y="-1481"/>
                    <a:pt x="198058" y="-793"/>
                    <a:pt x="212503" y="10557"/>
                  </a:cubicBezTo>
                  <a:cubicBezTo>
                    <a:pt x="217404" y="14254"/>
                    <a:pt x="221574" y="18768"/>
                    <a:pt x="224884" y="23927"/>
                  </a:cubicBezTo>
                  <a:cubicBezTo>
                    <a:pt x="227592" y="28398"/>
                    <a:pt x="229828" y="33170"/>
                    <a:pt x="231505" y="38157"/>
                  </a:cubicBezTo>
                  <a:cubicBezTo>
                    <a:pt x="231462" y="37813"/>
                    <a:pt x="231376" y="37469"/>
                    <a:pt x="231289" y="37125"/>
                  </a:cubicBezTo>
                  <a:cubicBezTo>
                    <a:pt x="231289" y="36437"/>
                    <a:pt x="230946" y="35448"/>
                    <a:pt x="230516" y="34159"/>
                  </a:cubicBezTo>
                  <a:cubicBezTo>
                    <a:pt x="229312" y="30418"/>
                    <a:pt x="227635" y="26850"/>
                    <a:pt x="225615" y="23497"/>
                  </a:cubicBezTo>
                  <a:cubicBezTo>
                    <a:pt x="222391" y="18123"/>
                    <a:pt x="218221" y="13394"/>
                    <a:pt x="213277" y="9568"/>
                  </a:cubicBezTo>
                  <a:cubicBezTo>
                    <a:pt x="206742" y="4366"/>
                    <a:pt x="198832" y="1099"/>
                    <a:pt x="190534" y="196"/>
                  </a:cubicBezTo>
                  <a:cubicBezTo>
                    <a:pt x="180389" y="-750"/>
                    <a:pt x="170200" y="1744"/>
                    <a:pt x="161688" y="7332"/>
                  </a:cubicBezTo>
                  <a:cubicBezTo>
                    <a:pt x="156959" y="10471"/>
                    <a:pt x="153004" y="14641"/>
                    <a:pt x="150038" y="19456"/>
                  </a:cubicBezTo>
                  <a:cubicBezTo>
                    <a:pt x="147200" y="24658"/>
                    <a:pt x="144921" y="30160"/>
                    <a:pt x="143202" y="35835"/>
                  </a:cubicBezTo>
                  <a:cubicBezTo>
                    <a:pt x="141482" y="41639"/>
                    <a:pt x="138903" y="47142"/>
                    <a:pt x="135507" y="52129"/>
                  </a:cubicBezTo>
                  <a:cubicBezTo>
                    <a:pt x="131723" y="57116"/>
                    <a:pt x="126607" y="60942"/>
                    <a:pt x="120804" y="63263"/>
                  </a:cubicBezTo>
                  <a:cubicBezTo>
                    <a:pt x="114699" y="65585"/>
                    <a:pt x="108122" y="66316"/>
                    <a:pt x="101673" y="65370"/>
                  </a:cubicBezTo>
                  <a:cubicBezTo>
                    <a:pt x="94708" y="64123"/>
                    <a:pt x="87529" y="64811"/>
                    <a:pt x="80908" y="67261"/>
                  </a:cubicBezTo>
                  <a:cubicBezTo>
                    <a:pt x="77512" y="68809"/>
                    <a:pt x="74804" y="71517"/>
                    <a:pt x="73213" y="74914"/>
                  </a:cubicBezTo>
                  <a:cubicBezTo>
                    <a:pt x="71837" y="78224"/>
                    <a:pt x="71192" y="81792"/>
                    <a:pt x="71407" y="85360"/>
                  </a:cubicBezTo>
                  <a:cubicBezTo>
                    <a:pt x="71407" y="92282"/>
                    <a:pt x="73342" y="98774"/>
                    <a:pt x="72267" y="105050"/>
                  </a:cubicBezTo>
                  <a:cubicBezTo>
                    <a:pt x="71923" y="108060"/>
                    <a:pt x="70633" y="110897"/>
                    <a:pt x="68613" y="113175"/>
                  </a:cubicBezTo>
                  <a:cubicBezTo>
                    <a:pt x="66463" y="115239"/>
                    <a:pt x="63712" y="116572"/>
                    <a:pt x="60746" y="117045"/>
                  </a:cubicBezTo>
                  <a:cubicBezTo>
                    <a:pt x="57779" y="117732"/>
                    <a:pt x="54684" y="118033"/>
                    <a:pt x="51589" y="118721"/>
                  </a:cubicBezTo>
                  <a:cubicBezTo>
                    <a:pt x="48408" y="119366"/>
                    <a:pt x="45441" y="120828"/>
                    <a:pt x="42991" y="123020"/>
                  </a:cubicBezTo>
                  <a:cubicBezTo>
                    <a:pt x="38692" y="127620"/>
                    <a:pt x="36714" y="133983"/>
                    <a:pt x="37703" y="140217"/>
                  </a:cubicBezTo>
                  <a:cubicBezTo>
                    <a:pt x="38476" y="145805"/>
                    <a:pt x="40110" y="151222"/>
                    <a:pt x="42518" y="156295"/>
                  </a:cubicBezTo>
                  <a:cubicBezTo>
                    <a:pt x="44581" y="160938"/>
                    <a:pt x="46000" y="165796"/>
                    <a:pt x="46817" y="170783"/>
                  </a:cubicBezTo>
                  <a:cubicBezTo>
                    <a:pt x="47376" y="175426"/>
                    <a:pt x="47032" y="180112"/>
                    <a:pt x="45742" y="184583"/>
                  </a:cubicBezTo>
                  <a:cubicBezTo>
                    <a:pt x="43593" y="192407"/>
                    <a:pt x="38778" y="199200"/>
                    <a:pt x="32114" y="203800"/>
                  </a:cubicBezTo>
                  <a:cubicBezTo>
                    <a:pt x="26998" y="207282"/>
                    <a:pt x="21066" y="209346"/>
                    <a:pt x="14918" y="209818"/>
                  </a:cubicBezTo>
                  <a:cubicBezTo>
                    <a:pt x="9845" y="210034"/>
                    <a:pt x="4772" y="209303"/>
                    <a:pt x="0" y="207669"/>
                  </a:cubicBezTo>
                  <a:lnTo>
                    <a:pt x="0" y="207669"/>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3" name="Google Shape;1293;p76"/>
            <p:cNvSpPr/>
            <p:nvPr/>
          </p:nvSpPr>
          <p:spPr>
            <a:xfrm>
              <a:off x="5199246" y="3299882"/>
              <a:ext cx="192522" cy="163817"/>
            </a:xfrm>
            <a:custGeom>
              <a:avLst/>
              <a:gdLst/>
              <a:ahLst/>
              <a:cxnLst/>
              <a:rect l="l" t="t" r="r" b="b"/>
              <a:pathLst>
                <a:path w="192522" h="163817" extrusionOk="0">
                  <a:moveTo>
                    <a:pt x="2633" y="141998"/>
                  </a:moveTo>
                  <a:cubicBezTo>
                    <a:pt x="1859" y="142815"/>
                    <a:pt x="1257" y="143761"/>
                    <a:pt x="871" y="144793"/>
                  </a:cubicBezTo>
                  <a:cubicBezTo>
                    <a:pt x="-290" y="147845"/>
                    <a:pt x="-290" y="151198"/>
                    <a:pt x="871" y="154251"/>
                  </a:cubicBezTo>
                  <a:cubicBezTo>
                    <a:pt x="1645" y="156486"/>
                    <a:pt x="2977" y="158507"/>
                    <a:pt x="4740" y="160097"/>
                  </a:cubicBezTo>
                  <a:cubicBezTo>
                    <a:pt x="6889" y="161946"/>
                    <a:pt x="9512" y="163150"/>
                    <a:pt x="12306" y="163579"/>
                  </a:cubicBezTo>
                  <a:cubicBezTo>
                    <a:pt x="19228" y="164697"/>
                    <a:pt x="26192" y="161817"/>
                    <a:pt x="30362" y="156142"/>
                  </a:cubicBezTo>
                  <a:cubicBezTo>
                    <a:pt x="32727" y="152961"/>
                    <a:pt x="34317" y="149221"/>
                    <a:pt x="34962" y="145308"/>
                  </a:cubicBezTo>
                  <a:cubicBezTo>
                    <a:pt x="35650" y="141009"/>
                    <a:pt x="35478" y="136624"/>
                    <a:pt x="34532" y="132411"/>
                  </a:cubicBezTo>
                  <a:cubicBezTo>
                    <a:pt x="32985" y="123813"/>
                    <a:pt x="29030" y="115215"/>
                    <a:pt x="30577" y="105714"/>
                  </a:cubicBezTo>
                  <a:cubicBezTo>
                    <a:pt x="31050" y="100985"/>
                    <a:pt x="33415" y="96643"/>
                    <a:pt x="37112" y="93720"/>
                  </a:cubicBezTo>
                  <a:cubicBezTo>
                    <a:pt x="41454" y="91269"/>
                    <a:pt x="46527" y="90624"/>
                    <a:pt x="51342" y="91914"/>
                  </a:cubicBezTo>
                  <a:cubicBezTo>
                    <a:pt x="56672" y="93247"/>
                    <a:pt x="62218" y="93634"/>
                    <a:pt x="67678" y="93075"/>
                  </a:cubicBezTo>
                  <a:cubicBezTo>
                    <a:pt x="70601" y="92430"/>
                    <a:pt x="73224" y="90968"/>
                    <a:pt x="75245" y="88776"/>
                  </a:cubicBezTo>
                  <a:cubicBezTo>
                    <a:pt x="77222" y="86540"/>
                    <a:pt x="78684" y="83918"/>
                    <a:pt x="79544" y="81080"/>
                  </a:cubicBezTo>
                  <a:cubicBezTo>
                    <a:pt x="80747" y="75578"/>
                    <a:pt x="81263" y="69989"/>
                    <a:pt x="81091" y="64357"/>
                  </a:cubicBezTo>
                  <a:cubicBezTo>
                    <a:pt x="81177" y="59112"/>
                    <a:pt x="82381" y="53953"/>
                    <a:pt x="84616" y="49224"/>
                  </a:cubicBezTo>
                  <a:cubicBezTo>
                    <a:pt x="88958" y="40239"/>
                    <a:pt x="96525" y="33232"/>
                    <a:pt x="105854" y="29621"/>
                  </a:cubicBezTo>
                  <a:cubicBezTo>
                    <a:pt x="114452" y="26998"/>
                    <a:pt x="123523" y="26525"/>
                    <a:pt x="132336" y="28202"/>
                  </a:cubicBezTo>
                  <a:cubicBezTo>
                    <a:pt x="140290" y="29621"/>
                    <a:pt x="148457" y="29750"/>
                    <a:pt x="156454" y="28632"/>
                  </a:cubicBezTo>
                  <a:cubicBezTo>
                    <a:pt x="168061" y="26353"/>
                    <a:pt x="178551" y="20120"/>
                    <a:pt x="186074" y="11006"/>
                  </a:cubicBezTo>
                  <a:cubicBezTo>
                    <a:pt x="188869" y="7738"/>
                    <a:pt x="191061" y="4041"/>
                    <a:pt x="192523" y="0"/>
                  </a:cubicBezTo>
                  <a:cubicBezTo>
                    <a:pt x="190502" y="3697"/>
                    <a:pt x="188095" y="7222"/>
                    <a:pt x="185387" y="10447"/>
                  </a:cubicBezTo>
                  <a:cubicBezTo>
                    <a:pt x="182162" y="14187"/>
                    <a:pt x="178422" y="17411"/>
                    <a:pt x="174252" y="20077"/>
                  </a:cubicBezTo>
                  <a:cubicBezTo>
                    <a:pt x="168749" y="23559"/>
                    <a:pt x="162602" y="25966"/>
                    <a:pt x="156196" y="27084"/>
                  </a:cubicBezTo>
                  <a:cubicBezTo>
                    <a:pt x="148329" y="28073"/>
                    <a:pt x="140333" y="27858"/>
                    <a:pt x="132551" y="26396"/>
                  </a:cubicBezTo>
                  <a:cubicBezTo>
                    <a:pt x="123394" y="24548"/>
                    <a:pt x="113893" y="24978"/>
                    <a:pt x="104908" y="27643"/>
                  </a:cubicBezTo>
                  <a:cubicBezTo>
                    <a:pt x="95063" y="31383"/>
                    <a:pt x="86981" y="38735"/>
                    <a:pt x="82424" y="48236"/>
                  </a:cubicBezTo>
                  <a:cubicBezTo>
                    <a:pt x="80060" y="53222"/>
                    <a:pt x="78727" y="58639"/>
                    <a:pt x="78641" y="64185"/>
                  </a:cubicBezTo>
                  <a:cubicBezTo>
                    <a:pt x="78813" y="69602"/>
                    <a:pt x="78340" y="75062"/>
                    <a:pt x="77179" y="80350"/>
                  </a:cubicBezTo>
                  <a:cubicBezTo>
                    <a:pt x="76061" y="85509"/>
                    <a:pt x="72149" y="89593"/>
                    <a:pt x="67076" y="90968"/>
                  </a:cubicBezTo>
                  <a:cubicBezTo>
                    <a:pt x="61875" y="91484"/>
                    <a:pt x="56586" y="91097"/>
                    <a:pt x="51514" y="89808"/>
                  </a:cubicBezTo>
                  <a:cubicBezTo>
                    <a:pt x="46183" y="88475"/>
                    <a:pt x="40508" y="89249"/>
                    <a:pt x="35779" y="92043"/>
                  </a:cubicBezTo>
                  <a:cubicBezTo>
                    <a:pt x="31609" y="95310"/>
                    <a:pt x="28944" y="100168"/>
                    <a:pt x="28428" y="105456"/>
                  </a:cubicBezTo>
                  <a:cubicBezTo>
                    <a:pt x="27783" y="110271"/>
                    <a:pt x="28127" y="115172"/>
                    <a:pt x="29416" y="119858"/>
                  </a:cubicBezTo>
                  <a:cubicBezTo>
                    <a:pt x="30448" y="124157"/>
                    <a:pt x="31781" y="128456"/>
                    <a:pt x="32598" y="132755"/>
                  </a:cubicBezTo>
                  <a:cubicBezTo>
                    <a:pt x="33500" y="136710"/>
                    <a:pt x="33716" y="140794"/>
                    <a:pt x="33200" y="144836"/>
                  </a:cubicBezTo>
                  <a:cubicBezTo>
                    <a:pt x="32598" y="148533"/>
                    <a:pt x="31136" y="152015"/>
                    <a:pt x="28901" y="155024"/>
                  </a:cubicBezTo>
                  <a:cubicBezTo>
                    <a:pt x="25117" y="160355"/>
                    <a:pt x="18712" y="163107"/>
                    <a:pt x="12263" y="162204"/>
                  </a:cubicBezTo>
                  <a:cubicBezTo>
                    <a:pt x="9684" y="161860"/>
                    <a:pt x="7233" y="160785"/>
                    <a:pt x="5213" y="159109"/>
                  </a:cubicBezTo>
                  <a:cubicBezTo>
                    <a:pt x="1043" y="155626"/>
                    <a:pt x="-634" y="149995"/>
                    <a:pt x="914" y="144793"/>
                  </a:cubicBezTo>
                  <a:cubicBezTo>
                    <a:pt x="1430" y="143847"/>
                    <a:pt x="1988" y="142901"/>
                    <a:pt x="2633" y="141998"/>
                  </a:cubicBezTo>
                  <a:lnTo>
                    <a:pt x="2633" y="14199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4" name="Google Shape;1294;p76"/>
            <p:cNvSpPr/>
            <p:nvPr/>
          </p:nvSpPr>
          <p:spPr>
            <a:xfrm>
              <a:off x="5343319" y="3484176"/>
              <a:ext cx="150997" cy="100175"/>
            </a:xfrm>
            <a:custGeom>
              <a:avLst/>
              <a:gdLst/>
              <a:ahLst/>
              <a:cxnLst/>
              <a:rect l="l" t="t" r="r" b="b"/>
              <a:pathLst>
                <a:path w="150997" h="100175" extrusionOk="0">
                  <a:moveTo>
                    <a:pt x="150897" y="33110"/>
                  </a:moveTo>
                  <a:cubicBezTo>
                    <a:pt x="151327" y="31519"/>
                    <a:pt x="150338" y="29843"/>
                    <a:pt x="148705" y="29456"/>
                  </a:cubicBezTo>
                  <a:cubicBezTo>
                    <a:pt x="148532" y="29456"/>
                    <a:pt x="148361" y="29370"/>
                    <a:pt x="148232" y="29370"/>
                  </a:cubicBezTo>
                  <a:cubicBezTo>
                    <a:pt x="140708" y="28811"/>
                    <a:pt x="135335" y="23910"/>
                    <a:pt x="129144" y="16859"/>
                  </a:cubicBezTo>
                  <a:cubicBezTo>
                    <a:pt x="120847" y="7359"/>
                    <a:pt x="117364" y="953"/>
                    <a:pt x="101931" y="93"/>
                  </a:cubicBezTo>
                  <a:cubicBezTo>
                    <a:pt x="93891" y="-380"/>
                    <a:pt x="85852" y="953"/>
                    <a:pt x="78372" y="3919"/>
                  </a:cubicBezTo>
                  <a:cubicBezTo>
                    <a:pt x="58553" y="11658"/>
                    <a:pt x="36628" y="12131"/>
                    <a:pt x="16465" y="5338"/>
                  </a:cubicBezTo>
                  <a:cubicBezTo>
                    <a:pt x="10876" y="17160"/>
                    <a:pt x="4815" y="29327"/>
                    <a:pt x="0" y="42697"/>
                  </a:cubicBezTo>
                  <a:cubicBezTo>
                    <a:pt x="0" y="42697"/>
                    <a:pt x="11177" y="100090"/>
                    <a:pt x="89034" y="100175"/>
                  </a:cubicBezTo>
                  <a:cubicBezTo>
                    <a:pt x="132024" y="100261"/>
                    <a:pt x="147329" y="47813"/>
                    <a:pt x="150897" y="33110"/>
                  </a:cubicBezTo>
                  <a:lnTo>
                    <a:pt x="150897" y="3311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5" name="Google Shape;1295;p76"/>
            <p:cNvSpPr/>
            <p:nvPr/>
          </p:nvSpPr>
          <p:spPr>
            <a:xfrm>
              <a:off x="5356388" y="3483889"/>
              <a:ext cx="137651" cy="40100"/>
            </a:xfrm>
            <a:custGeom>
              <a:avLst/>
              <a:gdLst/>
              <a:ahLst/>
              <a:cxnLst/>
              <a:rect l="l" t="t" r="r" b="b"/>
              <a:pathLst>
                <a:path w="137651" h="40100" extrusionOk="0">
                  <a:moveTo>
                    <a:pt x="116290" y="16845"/>
                  </a:moveTo>
                  <a:cubicBezTo>
                    <a:pt x="107993" y="7387"/>
                    <a:pt x="104511" y="939"/>
                    <a:pt x="89077" y="79"/>
                  </a:cubicBezTo>
                  <a:cubicBezTo>
                    <a:pt x="81038" y="-351"/>
                    <a:pt x="72998" y="982"/>
                    <a:pt x="65518" y="3905"/>
                  </a:cubicBezTo>
                  <a:cubicBezTo>
                    <a:pt x="45699" y="11686"/>
                    <a:pt x="23774" y="12202"/>
                    <a:pt x="3612" y="5367"/>
                  </a:cubicBezTo>
                  <a:lnTo>
                    <a:pt x="0" y="12804"/>
                  </a:lnTo>
                  <a:lnTo>
                    <a:pt x="0" y="12804"/>
                  </a:lnTo>
                  <a:cubicBezTo>
                    <a:pt x="18314" y="19038"/>
                    <a:pt x="37703" y="22219"/>
                    <a:pt x="55888" y="16200"/>
                  </a:cubicBezTo>
                  <a:cubicBezTo>
                    <a:pt x="64486" y="13320"/>
                    <a:pt x="83316" y="8548"/>
                    <a:pt x="92344" y="10268"/>
                  </a:cubicBezTo>
                  <a:cubicBezTo>
                    <a:pt x="102963" y="12331"/>
                    <a:pt x="105843" y="18866"/>
                    <a:pt x="112937" y="26905"/>
                  </a:cubicBezTo>
                  <a:cubicBezTo>
                    <a:pt x="120030" y="34944"/>
                    <a:pt x="126479" y="40877"/>
                    <a:pt x="135893" y="40017"/>
                  </a:cubicBezTo>
                  <a:lnTo>
                    <a:pt x="136668" y="36879"/>
                  </a:lnTo>
                  <a:lnTo>
                    <a:pt x="137570" y="33440"/>
                  </a:lnTo>
                  <a:cubicBezTo>
                    <a:pt x="137957" y="31763"/>
                    <a:pt x="136926" y="30129"/>
                    <a:pt x="135249" y="29743"/>
                  </a:cubicBezTo>
                  <a:cubicBezTo>
                    <a:pt x="135120" y="29743"/>
                    <a:pt x="134991" y="29700"/>
                    <a:pt x="134862" y="29657"/>
                  </a:cubicBezTo>
                  <a:cubicBezTo>
                    <a:pt x="127640" y="29098"/>
                    <a:pt x="122437" y="23896"/>
                    <a:pt x="116290" y="16845"/>
                  </a:cubicBezTo>
                  <a:lnTo>
                    <a:pt x="116290" y="16845"/>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6" name="Google Shape;1296;p76"/>
            <p:cNvSpPr/>
            <p:nvPr/>
          </p:nvSpPr>
          <p:spPr>
            <a:xfrm>
              <a:off x="5373025" y="3514339"/>
              <a:ext cx="108594" cy="27662"/>
            </a:xfrm>
            <a:custGeom>
              <a:avLst/>
              <a:gdLst/>
              <a:ahLst/>
              <a:cxnLst/>
              <a:rect l="l" t="t" r="r" b="b"/>
              <a:pathLst>
                <a:path w="108594" h="27662" extrusionOk="0">
                  <a:moveTo>
                    <a:pt x="108594" y="25861"/>
                  </a:moveTo>
                  <a:cubicBezTo>
                    <a:pt x="107219" y="26334"/>
                    <a:pt x="105757" y="26635"/>
                    <a:pt x="104295" y="26721"/>
                  </a:cubicBezTo>
                  <a:cubicBezTo>
                    <a:pt x="100212" y="27237"/>
                    <a:pt x="96127" y="27538"/>
                    <a:pt x="92043" y="27624"/>
                  </a:cubicBezTo>
                  <a:cubicBezTo>
                    <a:pt x="64873" y="28226"/>
                    <a:pt x="38047" y="21820"/>
                    <a:pt x="14058" y="9052"/>
                  </a:cubicBezTo>
                  <a:cubicBezTo>
                    <a:pt x="10447" y="7160"/>
                    <a:pt x="6921" y="5054"/>
                    <a:pt x="3569" y="2732"/>
                  </a:cubicBezTo>
                  <a:cubicBezTo>
                    <a:pt x="2279" y="1958"/>
                    <a:pt x="1075" y="1055"/>
                    <a:pt x="0" y="24"/>
                  </a:cubicBezTo>
                  <a:cubicBezTo>
                    <a:pt x="215" y="-320"/>
                    <a:pt x="5589" y="3119"/>
                    <a:pt x="14789" y="7633"/>
                  </a:cubicBezTo>
                  <a:cubicBezTo>
                    <a:pt x="38864" y="19541"/>
                    <a:pt x="65303" y="25818"/>
                    <a:pt x="92172" y="26033"/>
                  </a:cubicBezTo>
                  <a:cubicBezTo>
                    <a:pt x="102189" y="26119"/>
                    <a:pt x="108551" y="25474"/>
                    <a:pt x="108594" y="25861"/>
                  </a:cubicBezTo>
                  <a:lnTo>
                    <a:pt x="108594" y="258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7" name="Google Shape;1297;p76"/>
            <p:cNvSpPr/>
            <p:nvPr/>
          </p:nvSpPr>
          <p:spPr>
            <a:xfrm>
              <a:off x="5391684" y="3541189"/>
              <a:ext cx="66506" cy="16221"/>
            </a:xfrm>
            <a:custGeom>
              <a:avLst/>
              <a:gdLst/>
              <a:ahLst/>
              <a:cxnLst/>
              <a:rect l="l" t="t" r="r" b="b"/>
              <a:pathLst>
                <a:path w="66506" h="16221" extrusionOk="0">
                  <a:moveTo>
                    <a:pt x="66506" y="13714"/>
                  </a:moveTo>
                  <a:cubicBezTo>
                    <a:pt x="63282" y="14961"/>
                    <a:pt x="59886" y="15692"/>
                    <a:pt x="56447" y="15821"/>
                  </a:cubicBezTo>
                  <a:cubicBezTo>
                    <a:pt x="48149" y="16637"/>
                    <a:pt x="39809" y="16208"/>
                    <a:pt x="31641" y="14531"/>
                  </a:cubicBezTo>
                  <a:cubicBezTo>
                    <a:pt x="23516" y="12854"/>
                    <a:pt x="15649" y="9974"/>
                    <a:pt x="8383" y="5933"/>
                  </a:cubicBezTo>
                  <a:cubicBezTo>
                    <a:pt x="5288" y="4428"/>
                    <a:pt x="2450" y="2450"/>
                    <a:pt x="0" y="0"/>
                  </a:cubicBezTo>
                  <a:cubicBezTo>
                    <a:pt x="10103" y="5546"/>
                    <a:pt x="20893" y="9716"/>
                    <a:pt x="32114" y="12424"/>
                  </a:cubicBezTo>
                  <a:cubicBezTo>
                    <a:pt x="43464" y="14359"/>
                    <a:pt x="55028" y="14789"/>
                    <a:pt x="66506" y="1371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8" name="Google Shape;1298;p76"/>
            <p:cNvSpPr/>
            <p:nvPr/>
          </p:nvSpPr>
          <p:spPr>
            <a:xfrm>
              <a:off x="5378098" y="3517759"/>
              <a:ext cx="95353" cy="25988"/>
            </a:xfrm>
            <a:custGeom>
              <a:avLst/>
              <a:gdLst/>
              <a:ahLst/>
              <a:cxnLst/>
              <a:rect l="l" t="t" r="r" b="b"/>
              <a:pathLst>
                <a:path w="95353" h="25988" extrusionOk="0">
                  <a:moveTo>
                    <a:pt x="95353" y="23516"/>
                  </a:moveTo>
                  <a:cubicBezTo>
                    <a:pt x="95353" y="23516"/>
                    <a:pt x="60960" y="28417"/>
                    <a:pt x="43764" y="24419"/>
                  </a:cubicBezTo>
                  <a:cubicBezTo>
                    <a:pt x="27299" y="20163"/>
                    <a:pt x="12252" y="11779"/>
                    <a:pt x="0" y="0"/>
                  </a:cubicBezTo>
                  <a:cubicBezTo>
                    <a:pt x="387" y="1892"/>
                    <a:pt x="50815" y="27858"/>
                    <a:pt x="95353" y="23516"/>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9" name="Google Shape;1299;p76"/>
            <p:cNvSpPr/>
            <p:nvPr/>
          </p:nvSpPr>
          <p:spPr>
            <a:xfrm>
              <a:off x="5409181" y="3515235"/>
              <a:ext cx="54899" cy="7306"/>
            </a:xfrm>
            <a:custGeom>
              <a:avLst/>
              <a:gdLst/>
              <a:ahLst/>
              <a:cxnLst/>
              <a:rect l="l" t="t" r="r" b="b"/>
              <a:pathLst>
                <a:path w="54899" h="7306" extrusionOk="0">
                  <a:moveTo>
                    <a:pt x="54899" y="5318"/>
                  </a:moveTo>
                  <a:cubicBezTo>
                    <a:pt x="52320" y="6264"/>
                    <a:pt x="49568" y="6780"/>
                    <a:pt x="46817" y="6823"/>
                  </a:cubicBezTo>
                  <a:cubicBezTo>
                    <a:pt x="40239" y="7468"/>
                    <a:pt x="33619" y="7468"/>
                    <a:pt x="27041" y="6823"/>
                  </a:cubicBezTo>
                  <a:cubicBezTo>
                    <a:pt x="20464" y="6221"/>
                    <a:pt x="13972" y="4974"/>
                    <a:pt x="7609" y="3083"/>
                  </a:cubicBezTo>
                  <a:cubicBezTo>
                    <a:pt x="4944" y="2524"/>
                    <a:pt x="2365" y="1492"/>
                    <a:pt x="0" y="73"/>
                  </a:cubicBezTo>
                  <a:cubicBezTo>
                    <a:pt x="0" y="-571"/>
                    <a:pt x="12081" y="3212"/>
                    <a:pt x="27256" y="4587"/>
                  </a:cubicBezTo>
                  <a:cubicBezTo>
                    <a:pt x="42432" y="5963"/>
                    <a:pt x="54813" y="4630"/>
                    <a:pt x="54899" y="5318"/>
                  </a:cubicBezTo>
                  <a:lnTo>
                    <a:pt x="54899" y="531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0" name="Google Shape;1300;p76"/>
            <p:cNvSpPr/>
            <p:nvPr/>
          </p:nvSpPr>
          <p:spPr>
            <a:xfrm>
              <a:off x="5371993" y="3665174"/>
              <a:ext cx="186149" cy="413011"/>
            </a:xfrm>
            <a:custGeom>
              <a:avLst/>
              <a:gdLst/>
              <a:ahLst/>
              <a:cxnLst/>
              <a:rect l="l" t="t" r="r" b="b"/>
              <a:pathLst>
                <a:path w="186149" h="413011" extrusionOk="0">
                  <a:moveTo>
                    <a:pt x="153520" y="0"/>
                  </a:moveTo>
                  <a:cubicBezTo>
                    <a:pt x="137054" y="19174"/>
                    <a:pt x="123770" y="40841"/>
                    <a:pt x="114097" y="64185"/>
                  </a:cubicBezTo>
                  <a:cubicBezTo>
                    <a:pt x="98965" y="101802"/>
                    <a:pt x="57694" y="236449"/>
                    <a:pt x="57694" y="236449"/>
                  </a:cubicBezTo>
                  <a:cubicBezTo>
                    <a:pt x="57694" y="236449"/>
                    <a:pt x="4428" y="346204"/>
                    <a:pt x="0" y="413011"/>
                  </a:cubicBezTo>
                  <a:lnTo>
                    <a:pt x="93075" y="411292"/>
                  </a:lnTo>
                  <a:cubicBezTo>
                    <a:pt x="93075" y="411292"/>
                    <a:pt x="134647" y="293282"/>
                    <a:pt x="149221" y="266886"/>
                  </a:cubicBezTo>
                  <a:cubicBezTo>
                    <a:pt x="166804" y="235159"/>
                    <a:pt x="186150" y="163407"/>
                    <a:pt x="186150" y="163407"/>
                  </a:cubicBezTo>
                  <a:lnTo>
                    <a:pt x="179959" y="73471"/>
                  </a:lnTo>
                  <a:lnTo>
                    <a:pt x="153520" y="0"/>
                  </a:lnTo>
                  <a:lnTo>
                    <a:pt x="153520"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1" name="Google Shape;1301;p76"/>
            <p:cNvSpPr/>
            <p:nvPr/>
          </p:nvSpPr>
          <p:spPr>
            <a:xfrm>
              <a:off x="5536906" y="3588607"/>
              <a:ext cx="359961" cy="489405"/>
            </a:xfrm>
            <a:custGeom>
              <a:avLst/>
              <a:gdLst/>
              <a:ahLst/>
              <a:cxnLst/>
              <a:rect l="l" t="t" r="r" b="b"/>
              <a:pathLst>
                <a:path w="359961" h="489405" extrusionOk="0">
                  <a:moveTo>
                    <a:pt x="8641" y="52836"/>
                  </a:moveTo>
                  <a:cubicBezTo>
                    <a:pt x="8641" y="52836"/>
                    <a:pt x="-3568" y="44452"/>
                    <a:pt x="86024" y="31340"/>
                  </a:cubicBezTo>
                  <a:lnTo>
                    <a:pt x="101071" y="24548"/>
                  </a:lnTo>
                  <a:lnTo>
                    <a:pt x="233955" y="0"/>
                  </a:lnTo>
                  <a:lnTo>
                    <a:pt x="242854" y="13327"/>
                  </a:lnTo>
                  <a:lnTo>
                    <a:pt x="359961" y="57737"/>
                  </a:lnTo>
                  <a:lnTo>
                    <a:pt x="336359" y="422599"/>
                  </a:lnTo>
                  <a:lnTo>
                    <a:pt x="359660" y="489406"/>
                  </a:lnTo>
                  <a:lnTo>
                    <a:pt x="430" y="487901"/>
                  </a:lnTo>
                  <a:lnTo>
                    <a:pt x="6621" y="372729"/>
                  </a:lnTo>
                  <a:lnTo>
                    <a:pt x="0" y="251109"/>
                  </a:lnTo>
                  <a:lnTo>
                    <a:pt x="8641" y="52836"/>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2" name="Google Shape;1302;p76"/>
            <p:cNvSpPr/>
            <p:nvPr/>
          </p:nvSpPr>
          <p:spPr>
            <a:xfrm>
              <a:off x="5641620" y="3604340"/>
              <a:ext cx="145662" cy="62058"/>
            </a:xfrm>
            <a:custGeom>
              <a:avLst/>
              <a:gdLst/>
              <a:ahLst/>
              <a:cxnLst/>
              <a:rect l="l" t="t" r="r" b="b"/>
              <a:pathLst>
                <a:path w="145662" h="62058" extrusionOk="0">
                  <a:moveTo>
                    <a:pt x="145663" y="2"/>
                  </a:moveTo>
                  <a:cubicBezTo>
                    <a:pt x="145577" y="647"/>
                    <a:pt x="145405" y="1292"/>
                    <a:pt x="145147" y="1937"/>
                  </a:cubicBezTo>
                  <a:cubicBezTo>
                    <a:pt x="144546" y="3785"/>
                    <a:pt x="143858" y="5591"/>
                    <a:pt x="143083" y="7354"/>
                  </a:cubicBezTo>
                  <a:cubicBezTo>
                    <a:pt x="140332" y="13931"/>
                    <a:pt x="136678" y="20079"/>
                    <a:pt x="132250" y="25667"/>
                  </a:cubicBezTo>
                  <a:cubicBezTo>
                    <a:pt x="125716" y="34008"/>
                    <a:pt x="117805" y="41187"/>
                    <a:pt x="108906" y="46905"/>
                  </a:cubicBezTo>
                  <a:cubicBezTo>
                    <a:pt x="97986" y="53955"/>
                    <a:pt x="85734" y="58727"/>
                    <a:pt x="72880" y="60877"/>
                  </a:cubicBezTo>
                  <a:cubicBezTo>
                    <a:pt x="60026" y="63198"/>
                    <a:pt x="46742" y="62081"/>
                    <a:pt x="34446" y="57695"/>
                  </a:cubicBezTo>
                  <a:cubicBezTo>
                    <a:pt x="24386" y="54041"/>
                    <a:pt x="15573" y="47507"/>
                    <a:pt x="9210" y="38909"/>
                  </a:cubicBezTo>
                  <a:cubicBezTo>
                    <a:pt x="4826" y="33191"/>
                    <a:pt x="1902" y="26484"/>
                    <a:pt x="612" y="19391"/>
                  </a:cubicBezTo>
                  <a:cubicBezTo>
                    <a:pt x="269" y="17499"/>
                    <a:pt x="96" y="15565"/>
                    <a:pt x="96" y="13630"/>
                  </a:cubicBezTo>
                  <a:cubicBezTo>
                    <a:pt x="-32" y="12942"/>
                    <a:pt x="-32" y="12297"/>
                    <a:pt x="96" y="11610"/>
                  </a:cubicBezTo>
                  <a:cubicBezTo>
                    <a:pt x="355" y="11610"/>
                    <a:pt x="96" y="14404"/>
                    <a:pt x="1343" y="19219"/>
                  </a:cubicBezTo>
                  <a:cubicBezTo>
                    <a:pt x="2891" y="26054"/>
                    <a:pt x="5943" y="32460"/>
                    <a:pt x="10242" y="37963"/>
                  </a:cubicBezTo>
                  <a:cubicBezTo>
                    <a:pt x="16562" y="46131"/>
                    <a:pt x="25160" y="52322"/>
                    <a:pt x="34919" y="55761"/>
                  </a:cubicBezTo>
                  <a:cubicBezTo>
                    <a:pt x="46956" y="59888"/>
                    <a:pt x="59811" y="60877"/>
                    <a:pt x="72321" y="58641"/>
                  </a:cubicBezTo>
                  <a:cubicBezTo>
                    <a:pt x="84874" y="56578"/>
                    <a:pt x="96868" y="51978"/>
                    <a:pt x="107573" y="45142"/>
                  </a:cubicBezTo>
                  <a:cubicBezTo>
                    <a:pt x="116343" y="39597"/>
                    <a:pt x="124210" y="32718"/>
                    <a:pt x="130788" y="24679"/>
                  </a:cubicBezTo>
                  <a:cubicBezTo>
                    <a:pt x="135259" y="19262"/>
                    <a:pt x="139043" y="13329"/>
                    <a:pt x="142095" y="7010"/>
                  </a:cubicBezTo>
                  <a:cubicBezTo>
                    <a:pt x="144416" y="2538"/>
                    <a:pt x="145362" y="-84"/>
                    <a:pt x="145663" y="2"/>
                  </a:cubicBezTo>
                  <a:lnTo>
                    <a:pt x="145663" y="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3" name="Google Shape;1303;p76"/>
            <p:cNvSpPr/>
            <p:nvPr/>
          </p:nvSpPr>
          <p:spPr>
            <a:xfrm>
              <a:off x="5634194" y="3888637"/>
              <a:ext cx="169727" cy="113024"/>
            </a:xfrm>
            <a:custGeom>
              <a:avLst/>
              <a:gdLst/>
              <a:ahLst/>
              <a:cxnLst/>
              <a:rect l="l" t="t" r="r" b="b"/>
              <a:pathLst>
                <a:path w="169727" h="113024" extrusionOk="0">
                  <a:moveTo>
                    <a:pt x="169728" y="2"/>
                  </a:moveTo>
                  <a:cubicBezTo>
                    <a:pt x="169340" y="604"/>
                    <a:pt x="168867" y="1120"/>
                    <a:pt x="168352" y="1593"/>
                  </a:cubicBezTo>
                  <a:lnTo>
                    <a:pt x="164053" y="5892"/>
                  </a:lnTo>
                  <a:cubicBezTo>
                    <a:pt x="160398" y="9589"/>
                    <a:pt x="154939" y="14705"/>
                    <a:pt x="147974" y="20896"/>
                  </a:cubicBezTo>
                  <a:cubicBezTo>
                    <a:pt x="111690" y="53010"/>
                    <a:pt x="71193" y="80008"/>
                    <a:pt x="27600" y="101117"/>
                  </a:cubicBezTo>
                  <a:cubicBezTo>
                    <a:pt x="19217" y="105115"/>
                    <a:pt x="12338" y="108210"/>
                    <a:pt x="7566" y="110145"/>
                  </a:cubicBezTo>
                  <a:lnTo>
                    <a:pt x="2021" y="112380"/>
                  </a:lnTo>
                  <a:cubicBezTo>
                    <a:pt x="1376" y="112724"/>
                    <a:pt x="688" y="112939"/>
                    <a:pt x="0" y="113025"/>
                  </a:cubicBezTo>
                  <a:cubicBezTo>
                    <a:pt x="559" y="112638"/>
                    <a:pt x="1161" y="112294"/>
                    <a:pt x="1806" y="111993"/>
                  </a:cubicBezTo>
                  <a:lnTo>
                    <a:pt x="7180" y="109371"/>
                  </a:lnTo>
                  <a:cubicBezTo>
                    <a:pt x="11865" y="107178"/>
                    <a:pt x="18615" y="103868"/>
                    <a:pt x="26869" y="99698"/>
                  </a:cubicBezTo>
                  <a:cubicBezTo>
                    <a:pt x="69946" y="77945"/>
                    <a:pt x="110314" y="51161"/>
                    <a:pt x="147028" y="19864"/>
                  </a:cubicBezTo>
                  <a:cubicBezTo>
                    <a:pt x="154079" y="13888"/>
                    <a:pt x="159926" y="8902"/>
                    <a:pt x="163537" y="5419"/>
                  </a:cubicBezTo>
                  <a:lnTo>
                    <a:pt x="168051" y="1507"/>
                  </a:lnTo>
                  <a:cubicBezTo>
                    <a:pt x="169083" y="475"/>
                    <a:pt x="169642" y="-41"/>
                    <a:pt x="169728" y="2"/>
                  </a:cubicBezTo>
                  <a:lnTo>
                    <a:pt x="169728" y="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4" name="Google Shape;1304;p76"/>
            <p:cNvSpPr/>
            <p:nvPr/>
          </p:nvSpPr>
          <p:spPr>
            <a:xfrm>
              <a:off x="5649928" y="3942163"/>
              <a:ext cx="122652" cy="77125"/>
            </a:xfrm>
            <a:custGeom>
              <a:avLst/>
              <a:gdLst/>
              <a:ahLst/>
              <a:cxnLst/>
              <a:rect l="l" t="t" r="r" b="b"/>
              <a:pathLst>
                <a:path w="122652" h="77125" extrusionOk="0">
                  <a:moveTo>
                    <a:pt x="122653" y="0"/>
                  </a:moveTo>
                  <a:cubicBezTo>
                    <a:pt x="121363" y="1376"/>
                    <a:pt x="119901" y="2579"/>
                    <a:pt x="118353" y="3654"/>
                  </a:cubicBezTo>
                  <a:cubicBezTo>
                    <a:pt x="115430" y="5933"/>
                    <a:pt x="111131" y="9028"/>
                    <a:pt x="105757" y="12811"/>
                  </a:cubicBezTo>
                  <a:cubicBezTo>
                    <a:pt x="95009" y="20335"/>
                    <a:pt x="79963" y="30265"/>
                    <a:pt x="62766" y="40712"/>
                  </a:cubicBezTo>
                  <a:cubicBezTo>
                    <a:pt x="45570" y="51159"/>
                    <a:pt x="29964" y="60273"/>
                    <a:pt x="18615" y="66850"/>
                  </a:cubicBezTo>
                  <a:lnTo>
                    <a:pt x="5116" y="74546"/>
                  </a:lnTo>
                  <a:cubicBezTo>
                    <a:pt x="3526" y="75577"/>
                    <a:pt x="1806" y="76437"/>
                    <a:pt x="0" y="77125"/>
                  </a:cubicBezTo>
                  <a:cubicBezTo>
                    <a:pt x="1419" y="75878"/>
                    <a:pt x="3009" y="74761"/>
                    <a:pt x="4643" y="73815"/>
                  </a:cubicBezTo>
                  <a:cubicBezTo>
                    <a:pt x="7739" y="71794"/>
                    <a:pt x="12209" y="68957"/>
                    <a:pt x="17798" y="65475"/>
                  </a:cubicBezTo>
                  <a:lnTo>
                    <a:pt x="61605" y="38777"/>
                  </a:lnTo>
                  <a:cubicBezTo>
                    <a:pt x="78802" y="28374"/>
                    <a:pt x="93978" y="18701"/>
                    <a:pt x="104940" y="11478"/>
                  </a:cubicBezTo>
                  <a:lnTo>
                    <a:pt x="117838" y="2880"/>
                  </a:lnTo>
                  <a:cubicBezTo>
                    <a:pt x="119342" y="1806"/>
                    <a:pt x="120976" y="817"/>
                    <a:pt x="122653" y="0"/>
                  </a:cubicBezTo>
                  <a:lnTo>
                    <a:pt x="122653"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5" name="Google Shape;1305;p76"/>
            <p:cNvSpPr/>
            <p:nvPr/>
          </p:nvSpPr>
          <p:spPr>
            <a:xfrm>
              <a:off x="5646489" y="3626224"/>
              <a:ext cx="128886" cy="47465"/>
            </a:xfrm>
            <a:custGeom>
              <a:avLst/>
              <a:gdLst/>
              <a:ahLst/>
              <a:cxnLst/>
              <a:rect l="l" t="t" r="r" b="b"/>
              <a:pathLst>
                <a:path w="128886" h="47465" extrusionOk="0">
                  <a:moveTo>
                    <a:pt x="128886" y="0"/>
                  </a:moveTo>
                  <a:cubicBezTo>
                    <a:pt x="125533" y="9114"/>
                    <a:pt x="119858" y="17239"/>
                    <a:pt x="112378" y="23473"/>
                  </a:cubicBezTo>
                  <a:cubicBezTo>
                    <a:pt x="104940" y="29664"/>
                    <a:pt x="96729" y="34823"/>
                    <a:pt x="87916" y="38864"/>
                  </a:cubicBezTo>
                  <a:cubicBezTo>
                    <a:pt x="78630" y="43894"/>
                    <a:pt x="68355" y="46817"/>
                    <a:pt x="57823" y="47462"/>
                  </a:cubicBezTo>
                  <a:cubicBezTo>
                    <a:pt x="41959" y="47677"/>
                    <a:pt x="27170" y="39337"/>
                    <a:pt x="14531" y="29664"/>
                  </a:cubicBezTo>
                  <a:cubicBezTo>
                    <a:pt x="7954" y="24634"/>
                    <a:pt x="1333" y="18529"/>
                    <a:pt x="0" y="10361"/>
                  </a:cubicBezTo>
                  <a:cubicBezTo>
                    <a:pt x="4214" y="17325"/>
                    <a:pt x="9802" y="23301"/>
                    <a:pt x="16423" y="28030"/>
                  </a:cubicBezTo>
                  <a:cubicBezTo>
                    <a:pt x="34651" y="39036"/>
                    <a:pt x="56662" y="41916"/>
                    <a:pt x="77083" y="35897"/>
                  </a:cubicBezTo>
                  <a:cubicBezTo>
                    <a:pt x="107563" y="27342"/>
                    <a:pt x="128886" y="0"/>
                    <a:pt x="128886" y="0"/>
                  </a:cubicBezTo>
                  <a:lnTo>
                    <a:pt x="128886"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6" name="Google Shape;1306;p76"/>
            <p:cNvSpPr/>
            <p:nvPr/>
          </p:nvSpPr>
          <p:spPr>
            <a:xfrm>
              <a:off x="5546335" y="3302033"/>
              <a:ext cx="302511" cy="268527"/>
            </a:xfrm>
            <a:custGeom>
              <a:avLst/>
              <a:gdLst/>
              <a:ahLst/>
              <a:cxnLst/>
              <a:rect l="l" t="t" r="r" b="b"/>
              <a:pathLst>
                <a:path w="302511" h="268527" extrusionOk="0">
                  <a:moveTo>
                    <a:pt x="11894" y="119470"/>
                  </a:moveTo>
                  <a:cubicBezTo>
                    <a:pt x="20020" y="110055"/>
                    <a:pt x="29950" y="101027"/>
                    <a:pt x="32444" y="88818"/>
                  </a:cubicBezTo>
                  <a:cubicBezTo>
                    <a:pt x="34722" y="77597"/>
                    <a:pt x="30252" y="65044"/>
                    <a:pt x="35754" y="54984"/>
                  </a:cubicBezTo>
                  <a:cubicBezTo>
                    <a:pt x="42504" y="42603"/>
                    <a:pt x="60517" y="40883"/>
                    <a:pt x="68771" y="29448"/>
                  </a:cubicBezTo>
                  <a:cubicBezTo>
                    <a:pt x="72769" y="23945"/>
                    <a:pt x="73930" y="16765"/>
                    <a:pt x="77885" y="11177"/>
                  </a:cubicBezTo>
                  <a:cubicBezTo>
                    <a:pt x="84634" y="1719"/>
                    <a:pt x="97747" y="-904"/>
                    <a:pt x="109311" y="257"/>
                  </a:cubicBezTo>
                  <a:cubicBezTo>
                    <a:pt x="120876" y="1418"/>
                    <a:pt x="132053" y="5459"/>
                    <a:pt x="143703" y="6147"/>
                  </a:cubicBezTo>
                  <a:cubicBezTo>
                    <a:pt x="159610" y="7136"/>
                    <a:pt x="175990" y="1848"/>
                    <a:pt x="191294" y="6147"/>
                  </a:cubicBezTo>
                  <a:cubicBezTo>
                    <a:pt x="208189" y="11048"/>
                    <a:pt x="218636" y="25879"/>
                    <a:pt x="229728" y="40238"/>
                  </a:cubicBezTo>
                  <a:lnTo>
                    <a:pt x="244130" y="56876"/>
                  </a:lnTo>
                  <a:cubicBezTo>
                    <a:pt x="247096" y="59799"/>
                    <a:pt x="250364" y="62464"/>
                    <a:pt x="253846" y="64786"/>
                  </a:cubicBezTo>
                  <a:cubicBezTo>
                    <a:pt x="260252" y="68010"/>
                    <a:pt x="266313" y="71836"/>
                    <a:pt x="272031" y="76179"/>
                  </a:cubicBezTo>
                  <a:cubicBezTo>
                    <a:pt x="282822" y="87356"/>
                    <a:pt x="282521" y="105197"/>
                    <a:pt x="271300" y="115988"/>
                  </a:cubicBezTo>
                  <a:cubicBezTo>
                    <a:pt x="271042" y="116246"/>
                    <a:pt x="270741" y="116504"/>
                    <a:pt x="270483" y="116762"/>
                  </a:cubicBezTo>
                  <a:cubicBezTo>
                    <a:pt x="283079" y="120975"/>
                    <a:pt x="291420" y="132926"/>
                    <a:pt x="291033" y="146167"/>
                  </a:cubicBezTo>
                  <a:cubicBezTo>
                    <a:pt x="290087" y="153175"/>
                    <a:pt x="288281" y="160053"/>
                    <a:pt x="285702" y="166631"/>
                  </a:cubicBezTo>
                  <a:cubicBezTo>
                    <a:pt x="283122" y="173294"/>
                    <a:pt x="282993" y="180646"/>
                    <a:pt x="285315" y="187396"/>
                  </a:cubicBezTo>
                  <a:cubicBezTo>
                    <a:pt x="288196" y="193844"/>
                    <a:pt x="296492" y="198229"/>
                    <a:pt x="302511" y="194747"/>
                  </a:cubicBezTo>
                  <a:cubicBezTo>
                    <a:pt x="300276" y="204076"/>
                    <a:pt x="293956" y="211857"/>
                    <a:pt x="285315" y="215984"/>
                  </a:cubicBezTo>
                  <a:cubicBezTo>
                    <a:pt x="288754" y="219423"/>
                    <a:pt x="293354" y="221401"/>
                    <a:pt x="298212" y="221530"/>
                  </a:cubicBezTo>
                  <a:cubicBezTo>
                    <a:pt x="285530" y="251924"/>
                    <a:pt x="250536" y="268132"/>
                    <a:pt x="217605" y="268519"/>
                  </a:cubicBezTo>
                  <a:cubicBezTo>
                    <a:pt x="184674" y="268906"/>
                    <a:pt x="153119" y="256653"/>
                    <a:pt x="122423" y="244573"/>
                  </a:cubicBezTo>
                  <a:lnTo>
                    <a:pt x="33561" y="222089"/>
                  </a:lnTo>
                  <a:cubicBezTo>
                    <a:pt x="25780" y="220369"/>
                    <a:pt x="22470" y="210954"/>
                    <a:pt x="22513" y="202958"/>
                  </a:cubicBezTo>
                  <a:cubicBezTo>
                    <a:pt x="22556" y="194962"/>
                    <a:pt x="24533" y="186621"/>
                    <a:pt x="21653" y="179184"/>
                  </a:cubicBezTo>
                  <a:cubicBezTo>
                    <a:pt x="17655" y="168995"/>
                    <a:pt x="5747" y="163622"/>
                    <a:pt x="1577" y="153390"/>
                  </a:cubicBezTo>
                  <a:cubicBezTo>
                    <a:pt x="-3238" y="141825"/>
                    <a:pt x="3769" y="128928"/>
                    <a:pt x="11894" y="119470"/>
                  </a:cubicBezTo>
                  <a:lnTo>
                    <a:pt x="11894" y="11947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7" name="Google Shape;1307;p76"/>
            <p:cNvSpPr/>
            <p:nvPr/>
          </p:nvSpPr>
          <p:spPr>
            <a:xfrm>
              <a:off x="5594697" y="3323483"/>
              <a:ext cx="180622" cy="326869"/>
            </a:xfrm>
            <a:custGeom>
              <a:avLst/>
              <a:gdLst/>
              <a:ahLst/>
              <a:cxnLst/>
              <a:rect l="l" t="t" r="r" b="b"/>
              <a:pathLst>
                <a:path w="180622" h="326869" extrusionOk="0">
                  <a:moveTo>
                    <a:pt x="88850" y="346"/>
                  </a:moveTo>
                  <a:lnTo>
                    <a:pt x="93751" y="2"/>
                  </a:lnTo>
                  <a:cubicBezTo>
                    <a:pt x="146500" y="-299"/>
                    <a:pt x="176293" y="44368"/>
                    <a:pt x="175132" y="97118"/>
                  </a:cubicBezTo>
                  <a:lnTo>
                    <a:pt x="180592" y="266931"/>
                  </a:lnTo>
                  <a:cubicBezTo>
                    <a:pt x="181624" y="299776"/>
                    <a:pt x="155787" y="323592"/>
                    <a:pt x="123071" y="326387"/>
                  </a:cubicBezTo>
                  <a:lnTo>
                    <a:pt x="123071" y="326387"/>
                  </a:lnTo>
                  <a:cubicBezTo>
                    <a:pt x="88678" y="329310"/>
                    <a:pt x="59917" y="319379"/>
                    <a:pt x="57553" y="284944"/>
                  </a:cubicBezTo>
                  <a:cubicBezTo>
                    <a:pt x="56908" y="275443"/>
                    <a:pt x="56435" y="268779"/>
                    <a:pt x="56392" y="268779"/>
                  </a:cubicBezTo>
                  <a:cubicBezTo>
                    <a:pt x="56349" y="268779"/>
                    <a:pt x="5319" y="264136"/>
                    <a:pt x="1450" y="213665"/>
                  </a:cubicBezTo>
                  <a:cubicBezTo>
                    <a:pt x="-441" y="189247"/>
                    <a:pt x="-184" y="138689"/>
                    <a:pt x="547" y="92947"/>
                  </a:cubicBezTo>
                  <a:cubicBezTo>
                    <a:pt x="1450" y="43852"/>
                    <a:pt x="39841" y="3613"/>
                    <a:pt x="88850" y="346"/>
                  </a:cubicBezTo>
                  <a:lnTo>
                    <a:pt x="88850" y="346"/>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8" name="Google Shape;1308;p76"/>
            <p:cNvSpPr/>
            <p:nvPr/>
          </p:nvSpPr>
          <p:spPr>
            <a:xfrm>
              <a:off x="5651089" y="3568660"/>
              <a:ext cx="64486" cy="36490"/>
            </a:xfrm>
            <a:custGeom>
              <a:avLst/>
              <a:gdLst/>
              <a:ahLst/>
              <a:cxnLst/>
              <a:rect l="l" t="t" r="r" b="b"/>
              <a:pathLst>
                <a:path w="64486" h="36490" extrusionOk="0">
                  <a:moveTo>
                    <a:pt x="0" y="23688"/>
                  </a:moveTo>
                  <a:cubicBezTo>
                    <a:pt x="23301" y="22097"/>
                    <a:pt x="45699" y="13886"/>
                    <a:pt x="64486" y="0"/>
                  </a:cubicBezTo>
                  <a:cubicBezTo>
                    <a:pt x="64486" y="0"/>
                    <a:pt x="50815" y="37789"/>
                    <a:pt x="0" y="36456"/>
                  </a:cubicBezTo>
                  <a:lnTo>
                    <a:pt x="0" y="2368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9" name="Google Shape;1309;p76"/>
            <p:cNvSpPr/>
            <p:nvPr/>
          </p:nvSpPr>
          <p:spPr>
            <a:xfrm>
              <a:off x="5617385" y="3448843"/>
              <a:ext cx="14487" cy="13803"/>
            </a:xfrm>
            <a:custGeom>
              <a:avLst/>
              <a:gdLst/>
              <a:ahLst/>
              <a:cxnLst/>
              <a:rect l="l" t="t" r="r" b="b"/>
              <a:pathLst>
                <a:path w="14487" h="13803" extrusionOk="0">
                  <a:moveTo>
                    <a:pt x="0" y="6966"/>
                  </a:moveTo>
                  <a:cubicBezTo>
                    <a:pt x="215" y="10878"/>
                    <a:pt x="3525" y="13888"/>
                    <a:pt x="7437" y="13802"/>
                  </a:cubicBezTo>
                  <a:cubicBezTo>
                    <a:pt x="11264" y="13888"/>
                    <a:pt x="14402" y="10835"/>
                    <a:pt x="14488" y="7009"/>
                  </a:cubicBezTo>
                  <a:lnTo>
                    <a:pt x="14488" y="6837"/>
                  </a:lnTo>
                  <a:cubicBezTo>
                    <a:pt x="14273" y="2925"/>
                    <a:pt x="10962" y="-84"/>
                    <a:pt x="7051" y="2"/>
                  </a:cubicBezTo>
                  <a:cubicBezTo>
                    <a:pt x="3224" y="-41"/>
                    <a:pt x="43" y="3054"/>
                    <a:pt x="0" y="6880"/>
                  </a:cubicBezTo>
                  <a:lnTo>
                    <a:pt x="0" y="696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0" name="Google Shape;1310;p76"/>
            <p:cNvSpPr/>
            <p:nvPr/>
          </p:nvSpPr>
          <p:spPr>
            <a:xfrm>
              <a:off x="5607269" y="3428211"/>
              <a:ext cx="28768" cy="8665"/>
            </a:xfrm>
            <a:custGeom>
              <a:avLst/>
              <a:gdLst/>
              <a:ahLst/>
              <a:cxnLst/>
              <a:rect l="l" t="t" r="r" b="b"/>
              <a:pathLst>
                <a:path w="28768" h="8665" extrusionOk="0">
                  <a:moveTo>
                    <a:pt x="141" y="8554"/>
                  </a:moveTo>
                  <a:cubicBezTo>
                    <a:pt x="1087" y="9413"/>
                    <a:pt x="6289" y="5028"/>
                    <a:pt x="14070" y="4555"/>
                  </a:cubicBezTo>
                  <a:cubicBezTo>
                    <a:pt x="21852" y="4083"/>
                    <a:pt x="27784" y="7608"/>
                    <a:pt x="28558" y="6576"/>
                  </a:cubicBezTo>
                  <a:cubicBezTo>
                    <a:pt x="29332" y="5544"/>
                    <a:pt x="27913" y="4513"/>
                    <a:pt x="25333" y="2836"/>
                  </a:cubicBezTo>
                  <a:cubicBezTo>
                    <a:pt x="21808" y="729"/>
                    <a:pt x="17724" y="-217"/>
                    <a:pt x="13640" y="42"/>
                  </a:cubicBezTo>
                  <a:cubicBezTo>
                    <a:pt x="9599" y="299"/>
                    <a:pt x="5773" y="1804"/>
                    <a:pt x="2635" y="4340"/>
                  </a:cubicBezTo>
                  <a:cubicBezTo>
                    <a:pt x="356" y="6404"/>
                    <a:pt x="-332" y="8167"/>
                    <a:pt x="141" y="8554"/>
                  </a:cubicBezTo>
                  <a:lnTo>
                    <a:pt x="141" y="855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1" name="Google Shape;1311;p76"/>
            <p:cNvSpPr/>
            <p:nvPr/>
          </p:nvSpPr>
          <p:spPr>
            <a:xfrm>
              <a:off x="5689910" y="3446608"/>
              <a:ext cx="14444" cy="13848"/>
            </a:xfrm>
            <a:custGeom>
              <a:avLst/>
              <a:gdLst/>
              <a:ahLst/>
              <a:cxnLst/>
              <a:rect l="l" t="t" r="r" b="b"/>
              <a:pathLst>
                <a:path w="14444" h="13848" extrusionOk="0">
                  <a:moveTo>
                    <a:pt x="0" y="7009"/>
                  </a:moveTo>
                  <a:cubicBezTo>
                    <a:pt x="172" y="10921"/>
                    <a:pt x="3482" y="13974"/>
                    <a:pt x="7394" y="13845"/>
                  </a:cubicBezTo>
                  <a:cubicBezTo>
                    <a:pt x="11221" y="13888"/>
                    <a:pt x="14402" y="10792"/>
                    <a:pt x="14445" y="6966"/>
                  </a:cubicBezTo>
                  <a:lnTo>
                    <a:pt x="14445" y="6880"/>
                  </a:lnTo>
                  <a:cubicBezTo>
                    <a:pt x="14230" y="2968"/>
                    <a:pt x="10919" y="-84"/>
                    <a:pt x="7008" y="2"/>
                  </a:cubicBezTo>
                  <a:cubicBezTo>
                    <a:pt x="3181" y="-41"/>
                    <a:pt x="43" y="3011"/>
                    <a:pt x="0" y="6837"/>
                  </a:cubicBezTo>
                  <a:lnTo>
                    <a:pt x="0" y="7009"/>
                  </a:lnTo>
                  <a:lnTo>
                    <a:pt x="0" y="700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2" name="Google Shape;1312;p76"/>
            <p:cNvSpPr/>
            <p:nvPr/>
          </p:nvSpPr>
          <p:spPr>
            <a:xfrm>
              <a:off x="5683553" y="3426523"/>
              <a:ext cx="28754" cy="8643"/>
            </a:xfrm>
            <a:custGeom>
              <a:avLst/>
              <a:gdLst/>
              <a:ahLst/>
              <a:cxnLst/>
              <a:rect l="l" t="t" r="r" b="b"/>
              <a:pathLst>
                <a:path w="28754" h="8643" extrusionOk="0">
                  <a:moveTo>
                    <a:pt x="123" y="8522"/>
                  </a:moveTo>
                  <a:cubicBezTo>
                    <a:pt x="1069" y="9425"/>
                    <a:pt x="6314" y="4997"/>
                    <a:pt x="14052" y="4524"/>
                  </a:cubicBezTo>
                  <a:cubicBezTo>
                    <a:pt x="21790" y="4051"/>
                    <a:pt x="27766" y="7576"/>
                    <a:pt x="28540" y="6587"/>
                  </a:cubicBezTo>
                  <a:cubicBezTo>
                    <a:pt x="29314" y="5599"/>
                    <a:pt x="27938" y="4481"/>
                    <a:pt x="25315" y="2847"/>
                  </a:cubicBezTo>
                  <a:cubicBezTo>
                    <a:pt x="21834" y="741"/>
                    <a:pt x="17749" y="-248"/>
                    <a:pt x="13665" y="53"/>
                  </a:cubicBezTo>
                  <a:cubicBezTo>
                    <a:pt x="9624" y="268"/>
                    <a:pt x="5755" y="1773"/>
                    <a:pt x="2617" y="4352"/>
                  </a:cubicBezTo>
                  <a:cubicBezTo>
                    <a:pt x="553" y="6373"/>
                    <a:pt x="-350" y="8135"/>
                    <a:pt x="123" y="8522"/>
                  </a:cubicBezTo>
                  <a:lnTo>
                    <a:pt x="123" y="852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3" name="Google Shape;1313;p76"/>
            <p:cNvSpPr/>
            <p:nvPr/>
          </p:nvSpPr>
          <p:spPr>
            <a:xfrm>
              <a:off x="5639449" y="3431560"/>
              <a:ext cx="20194" cy="65849"/>
            </a:xfrm>
            <a:custGeom>
              <a:avLst/>
              <a:gdLst/>
              <a:ahLst/>
              <a:cxnLst/>
              <a:rect l="l" t="t" r="r" b="b"/>
              <a:pathLst>
                <a:path w="20194" h="65849" extrusionOk="0">
                  <a:moveTo>
                    <a:pt x="20195" y="64919"/>
                  </a:moveTo>
                  <a:cubicBezTo>
                    <a:pt x="15982" y="63887"/>
                    <a:pt x="11640" y="63414"/>
                    <a:pt x="7298" y="63457"/>
                  </a:cubicBezTo>
                  <a:cubicBezTo>
                    <a:pt x="5277" y="63457"/>
                    <a:pt x="3385" y="63113"/>
                    <a:pt x="2999" y="61780"/>
                  </a:cubicBezTo>
                  <a:cubicBezTo>
                    <a:pt x="2698" y="59760"/>
                    <a:pt x="2999" y="57653"/>
                    <a:pt x="3944" y="55805"/>
                  </a:cubicBezTo>
                  <a:lnTo>
                    <a:pt x="8845" y="40328"/>
                  </a:lnTo>
                  <a:cubicBezTo>
                    <a:pt x="15595" y="18317"/>
                    <a:pt x="20367" y="261"/>
                    <a:pt x="19464" y="3"/>
                  </a:cubicBezTo>
                  <a:cubicBezTo>
                    <a:pt x="18561" y="-255"/>
                    <a:pt x="12371" y="17199"/>
                    <a:pt x="5621" y="39382"/>
                  </a:cubicBezTo>
                  <a:cubicBezTo>
                    <a:pt x="3987" y="44799"/>
                    <a:pt x="2440" y="50001"/>
                    <a:pt x="978" y="54945"/>
                  </a:cubicBezTo>
                  <a:cubicBezTo>
                    <a:pt x="-97" y="57438"/>
                    <a:pt x="-312" y="60190"/>
                    <a:pt x="462" y="62812"/>
                  </a:cubicBezTo>
                  <a:cubicBezTo>
                    <a:pt x="1150" y="64188"/>
                    <a:pt x="2397" y="65177"/>
                    <a:pt x="3901" y="65478"/>
                  </a:cubicBezTo>
                  <a:cubicBezTo>
                    <a:pt x="5019" y="65692"/>
                    <a:pt x="6180" y="65779"/>
                    <a:pt x="7298" y="65735"/>
                  </a:cubicBezTo>
                  <a:cubicBezTo>
                    <a:pt x="11597" y="66036"/>
                    <a:pt x="15939" y="65735"/>
                    <a:pt x="20195" y="64919"/>
                  </a:cubicBezTo>
                  <a:lnTo>
                    <a:pt x="20195" y="6491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4" name="Google Shape;1314;p76"/>
            <p:cNvSpPr/>
            <p:nvPr/>
          </p:nvSpPr>
          <p:spPr>
            <a:xfrm>
              <a:off x="5682028" y="3396653"/>
              <a:ext cx="35742" cy="9320"/>
            </a:xfrm>
            <a:custGeom>
              <a:avLst/>
              <a:gdLst/>
              <a:ahLst/>
              <a:cxnLst/>
              <a:rect l="l" t="t" r="r" b="b"/>
              <a:pathLst>
                <a:path w="35742" h="9320" extrusionOk="0">
                  <a:moveTo>
                    <a:pt x="57" y="6836"/>
                  </a:moveTo>
                  <a:cubicBezTo>
                    <a:pt x="960" y="8900"/>
                    <a:pt x="8655" y="7395"/>
                    <a:pt x="17812" y="7911"/>
                  </a:cubicBezTo>
                  <a:cubicBezTo>
                    <a:pt x="26969" y="8427"/>
                    <a:pt x="34536" y="10448"/>
                    <a:pt x="35653" y="8470"/>
                  </a:cubicBezTo>
                  <a:cubicBezTo>
                    <a:pt x="36126" y="7524"/>
                    <a:pt x="34708" y="5633"/>
                    <a:pt x="31613" y="3784"/>
                  </a:cubicBezTo>
                  <a:cubicBezTo>
                    <a:pt x="23229" y="-773"/>
                    <a:pt x="13255" y="-1246"/>
                    <a:pt x="4485" y="2537"/>
                  </a:cubicBezTo>
                  <a:cubicBezTo>
                    <a:pt x="1261" y="4085"/>
                    <a:pt x="-330" y="5891"/>
                    <a:pt x="57" y="6836"/>
                  </a:cubicBez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5" name="Google Shape;1315;p76"/>
            <p:cNvSpPr/>
            <p:nvPr/>
          </p:nvSpPr>
          <p:spPr>
            <a:xfrm>
              <a:off x="5608695" y="3401587"/>
              <a:ext cx="26605" cy="9789"/>
            </a:xfrm>
            <a:custGeom>
              <a:avLst/>
              <a:gdLst/>
              <a:ahLst/>
              <a:cxnLst/>
              <a:rect l="l" t="t" r="r" b="b"/>
              <a:pathLst>
                <a:path w="26605" h="9789" extrusionOk="0">
                  <a:moveTo>
                    <a:pt x="263" y="9168"/>
                  </a:moveTo>
                  <a:cubicBezTo>
                    <a:pt x="1725" y="10845"/>
                    <a:pt x="6970" y="8652"/>
                    <a:pt x="13376" y="8136"/>
                  </a:cubicBezTo>
                  <a:cubicBezTo>
                    <a:pt x="19781" y="7620"/>
                    <a:pt x="25370" y="8566"/>
                    <a:pt x="26488" y="6632"/>
                  </a:cubicBezTo>
                  <a:cubicBezTo>
                    <a:pt x="26961" y="5729"/>
                    <a:pt x="26015" y="4009"/>
                    <a:pt x="23521" y="2333"/>
                  </a:cubicBezTo>
                  <a:cubicBezTo>
                    <a:pt x="20211" y="484"/>
                    <a:pt x="16428" y="-290"/>
                    <a:pt x="12645" y="97"/>
                  </a:cubicBezTo>
                  <a:cubicBezTo>
                    <a:pt x="8861" y="441"/>
                    <a:pt x="5250" y="1946"/>
                    <a:pt x="2370" y="4396"/>
                  </a:cubicBezTo>
                  <a:cubicBezTo>
                    <a:pt x="220" y="6460"/>
                    <a:pt x="-424" y="8179"/>
                    <a:pt x="263" y="9168"/>
                  </a:cubicBezTo>
                  <a:lnTo>
                    <a:pt x="263" y="9168"/>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6" name="Google Shape;1316;p76"/>
            <p:cNvSpPr/>
            <p:nvPr/>
          </p:nvSpPr>
          <p:spPr>
            <a:xfrm>
              <a:off x="5768110" y="3455964"/>
              <a:ext cx="35192" cy="53146"/>
            </a:xfrm>
            <a:custGeom>
              <a:avLst/>
              <a:gdLst/>
              <a:ahLst/>
              <a:cxnLst/>
              <a:rect l="l" t="t" r="r" b="b"/>
              <a:pathLst>
                <a:path w="35192" h="53146" extrusionOk="0">
                  <a:moveTo>
                    <a:pt x="0" y="2382"/>
                  </a:moveTo>
                  <a:cubicBezTo>
                    <a:pt x="817" y="1952"/>
                    <a:pt x="34049" y="-10128"/>
                    <a:pt x="35167" y="24522"/>
                  </a:cubicBezTo>
                  <a:cubicBezTo>
                    <a:pt x="36284" y="59173"/>
                    <a:pt x="1290" y="53111"/>
                    <a:pt x="1204" y="52122"/>
                  </a:cubicBezTo>
                  <a:cubicBezTo>
                    <a:pt x="1118" y="51134"/>
                    <a:pt x="0" y="2382"/>
                    <a:pt x="0" y="2382"/>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7" name="Google Shape;1317;p76"/>
            <p:cNvSpPr/>
            <p:nvPr/>
          </p:nvSpPr>
          <p:spPr>
            <a:xfrm>
              <a:off x="5779440" y="3467232"/>
              <a:ext cx="15065" cy="30338"/>
            </a:xfrm>
            <a:custGeom>
              <a:avLst/>
              <a:gdLst/>
              <a:ahLst/>
              <a:cxnLst/>
              <a:rect l="l" t="t" r="r" b="b"/>
              <a:pathLst>
                <a:path w="15065" h="30338" extrusionOk="0">
                  <a:moveTo>
                    <a:pt x="19" y="27398"/>
                  </a:moveTo>
                  <a:cubicBezTo>
                    <a:pt x="19" y="27398"/>
                    <a:pt x="664" y="27785"/>
                    <a:pt x="1696" y="28215"/>
                  </a:cubicBezTo>
                  <a:cubicBezTo>
                    <a:pt x="3157" y="28817"/>
                    <a:pt x="4748" y="28817"/>
                    <a:pt x="6210" y="28215"/>
                  </a:cubicBezTo>
                  <a:cubicBezTo>
                    <a:pt x="9821" y="26753"/>
                    <a:pt x="12701" y="20864"/>
                    <a:pt x="12659" y="14630"/>
                  </a:cubicBezTo>
                  <a:cubicBezTo>
                    <a:pt x="12659" y="11664"/>
                    <a:pt x="12014" y="8740"/>
                    <a:pt x="10724" y="6032"/>
                  </a:cubicBezTo>
                  <a:cubicBezTo>
                    <a:pt x="9950" y="3925"/>
                    <a:pt x="8187" y="2335"/>
                    <a:pt x="5995" y="1733"/>
                  </a:cubicBezTo>
                  <a:cubicBezTo>
                    <a:pt x="4576" y="1389"/>
                    <a:pt x="3114" y="2162"/>
                    <a:pt x="2512" y="3495"/>
                  </a:cubicBezTo>
                  <a:cubicBezTo>
                    <a:pt x="2083" y="4484"/>
                    <a:pt x="2512" y="5172"/>
                    <a:pt x="2126" y="5215"/>
                  </a:cubicBezTo>
                  <a:cubicBezTo>
                    <a:pt x="1739" y="5258"/>
                    <a:pt x="1395" y="4656"/>
                    <a:pt x="1610" y="3237"/>
                  </a:cubicBezTo>
                  <a:cubicBezTo>
                    <a:pt x="1782" y="2377"/>
                    <a:pt x="2255" y="1604"/>
                    <a:pt x="2900" y="1002"/>
                  </a:cubicBezTo>
                  <a:cubicBezTo>
                    <a:pt x="3845" y="271"/>
                    <a:pt x="5006" y="-73"/>
                    <a:pt x="6210" y="13"/>
                  </a:cubicBezTo>
                  <a:cubicBezTo>
                    <a:pt x="9133" y="486"/>
                    <a:pt x="11584" y="2463"/>
                    <a:pt x="12701" y="5172"/>
                  </a:cubicBezTo>
                  <a:cubicBezTo>
                    <a:pt x="14249" y="8138"/>
                    <a:pt x="15066" y="11406"/>
                    <a:pt x="15066" y="14759"/>
                  </a:cubicBezTo>
                  <a:cubicBezTo>
                    <a:pt x="15066" y="21766"/>
                    <a:pt x="11712" y="28387"/>
                    <a:pt x="6768" y="30020"/>
                  </a:cubicBezTo>
                  <a:cubicBezTo>
                    <a:pt x="4920" y="30622"/>
                    <a:pt x="2857" y="30364"/>
                    <a:pt x="1223" y="29290"/>
                  </a:cubicBezTo>
                  <a:cubicBezTo>
                    <a:pt x="105" y="28215"/>
                    <a:pt x="-67" y="27484"/>
                    <a:pt x="19" y="27398"/>
                  </a:cubicBezTo>
                  <a:lnTo>
                    <a:pt x="19" y="2739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8" name="Google Shape;1318;p76"/>
            <p:cNvSpPr/>
            <p:nvPr/>
          </p:nvSpPr>
          <p:spPr>
            <a:xfrm>
              <a:off x="5615155" y="3317307"/>
              <a:ext cx="168919" cy="167279"/>
            </a:xfrm>
            <a:custGeom>
              <a:avLst/>
              <a:gdLst/>
              <a:ahLst/>
              <a:cxnLst/>
              <a:rect l="l" t="t" r="r" b="b"/>
              <a:pathLst>
                <a:path w="168919" h="167279" extrusionOk="0">
                  <a:moveTo>
                    <a:pt x="1155" y="41301"/>
                  </a:moveTo>
                  <a:cubicBezTo>
                    <a:pt x="-4520" y="38334"/>
                    <a:pt x="11859" y="19805"/>
                    <a:pt x="25487" y="13228"/>
                  </a:cubicBezTo>
                  <a:cubicBezTo>
                    <a:pt x="46080" y="3297"/>
                    <a:pt x="77764" y="-3281"/>
                    <a:pt x="97067" y="1706"/>
                  </a:cubicBezTo>
                  <a:cubicBezTo>
                    <a:pt x="120325" y="7725"/>
                    <a:pt x="139800" y="18903"/>
                    <a:pt x="151923" y="39538"/>
                  </a:cubicBezTo>
                  <a:cubicBezTo>
                    <a:pt x="163573" y="60690"/>
                    <a:pt x="169420" y="84592"/>
                    <a:pt x="168818" y="108753"/>
                  </a:cubicBezTo>
                  <a:cubicBezTo>
                    <a:pt x="169334" y="116191"/>
                    <a:pt x="167872" y="123585"/>
                    <a:pt x="164519" y="130248"/>
                  </a:cubicBezTo>
                  <a:cubicBezTo>
                    <a:pt x="159876" y="137987"/>
                    <a:pt x="150719" y="143146"/>
                    <a:pt x="151364" y="153593"/>
                  </a:cubicBezTo>
                  <a:cubicBezTo>
                    <a:pt x="151708" y="157462"/>
                    <a:pt x="150504" y="161288"/>
                    <a:pt x="148011" y="164254"/>
                  </a:cubicBezTo>
                  <a:cubicBezTo>
                    <a:pt x="141820" y="171133"/>
                    <a:pt x="133953" y="164985"/>
                    <a:pt x="130212" y="158708"/>
                  </a:cubicBezTo>
                  <a:cubicBezTo>
                    <a:pt x="122302" y="145338"/>
                    <a:pt x="121056" y="129174"/>
                    <a:pt x="120024" y="113654"/>
                  </a:cubicBezTo>
                  <a:cubicBezTo>
                    <a:pt x="118691" y="102648"/>
                    <a:pt x="119164" y="91471"/>
                    <a:pt x="121443" y="80637"/>
                  </a:cubicBezTo>
                  <a:cubicBezTo>
                    <a:pt x="122990" y="74833"/>
                    <a:pt x="125742" y="69331"/>
                    <a:pt x="126816" y="63441"/>
                  </a:cubicBezTo>
                  <a:cubicBezTo>
                    <a:pt x="128407" y="57551"/>
                    <a:pt x="127375" y="51275"/>
                    <a:pt x="123979" y="46245"/>
                  </a:cubicBezTo>
                  <a:cubicBezTo>
                    <a:pt x="123076" y="45256"/>
                    <a:pt x="122131" y="44310"/>
                    <a:pt x="121098" y="43450"/>
                  </a:cubicBezTo>
                  <a:cubicBezTo>
                    <a:pt x="111039" y="35067"/>
                    <a:pt x="97282" y="32789"/>
                    <a:pt x="85072" y="37475"/>
                  </a:cubicBezTo>
                  <a:cubicBezTo>
                    <a:pt x="65769" y="44826"/>
                    <a:pt x="32667" y="55918"/>
                    <a:pt x="23810" y="49512"/>
                  </a:cubicBezTo>
                  <a:cubicBezTo>
                    <a:pt x="10913" y="40269"/>
                    <a:pt x="7947" y="34121"/>
                    <a:pt x="7947" y="34121"/>
                  </a:cubicBezTo>
                  <a:lnTo>
                    <a:pt x="1155" y="41301"/>
                  </a:lnTo>
                  <a:lnTo>
                    <a:pt x="1155" y="41301"/>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9" name="Google Shape;1319;p76"/>
            <p:cNvSpPr/>
            <p:nvPr/>
          </p:nvSpPr>
          <p:spPr>
            <a:xfrm>
              <a:off x="5630806" y="3310523"/>
              <a:ext cx="129091" cy="61434"/>
            </a:xfrm>
            <a:custGeom>
              <a:avLst/>
              <a:gdLst/>
              <a:ahLst/>
              <a:cxnLst/>
              <a:rect l="l" t="t" r="r" b="b"/>
              <a:pathLst>
                <a:path w="129091" h="61434" extrusionOk="0">
                  <a:moveTo>
                    <a:pt x="79481" y="3804"/>
                  </a:moveTo>
                  <a:cubicBezTo>
                    <a:pt x="60178" y="-2559"/>
                    <a:pt x="39113" y="-882"/>
                    <a:pt x="21056" y="8404"/>
                  </a:cubicBezTo>
                  <a:cubicBezTo>
                    <a:pt x="11341" y="13133"/>
                    <a:pt x="4032" y="21602"/>
                    <a:pt x="722" y="31877"/>
                  </a:cubicBezTo>
                  <a:cubicBezTo>
                    <a:pt x="-1901" y="42195"/>
                    <a:pt x="2743" y="54705"/>
                    <a:pt x="12716" y="58488"/>
                  </a:cubicBezTo>
                  <a:lnTo>
                    <a:pt x="13404" y="58918"/>
                  </a:lnTo>
                  <a:cubicBezTo>
                    <a:pt x="28279" y="63561"/>
                    <a:pt x="37866" y="61325"/>
                    <a:pt x="52483" y="55909"/>
                  </a:cubicBezTo>
                  <a:cubicBezTo>
                    <a:pt x="64778" y="51309"/>
                    <a:pt x="75612" y="43398"/>
                    <a:pt x="87950" y="38712"/>
                  </a:cubicBezTo>
                  <a:cubicBezTo>
                    <a:pt x="101148" y="33897"/>
                    <a:pt x="115464" y="33123"/>
                    <a:pt x="129092" y="36520"/>
                  </a:cubicBezTo>
                  <a:cubicBezTo>
                    <a:pt x="115722" y="21473"/>
                    <a:pt x="98612" y="10166"/>
                    <a:pt x="79481" y="3804"/>
                  </a:cubicBez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0" name="Google Shape;1320;p76"/>
            <p:cNvSpPr/>
            <p:nvPr/>
          </p:nvSpPr>
          <p:spPr>
            <a:xfrm>
              <a:off x="5654529" y="3509752"/>
              <a:ext cx="27031" cy="21205"/>
            </a:xfrm>
            <a:custGeom>
              <a:avLst/>
              <a:gdLst/>
              <a:ahLst/>
              <a:cxnLst/>
              <a:rect l="l" t="t" r="r" b="b"/>
              <a:pathLst>
                <a:path w="27031" h="21205" extrusionOk="0">
                  <a:moveTo>
                    <a:pt x="22011" y="97"/>
                  </a:moveTo>
                  <a:cubicBezTo>
                    <a:pt x="22484" y="-32"/>
                    <a:pt x="22957" y="-32"/>
                    <a:pt x="23430" y="97"/>
                  </a:cubicBezTo>
                  <a:cubicBezTo>
                    <a:pt x="24075" y="398"/>
                    <a:pt x="24591" y="999"/>
                    <a:pt x="24805" y="1687"/>
                  </a:cubicBezTo>
                  <a:cubicBezTo>
                    <a:pt x="26611" y="4912"/>
                    <a:pt x="27342" y="8609"/>
                    <a:pt x="26912" y="12263"/>
                  </a:cubicBezTo>
                  <a:cubicBezTo>
                    <a:pt x="26224" y="15057"/>
                    <a:pt x="24504" y="17465"/>
                    <a:pt x="22054" y="18970"/>
                  </a:cubicBezTo>
                  <a:cubicBezTo>
                    <a:pt x="19603" y="20431"/>
                    <a:pt x="16809" y="21205"/>
                    <a:pt x="13972" y="21205"/>
                  </a:cubicBezTo>
                  <a:cubicBezTo>
                    <a:pt x="12338" y="21205"/>
                    <a:pt x="10748" y="20990"/>
                    <a:pt x="9200" y="20474"/>
                  </a:cubicBezTo>
                  <a:cubicBezTo>
                    <a:pt x="7695" y="19915"/>
                    <a:pt x="4170" y="18712"/>
                    <a:pt x="1676" y="11876"/>
                  </a:cubicBezTo>
                  <a:lnTo>
                    <a:pt x="0" y="7190"/>
                  </a:lnTo>
                  <a:cubicBezTo>
                    <a:pt x="5932" y="5255"/>
                    <a:pt x="16078" y="1859"/>
                    <a:pt x="22011" y="97"/>
                  </a:cubicBezTo>
                  <a:lnTo>
                    <a:pt x="22011" y="97"/>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1" name="Google Shape;1321;p76"/>
            <p:cNvSpPr/>
            <p:nvPr/>
          </p:nvSpPr>
          <p:spPr>
            <a:xfrm>
              <a:off x="5655302" y="3508742"/>
              <a:ext cx="27528" cy="22947"/>
            </a:xfrm>
            <a:custGeom>
              <a:avLst/>
              <a:gdLst/>
              <a:ahLst/>
              <a:cxnLst/>
              <a:rect l="l" t="t" r="r" b="b"/>
              <a:pathLst>
                <a:path w="27528" h="22947" extrusionOk="0">
                  <a:moveTo>
                    <a:pt x="5159" y="19937"/>
                  </a:moveTo>
                  <a:cubicBezTo>
                    <a:pt x="4901" y="19937"/>
                    <a:pt x="7739" y="23032"/>
                    <a:pt x="13757" y="22946"/>
                  </a:cubicBezTo>
                  <a:cubicBezTo>
                    <a:pt x="17325" y="22817"/>
                    <a:pt x="20722" y="21270"/>
                    <a:pt x="23172" y="18647"/>
                  </a:cubicBezTo>
                  <a:cubicBezTo>
                    <a:pt x="26267" y="15509"/>
                    <a:pt x="27858" y="11167"/>
                    <a:pt x="27471" y="6782"/>
                  </a:cubicBezTo>
                  <a:cubicBezTo>
                    <a:pt x="27428" y="4288"/>
                    <a:pt x="26096" y="1967"/>
                    <a:pt x="23946" y="677"/>
                  </a:cubicBezTo>
                  <a:cubicBezTo>
                    <a:pt x="21882" y="-226"/>
                    <a:pt x="19518" y="-226"/>
                    <a:pt x="17454" y="677"/>
                  </a:cubicBezTo>
                  <a:cubicBezTo>
                    <a:pt x="13929" y="1967"/>
                    <a:pt x="10877" y="3214"/>
                    <a:pt x="8254" y="4288"/>
                  </a:cubicBezTo>
                  <a:cubicBezTo>
                    <a:pt x="5374" y="5234"/>
                    <a:pt x="2579" y="6524"/>
                    <a:pt x="0" y="8115"/>
                  </a:cubicBezTo>
                  <a:cubicBezTo>
                    <a:pt x="3009" y="7728"/>
                    <a:pt x="5976" y="6954"/>
                    <a:pt x="8813" y="5793"/>
                  </a:cubicBezTo>
                  <a:lnTo>
                    <a:pt x="18099" y="2655"/>
                  </a:lnTo>
                  <a:cubicBezTo>
                    <a:pt x="19647" y="2053"/>
                    <a:pt x="21366" y="2053"/>
                    <a:pt x="22914" y="2655"/>
                  </a:cubicBezTo>
                  <a:cubicBezTo>
                    <a:pt x="24333" y="3643"/>
                    <a:pt x="25192" y="5234"/>
                    <a:pt x="25192" y="6954"/>
                  </a:cubicBezTo>
                  <a:cubicBezTo>
                    <a:pt x="25494" y="10694"/>
                    <a:pt x="24204" y="14348"/>
                    <a:pt x="21667" y="17099"/>
                  </a:cubicBezTo>
                  <a:cubicBezTo>
                    <a:pt x="19561" y="19335"/>
                    <a:pt x="16680" y="20754"/>
                    <a:pt x="13628" y="21055"/>
                  </a:cubicBezTo>
                  <a:cubicBezTo>
                    <a:pt x="10748" y="21270"/>
                    <a:pt x="7867" y="20883"/>
                    <a:pt x="5159" y="19937"/>
                  </a:cubicBezTo>
                  <a:lnTo>
                    <a:pt x="5159" y="1993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2" name="Google Shape;1322;p76"/>
            <p:cNvSpPr/>
            <p:nvPr/>
          </p:nvSpPr>
          <p:spPr>
            <a:xfrm>
              <a:off x="5592020" y="3483733"/>
              <a:ext cx="159882" cy="109365"/>
            </a:xfrm>
            <a:custGeom>
              <a:avLst/>
              <a:gdLst/>
              <a:ahLst/>
              <a:cxnLst/>
              <a:rect l="l" t="t" r="r" b="b"/>
              <a:pathLst>
                <a:path w="159882" h="109365" extrusionOk="0">
                  <a:moveTo>
                    <a:pt x="0" y="29254"/>
                  </a:moveTo>
                  <a:cubicBezTo>
                    <a:pt x="0" y="27319"/>
                    <a:pt x="0" y="22031"/>
                    <a:pt x="559" y="22246"/>
                  </a:cubicBezTo>
                  <a:cubicBezTo>
                    <a:pt x="8168" y="24439"/>
                    <a:pt x="13112" y="22246"/>
                    <a:pt x="20248" y="15282"/>
                  </a:cubicBezTo>
                  <a:cubicBezTo>
                    <a:pt x="29792" y="6039"/>
                    <a:pt x="34006" y="-410"/>
                    <a:pt x="50342" y="20"/>
                  </a:cubicBezTo>
                  <a:cubicBezTo>
                    <a:pt x="58811" y="278"/>
                    <a:pt x="67151" y="2342"/>
                    <a:pt x="74718" y="6125"/>
                  </a:cubicBezTo>
                  <a:cubicBezTo>
                    <a:pt x="94880" y="15970"/>
                    <a:pt x="117838" y="18420"/>
                    <a:pt x="139634" y="13046"/>
                  </a:cubicBezTo>
                  <a:lnTo>
                    <a:pt x="159882" y="38841"/>
                  </a:lnTo>
                  <a:cubicBezTo>
                    <a:pt x="159882" y="38841"/>
                    <a:pt x="140322" y="117084"/>
                    <a:pt x="58725" y="108744"/>
                  </a:cubicBezTo>
                  <a:cubicBezTo>
                    <a:pt x="1375" y="103155"/>
                    <a:pt x="731" y="48514"/>
                    <a:pt x="0" y="29254"/>
                  </a:cubicBezTo>
                  <a:lnTo>
                    <a:pt x="0" y="292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3" name="Google Shape;1323;p76"/>
            <p:cNvSpPr/>
            <p:nvPr/>
          </p:nvSpPr>
          <p:spPr>
            <a:xfrm>
              <a:off x="5591889" y="3483600"/>
              <a:ext cx="145052" cy="32356"/>
            </a:xfrm>
            <a:custGeom>
              <a:avLst/>
              <a:gdLst/>
              <a:ahLst/>
              <a:cxnLst/>
              <a:rect l="l" t="t" r="r" b="b"/>
              <a:pathLst>
                <a:path w="145052" h="32356" extrusionOk="0">
                  <a:moveTo>
                    <a:pt x="905" y="31881"/>
                  </a:moveTo>
                  <a:cubicBezTo>
                    <a:pt x="10750" y="33600"/>
                    <a:pt x="14447" y="30677"/>
                    <a:pt x="22615" y="22767"/>
                  </a:cubicBezTo>
                  <a:cubicBezTo>
                    <a:pt x="30784" y="14856"/>
                    <a:pt x="34395" y="11632"/>
                    <a:pt x="45701" y="10385"/>
                  </a:cubicBezTo>
                  <a:cubicBezTo>
                    <a:pt x="55374" y="9353"/>
                    <a:pt x="74548" y="16017"/>
                    <a:pt x="83490" y="19800"/>
                  </a:cubicBezTo>
                  <a:cubicBezTo>
                    <a:pt x="102234" y="27710"/>
                    <a:pt x="125320" y="24916"/>
                    <a:pt x="145053" y="19800"/>
                  </a:cubicBezTo>
                  <a:lnTo>
                    <a:pt x="144107" y="18725"/>
                  </a:lnTo>
                  <a:lnTo>
                    <a:pt x="139507" y="13008"/>
                  </a:lnTo>
                  <a:cubicBezTo>
                    <a:pt x="117754" y="18381"/>
                    <a:pt x="94797" y="15931"/>
                    <a:pt x="74634" y="6086"/>
                  </a:cubicBezTo>
                  <a:cubicBezTo>
                    <a:pt x="67024" y="2303"/>
                    <a:pt x="58684" y="239"/>
                    <a:pt x="50215" y="24"/>
                  </a:cubicBezTo>
                  <a:cubicBezTo>
                    <a:pt x="33922" y="-448"/>
                    <a:pt x="29752" y="6000"/>
                    <a:pt x="20122" y="15243"/>
                  </a:cubicBezTo>
                  <a:cubicBezTo>
                    <a:pt x="15135" y="20660"/>
                    <a:pt x="7912" y="23368"/>
                    <a:pt x="604" y="22551"/>
                  </a:cubicBezTo>
                  <a:cubicBezTo>
                    <a:pt x="604" y="22551"/>
                    <a:pt x="-41" y="22809"/>
                    <a:pt x="2" y="25561"/>
                  </a:cubicBezTo>
                  <a:cubicBezTo>
                    <a:pt x="131" y="27667"/>
                    <a:pt x="432" y="29817"/>
                    <a:pt x="905" y="31881"/>
                  </a:cubicBez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4" name="Google Shape;1324;p76"/>
            <p:cNvSpPr/>
            <p:nvPr/>
          </p:nvSpPr>
          <p:spPr>
            <a:xfrm>
              <a:off x="5599242" y="3521774"/>
              <a:ext cx="116419" cy="21862"/>
            </a:xfrm>
            <a:custGeom>
              <a:avLst/>
              <a:gdLst/>
              <a:ahLst/>
              <a:cxnLst/>
              <a:rect l="l" t="t" r="r" b="b"/>
              <a:pathLst>
                <a:path w="116419" h="21862" extrusionOk="0">
                  <a:moveTo>
                    <a:pt x="0" y="17695"/>
                  </a:moveTo>
                  <a:cubicBezTo>
                    <a:pt x="0" y="17308"/>
                    <a:pt x="6707" y="18512"/>
                    <a:pt x="17497" y="19329"/>
                  </a:cubicBezTo>
                  <a:cubicBezTo>
                    <a:pt x="45656" y="21435"/>
                    <a:pt x="73987" y="17136"/>
                    <a:pt x="100255" y="6775"/>
                  </a:cubicBezTo>
                  <a:cubicBezTo>
                    <a:pt x="110314" y="2820"/>
                    <a:pt x="116247" y="-318"/>
                    <a:pt x="116419" y="26"/>
                  </a:cubicBezTo>
                  <a:cubicBezTo>
                    <a:pt x="115215" y="1058"/>
                    <a:pt x="113840" y="1874"/>
                    <a:pt x="112421" y="2562"/>
                  </a:cubicBezTo>
                  <a:cubicBezTo>
                    <a:pt x="108681" y="4626"/>
                    <a:pt x="104811" y="6560"/>
                    <a:pt x="100856" y="8237"/>
                  </a:cubicBezTo>
                  <a:cubicBezTo>
                    <a:pt x="74589" y="19587"/>
                    <a:pt x="45785" y="23972"/>
                    <a:pt x="17325" y="20919"/>
                  </a:cubicBezTo>
                  <a:cubicBezTo>
                    <a:pt x="12983" y="20489"/>
                    <a:pt x="8684" y="19802"/>
                    <a:pt x="4428" y="18899"/>
                  </a:cubicBezTo>
                  <a:cubicBezTo>
                    <a:pt x="2924" y="18641"/>
                    <a:pt x="1419" y="18254"/>
                    <a:pt x="0" y="17695"/>
                  </a:cubicBezTo>
                  <a:lnTo>
                    <a:pt x="0" y="1769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5" name="Google Shape;1325;p76"/>
            <p:cNvSpPr/>
            <p:nvPr/>
          </p:nvSpPr>
          <p:spPr>
            <a:xfrm>
              <a:off x="5622543" y="3548325"/>
              <a:ext cx="71063" cy="13117"/>
            </a:xfrm>
            <a:custGeom>
              <a:avLst/>
              <a:gdLst/>
              <a:ahLst/>
              <a:cxnLst/>
              <a:rect l="l" t="t" r="r" b="b"/>
              <a:pathLst>
                <a:path w="71063" h="13117" extrusionOk="0">
                  <a:moveTo>
                    <a:pt x="0" y="8598"/>
                  </a:moveTo>
                  <a:cubicBezTo>
                    <a:pt x="23989" y="13714"/>
                    <a:pt x="48966" y="10662"/>
                    <a:pt x="71064" y="0"/>
                  </a:cubicBezTo>
                  <a:cubicBezTo>
                    <a:pt x="68269" y="2279"/>
                    <a:pt x="65088" y="4084"/>
                    <a:pt x="61735" y="5417"/>
                  </a:cubicBezTo>
                  <a:cubicBezTo>
                    <a:pt x="53738" y="9028"/>
                    <a:pt x="45269" y="11393"/>
                    <a:pt x="36542" y="12467"/>
                  </a:cubicBezTo>
                  <a:cubicBezTo>
                    <a:pt x="27858" y="13542"/>
                    <a:pt x="19045" y="13284"/>
                    <a:pt x="10404" y="11694"/>
                  </a:cubicBezTo>
                  <a:cubicBezTo>
                    <a:pt x="6792" y="11178"/>
                    <a:pt x="3310" y="10146"/>
                    <a:pt x="0" y="8598"/>
                  </a:cubicBezTo>
                  <a:lnTo>
                    <a:pt x="0" y="859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6" name="Google Shape;1326;p76"/>
            <p:cNvSpPr/>
            <p:nvPr/>
          </p:nvSpPr>
          <p:spPr>
            <a:xfrm>
              <a:off x="5749580" y="3509677"/>
              <a:ext cx="23086" cy="15121"/>
            </a:xfrm>
            <a:custGeom>
              <a:avLst/>
              <a:gdLst/>
              <a:ahLst/>
              <a:cxnLst/>
              <a:rect l="l" t="t" r="r" b="b"/>
              <a:pathLst>
                <a:path w="23086" h="15121" extrusionOk="0">
                  <a:moveTo>
                    <a:pt x="1" y="14875"/>
                  </a:moveTo>
                  <a:cubicBezTo>
                    <a:pt x="1" y="14574"/>
                    <a:pt x="1376" y="14230"/>
                    <a:pt x="3483" y="12854"/>
                  </a:cubicBezTo>
                  <a:cubicBezTo>
                    <a:pt x="5589" y="11479"/>
                    <a:pt x="8341" y="9630"/>
                    <a:pt x="11436" y="7438"/>
                  </a:cubicBezTo>
                  <a:cubicBezTo>
                    <a:pt x="14961" y="4471"/>
                    <a:pt x="18874" y="1978"/>
                    <a:pt x="23087" y="0"/>
                  </a:cubicBezTo>
                  <a:cubicBezTo>
                    <a:pt x="20249" y="3740"/>
                    <a:pt x="16724" y="6879"/>
                    <a:pt x="12726" y="9286"/>
                  </a:cubicBezTo>
                  <a:cubicBezTo>
                    <a:pt x="10017" y="11221"/>
                    <a:pt x="7137" y="12897"/>
                    <a:pt x="4128" y="14273"/>
                  </a:cubicBezTo>
                  <a:cubicBezTo>
                    <a:pt x="1849" y="15348"/>
                    <a:pt x="-42" y="15219"/>
                    <a:pt x="1" y="14875"/>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7" name="Google Shape;1327;p76"/>
            <p:cNvSpPr/>
            <p:nvPr/>
          </p:nvSpPr>
          <p:spPr>
            <a:xfrm>
              <a:off x="5733484" y="3466853"/>
              <a:ext cx="33163" cy="33901"/>
            </a:xfrm>
            <a:custGeom>
              <a:avLst/>
              <a:gdLst/>
              <a:ahLst/>
              <a:cxnLst/>
              <a:rect l="l" t="t" r="r" b="b"/>
              <a:pathLst>
                <a:path w="33163" h="33901" extrusionOk="0">
                  <a:moveTo>
                    <a:pt x="33164" y="5"/>
                  </a:moveTo>
                  <a:cubicBezTo>
                    <a:pt x="32605" y="2327"/>
                    <a:pt x="31530" y="4476"/>
                    <a:pt x="29982" y="6325"/>
                  </a:cubicBezTo>
                  <a:cubicBezTo>
                    <a:pt x="26672" y="10925"/>
                    <a:pt x="22846" y="15138"/>
                    <a:pt x="18590" y="18878"/>
                  </a:cubicBezTo>
                  <a:cubicBezTo>
                    <a:pt x="13689" y="23177"/>
                    <a:pt x="9046" y="27089"/>
                    <a:pt x="5693" y="29798"/>
                  </a:cubicBezTo>
                  <a:cubicBezTo>
                    <a:pt x="2339" y="32506"/>
                    <a:pt x="233" y="34097"/>
                    <a:pt x="18" y="33882"/>
                  </a:cubicBezTo>
                  <a:cubicBezTo>
                    <a:pt x="-197" y="33667"/>
                    <a:pt x="1523" y="31603"/>
                    <a:pt x="4618" y="28594"/>
                  </a:cubicBezTo>
                  <a:cubicBezTo>
                    <a:pt x="7713" y="25584"/>
                    <a:pt x="12184" y="21629"/>
                    <a:pt x="16999" y="17244"/>
                  </a:cubicBezTo>
                  <a:cubicBezTo>
                    <a:pt x="21126" y="13547"/>
                    <a:pt x="25038" y="9592"/>
                    <a:pt x="28692" y="5379"/>
                  </a:cubicBezTo>
                  <a:cubicBezTo>
                    <a:pt x="31487" y="2155"/>
                    <a:pt x="32820" y="-124"/>
                    <a:pt x="33164" y="5"/>
                  </a:cubicBezTo>
                  <a:lnTo>
                    <a:pt x="33164" y="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8" name="Google Shape;1328;p76"/>
            <p:cNvSpPr/>
            <p:nvPr/>
          </p:nvSpPr>
          <p:spPr>
            <a:xfrm>
              <a:off x="5607540" y="3524896"/>
              <a:ext cx="102059" cy="22362"/>
            </a:xfrm>
            <a:custGeom>
              <a:avLst/>
              <a:gdLst/>
              <a:ahLst/>
              <a:cxnLst/>
              <a:rect l="l" t="t" r="r" b="b"/>
              <a:pathLst>
                <a:path w="102059" h="22362" extrusionOk="0">
                  <a:moveTo>
                    <a:pt x="0" y="16379"/>
                  </a:moveTo>
                  <a:cubicBezTo>
                    <a:pt x="0" y="16379"/>
                    <a:pt x="35897" y="24548"/>
                    <a:pt x="53954" y="21796"/>
                  </a:cubicBezTo>
                  <a:cubicBezTo>
                    <a:pt x="71580" y="18787"/>
                    <a:pt x="88174" y="11264"/>
                    <a:pt x="102060" y="0"/>
                  </a:cubicBezTo>
                  <a:cubicBezTo>
                    <a:pt x="101802" y="1977"/>
                    <a:pt x="46473" y="24848"/>
                    <a:pt x="0" y="16379"/>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9" name="Google Shape;1329;p76"/>
            <p:cNvSpPr/>
            <p:nvPr/>
          </p:nvSpPr>
          <p:spPr>
            <a:xfrm>
              <a:off x="5619620" y="3519469"/>
              <a:ext cx="58080" cy="4789"/>
            </a:xfrm>
            <a:custGeom>
              <a:avLst/>
              <a:gdLst/>
              <a:ahLst/>
              <a:cxnLst/>
              <a:rect l="l" t="t" r="r" b="b"/>
              <a:pathLst>
                <a:path w="58080" h="4789" extrusionOk="0">
                  <a:moveTo>
                    <a:pt x="0" y="869"/>
                  </a:moveTo>
                  <a:cubicBezTo>
                    <a:pt x="0" y="181"/>
                    <a:pt x="12897" y="2803"/>
                    <a:pt x="29062" y="2546"/>
                  </a:cubicBezTo>
                  <a:cubicBezTo>
                    <a:pt x="45226" y="2288"/>
                    <a:pt x="57952" y="-550"/>
                    <a:pt x="58080" y="95"/>
                  </a:cubicBezTo>
                  <a:cubicBezTo>
                    <a:pt x="55501" y="1385"/>
                    <a:pt x="52707" y="2202"/>
                    <a:pt x="49827" y="2589"/>
                  </a:cubicBezTo>
                  <a:cubicBezTo>
                    <a:pt x="42991" y="3964"/>
                    <a:pt x="36069" y="4695"/>
                    <a:pt x="29105" y="4781"/>
                  </a:cubicBezTo>
                  <a:cubicBezTo>
                    <a:pt x="22140" y="4867"/>
                    <a:pt x="15176" y="4308"/>
                    <a:pt x="8340" y="3104"/>
                  </a:cubicBezTo>
                  <a:cubicBezTo>
                    <a:pt x="5460" y="2803"/>
                    <a:pt x="2623" y="2073"/>
                    <a:pt x="0" y="869"/>
                  </a:cubicBezTo>
                  <a:lnTo>
                    <a:pt x="0" y="86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0" name="Google Shape;1330;p76"/>
            <p:cNvSpPr/>
            <p:nvPr/>
          </p:nvSpPr>
          <p:spPr>
            <a:xfrm>
              <a:off x="5644037" y="3317990"/>
              <a:ext cx="168732" cy="88896"/>
            </a:xfrm>
            <a:custGeom>
              <a:avLst/>
              <a:gdLst/>
              <a:ahLst/>
              <a:cxnLst/>
              <a:rect l="l" t="t" r="r" b="b"/>
              <a:pathLst>
                <a:path w="168732" h="88896" extrusionOk="0">
                  <a:moveTo>
                    <a:pt x="168697" y="88896"/>
                  </a:moveTo>
                  <a:cubicBezTo>
                    <a:pt x="168353" y="85629"/>
                    <a:pt x="167193" y="82491"/>
                    <a:pt x="165301" y="79825"/>
                  </a:cubicBezTo>
                  <a:cubicBezTo>
                    <a:pt x="163023" y="76730"/>
                    <a:pt x="160099" y="74194"/>
                    <a:pt x="156703" y="72388"/>
                  </a:cubicBezTo>
                  <a:cubicBezTo>
                    <a:pt x="152146" y="70067"/>
                    <a:pt x="147374" y="68218"/>
                    <a:pt x="142473" y="66799"/>
                  </a:cubicBezTo>
                  <a:cubicBezTo>
                    <a:pt x="136282" y="65166"/>
                    <a:pt x="130435" y="62371"/>
                    <a:pt x="125277" y="58588"/>
                  </a:cubicBezTo>
                  <a:cubicBezTo>
                    <a:pt x="119860" y="53515"/>
                    <a:pt x="116206" y="46852"/>
                    <a:pt x="114830" y="39586"/>
                  </a:cubicBezTo>
                  <a:cubicBezTo>
                    <a:pt x="113411" y="31891"/>
                    <a:pt x="111176" y="24324"/>
                    <a:pt x="108253" y="17059"/>
                  </a:cubicBezTo>
                  <a:cubicBezTo>
                    <a:pt x="104598" y="9622"/>
                    <a:pt x="97720" y="4291"/>
                    <a:pt x="89594" y="2657"/>
                  </a:cubicBezTo>
                  <a:cubicBezTo>
                    <a:pt x="85510" y="1883"/>
                    <a:pt x="81297" y="2184"/>
                    <a:pt x="77385" y="3560"/>
                  </a:cubicBezTo>
                  <a:cubicBezTo>
                    <a:pt x="73430" y="5108"/>
                    <a:pt x="69346" y="6268"/>
                    <a:pt x="65176" y="7085"/>
                  </a:cubicBezTo>
                  <a:cubicBezTo>
                    <a:pt x="57137" y="7558"/>
                    <a:pt x="49097" y="6655"/>
                    <a:pt x="41359" y="4377"/>
                  </a:cubicBezTo>
                  <a:cubicBezTo>
                    <a:pt x="34610" y="2442"/>
                    <a:pt x="27473" y="2270"/>
                    <a:pt x="20638" y="3904"/>
                  </a:cubicBezTo>
                  <a:cubicBezTo>
                    <a:pt x="14876" y="5838"/>
                    <a:pt x="9933" y="9708"/>
                    <a:pt x="6623" y="14823"/>
                  </a:cubicBezTo>
                  <a:cubicBezTo>
                    <a:pt x="3871" y="19037"/>
                    <a:pt x="2065" y="23852"/>
                    <a:pt x="1377" y="28838"/>
                  </a:cubicBezTo>
                  <a:cubicBezTo>
                    <a:pt x="905" y="32665"/>
                    <a:pt x="905" y="36534"/>
                    <a:pt x="1377" y="40360"/>
                  </a:cubicBezTo>
                  <a:cubicBezTo>
                    <a:pt x="2108" y="46637"/>
                    <a:pt x="3312" y="50033"/>
                    <a:pt x="3097" y="50076"/>
                  </a:cubicBezTo>
                  <a:cubicBezTo>
                    <a:pt x="2667" y="49302"/>
                    <a:pt x="2367" y="48528"/>
                    <a:pt x="2194" y="47668"/>
                  </a:cubicBezTo>
                  <a:cubicBezTo>
                    <a:pt x="260" y="41564"/>
                    <a:pt x="-428" y="35115"/>
                    <a:pt x="260" y="28710"/>
                  </a:cubicBezTo>
                  <a:cubicBezTo>
                    <a:pt x="819" y="23465"/>
                    <a:pt x="2581" y="18435"/>
                    <a:pt x="5419" y="13964"/>
                  </a:cubicBezTo>
                  <a:cubicBezTo>
                    <a:pt x="8858" y="8461"/>
                    <a:pt x="14060" y="4248"/>
                    <a:pt x="20207" y="2098"/>
                  </a:cubicBezTo>
                  <a:cubicBezTo>
                    <a:pt x="27344" y="293"/>
                    <a:pt x="34824" y="379"/>
                    <a:pt x="41918" y="2356"/>
                  </a:cubicBezTo>
                  <a:cubicBezTo>
                    <a:pt x="49398" y="4506"/>
                    <a:pt x="57223" y="5365"/>
                    <a:pt x="65004" y="4936"/>
                  </a:cubicBezTo>
                  <a:cubicBezTo>
                    <a:pt x="69045" y="4119"/>
                    <a:pt x="73000" y="2958"/>
                    <a:pt x="76826" y="1410"/>
                  </a:cubicBezTo>
                  <a:cubicBezTo>
                    <a:pt x="81125" y="-51"/>
                    <a:pt x="85726" y="-395"/>
                    <a:pt x="90153" y="465"/>
                  </a:cubicBezTo>
                  <a:cubicBezTo>
                    <a:pt x="98966" y="2270"/>
                    <a:pt x="106404" y="8031"/>
                    <a:pt x="110359" y="16113"/>
                  </a:cubicBezTo>
                  <a:cubicBezTo>
                    <a:pt x="113368" y="23508"/>
                    <a:pt x="115561" y="31203"/>
                    <a:pt x="116936" y="39070"/>
                  </a:cubicBezTo>
                  <a:cubicBezTo>
                    <a:pt x="118140" y="45992"/>
                    <a:pt x="121537" y="52311"/>
                    <a:pt x="126609" y="57169"/>
                  </a:cubicBezTo>
                  <a:cubicBezTo>
                    <a:pt x="131510" y="60866"/>
                    <a:pt x="137056" y="63618"/>
                    <a:pt x="142946" y="65295"/>
                  </a:cubicBezTo>
                  <a:cubicBezTo>
                    <a:pt x="147933" y="66799"/>
                    <a:pt x="152748" y="68820"/>
                    <a:pt x="157305" y="71313"/>
                  </a:cubicBezTo>
                  <a:cubicBezTo>
                    <a:pt x="160744" y="73291"/>
                    <a:pt x="163710" y="76042"/>
                    <a:pt x="165903" y="79353"/>
                  </a:cubicBezTo>
                  <a:cubicBezTo>
                    <a:pt x="167279" y="81459"/>
                    <a:pt x="168181" y="83781"/>
                    <a:pt x="168568" y="86274"/>
                  </a:cubicBezTo>
                  <a:cubicBezTo>
                    <a:pt x="168611" y="86919"/>
                    <a:pt x="168611" y="87564"/>
                    <a:pt x="168568" y="88209"/>
                  </a:cubicBezTo>
                  <a:cubicBezTo>
                    <a:pt x="168783" y="88639"/>
                    <a:pt x="168740" y="88896"/>
                    <a:pt x="168697" y="88896"/>
                  </a:cubicBezTo>
                  <a:lnTo>
                    <a:pt x="168697" y="88896"/>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1" name="Google Shape;1331;p76"/>
            <p:cNvSpPr/>
            <p:nvPr/>
          </p:nvSpPr>
          <p:spPr>
            <a:xfrm>
              <a:off x="5735845" y="3423094"/>
              <a:ext cx="94715" cy="44839"/>
            </a:xfrm>
            <a:custGeom>
              <a:avLst/>
              <a:gdLst/>
              <a:ahLst/>
              <a:cxnLst/>
              <a:rect l="l" t="t" r="r" b="b"/>
              <a:pathLst>
                <a:path w="94715" h="44839" extrusionOk="0">
                  <a:moveTo>
                    <a:pt x="93828" y="44839"/>
                  </a:moveTo>
                  <a:lnTo>
                    <a:pt x="93828" y="40067"/>
                  </a:lnTo>
                  <a:cubicBezTo>
                    <a:pt x="93699" y="35768"/>
                    <a:pt x="92495" y="31598"/>
                    <a:pt x="90345" y="27858"/>
                  </a:cubicBezTo>
                  <a:cubicBezTo>
                    <a:pt x="87121" y="22398"/>
                    <a:pt x="81876" y="18443"/>
                    <a:pt x="75771" y="16766"/>
                  </a:cubicBezTo>
                  <a:cubicBezTo>
                    <a:pt x="72203" y="15821"/>
                    <a:pt x="68463" y="15649"/>
                    <a:pt x="64852" y="16294"/>
                  </a:cubicBezTo>
                  <a:cubicBezTo>
                    <a:pt x="60854" y="17110"/>
                    <a:pt x="56942" y="18228"/>
                    <a:pt x="53158" y="19647"/>
                  </a:cubicBezTo>
                  <a:cubicBezTo>
                    <a:pt x="49204" y="21065"/>
                    <a:pt x="45119" y="22097"/>
                    <a:pt x="40949" y="22699"/>
                  </a:cubicBezTo>
                  <a:cubicBezTo>
                    <a:pt x="37037" y="23086"/>
                    <a:pt x="33039" y="22914"/>
                    <a:pt x="29170" y="22183"/>
                  </a:cubicBezTo>
                  <a:cubicBezTo>
                    <a:pt x="22635" y="20937"/>
                    <a:pt x="16488" y="18142"/>
                    <a:pt x="11199" y="14101"/>
                  </a:cubicBezTo>
                  <a:cubicBezTo>
                    <a:pt x="7631" y="11436"/>
                    <a:pt x="4579" y="8125"/>
                    <a:pt x="2171" y="4342"/>
                  </a:cubicBezTo>
                  <a:cubicBezTo>
                    <a:pt x="1483" y="3353"/>
                    <a:pt x="925" y="2322"/>
                    <a:pt x="452" y="1204"/>
                  </a:cubicBezTo>
                  <a:cubicBezTo>
                    <a:pt x="108" y="430"/>
                    <a:pt x="-64" y="43"/>
                    <a:pt x="22" y="0"/>
                  </a:cubicBezTo>
                  <a:cubicBezTo>
                    <a:pt x="3332" y="4944"/>
                    <a:pt x="7416" y="9286"/>
                    <a:pt x="12146" y="12897"/>
                  </a:cubicBezTo>
                  <a:cubicBezTo>
                    <a:pt x="17304" y="16638"/>
                    <a:pt x="23280" y="19131"/>
                    <a:pt x="29557" y="20206"/>
                  </a:cubicBezTo>
                  <a:cubicBezTo>
                    <a:pt x="33211" y="20894"/>
                    <a:pt x="36994" y="21022"/>
                    <a:pt x="40691" y="20593"/>
                  </a:cubicBezTo>
                  <a:cubicBezTo>
                    <a:pt x="44689" y="20034"/>
                    <a:pt x="48645" y="19002"/>
                    <a:pt x="52428" y="17583"/>
                  </a:cubicBezTo>
                  <a:cubicBezTo>
                    <a:pt x="56340" y="16121"/>
                    <a:pt x="60381" y="15004"/>
                    <a:pt x="64508" y="14230"/>
                  </a:cubicBezTo>
                  <a:cubicBezTo>
                    <a:pt x="68463" y="13542"/>
                    <a:pt x="72504" y="13757"/>
                    <a:pt x="76330" y="14875"/>
                  </a:cubicBezTo>
                  <a:cubicBezTo>
                    <a:pt x="82908" y="16723"/>
                    <a:pt x="88454" y="21151"/>
                    <a:pt x="91721" y="27170"/>
                  </a:cubicBezTo>
                  <a:cubicBezTo>
                    <a:pt x="93871" y="31125"/>
                    <a:pt x="94903" y="35596"/>
                    <a:pt x="94687" y="40067"/>
                  </a:cubicBezTo>
                  <a:cubicBezTo>
                    <a:pt x="94774" y="41701"/>
                    <a:pt x="94472" y="43335"/>
                    <a:pt x="93828" y="44839"/>
                  </a:cubicBezTo>
                  <a:lnTo>
                    <a:pt x="93828" y="44839"/>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2" name="Google Shape;1332;p76"/>
            <p:cNvSpPr/>
            <p:nvPr/>
          </p:nvSpPr>
          <p:spPr>
            <a:xfrm>
              <a:off x="5735222" y="3407746"/>
              <a:ext cx="90022" cy="20936"/>
            </a:xfrm>
            <a:custGeom>
              <a:avLst/>
              <a:gdLst/>
              <a:ahLst/>
              <a:cxnLst/>
              <a:rect l="l" t="t" r="r" b="b"/>
              <a:pathLst>
                <a:path w="90022" h="20936" extrusionOk="0">
                  <a:moveTo>
                    <a:pt x="90023" y="20936"/>
                  </a:moveTo>
                  <a:cubicBezTo>
                    <a:pt x="86712" y="17497"/>
                    <a:pt x="82628" y="14875"/>
                    <a:pt x="78114" y="13284"/>
                  </a:cubicBezTo>
                  <a:cubicBezTo>
                    <a:pt x="73170" y="11737"/>
                    <a:pt x="67969" y="11135"/>
                    <a:pt x="62809" y="11479"/>
                  </a:cubicBezTo>
                  <a:cubicBezTo>
                    <a:pt x="56404" y="12080"/>
                    <a:pt x="50084" y="13112"/>
                    <a:pt x="43808" y="14531"/>
                  </a:cubicBezTo>
                  <a:cubicBezTo>
                    <a:pt x="37402" y="16036"/>
                    <a:pt x="30868" y="16637"/>
                    <a:pt x="24290" y="16379"/>
                  </a:cubicBezTo>
                  <a:cubicBezTo>
                    <a:pt x="18830" y="15993"/>
                    <a:pt x="13585" y="14359"/>
                    <a:pt x="8899" y="11521"/>
                  </a:cubicBezTo>
                  <a:cubicBezTo>
                    <a:pt x="5761" y="9630"/>
                    <a:pt x="3139" y="6964"/>
                    <a:pt x="1333" y="3740"/>
                  </a:cubicBezTo>
                  <a:cubicBezTo>
                    <a:pt x="602" y="2622"/>
                    <a:pt x="172" y="1333"/>
                    <a:pt x="0" y="0"/>
                  </a:cubicBezTo>
                  <a:cubicBezTo>
                    <a:pt x="215" y="0"/>
                    <a:pt x="688" y="1247"/>
                    <a:pt x="2064" y="3310"/>
                  </a:cubicBezTo>
                  <a:cubicBezTo>
                    <a:pt x="4084" y="6148"/>
                    <a:pt x="6664" y="8512"/>
                    <a:pt x="9716" y="10189"/>
                  </a:cubicBezTo>
                  <a:cubicBezTo>
                    <a:pt x="14230" y="12725"/>
                    <a:pt x="19260" y="14187"/>
                    <a:pt x="24419" y="14488"/>
                  </a:cubicBezTo>
                  <a:cubicBezTo>
                    <a:pt x="30781" y="14617"/>
                    <a:pt x="37187" y="13972"/>
                    <a:pt x="43378" y="12510"/>
                  </a:cubicBezTo>
                  <a:cubicBezTo>
                    <a:pt x="49741" y="11049"/>
                    <a:pt x="56189" y="10060"/>
                    <a:pt x="62724" y="9630"/>
                  </a:cubicBezTo>
                  <a:cubicBezTo>
                    <a:pt x="68141" y="9372"/>
                    <a:pt x="73557" y="10146"/>
                    <a:pt x="78630" y="11994"/>
                  </a:cubicBezTo>
                  <a:cubicBezTo>
                    <a:pt x="82070" y="13241"/>
                    <a:pt x="85208" y="15219"/>
                    <a:pt x="87787" y="17841"/>
                  </a:cubicBezTo>
                  <a:cubicBezTo>
                    <a:pt x="88776" y="18701"/>
                    <a:pt x="89507" y="19733"/>
                    <a:pt x="90023" y="20936"/>
                  </a:cubicBezTo>
                  <a:lnTo>
                    <a:pt x="90023" y="20936"/>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3" name="Google Shape;1333;p76"/>
            <p:cNvSpPr/>
            <p:nvPr/>
          </p:nvSpPr>
          <p:spPr>
            <a:xfrm>
              <a:off x="5558186" y="3415482"/>
              <a:ext cx="35252" cy="19048"/>
            </a:xfrm>
            <a:custGeom>
              <a:avLst/>
              <a:gdLst/>
              <a:ahLst/>
              <a:cxnLst/>
              <a:rect l="l" t="t" r="r" b="b"/>
              <a:pathLst>
                <a:path w="35252" h="19048" extrusionOk="0">
                  <a:moveTo>
                    <a:pt x="0" y="5118"/>
                  </a:moveTo>
                  <a:cubicBezTo>
                    <a:pt x="0" y="5118"/>
                    <a:pt x="1720" y="3270"/>
                    <a:pt x="5331" y="1550"/>
                  </a:cubicBezTo>
                  <a:cubicBezTo>
                    <a:pt x="7523" y="475"/>
                    <a:pt x="9931" y="-41"/>
                    <a:pt x="12381" y="2"/>
                  </a:cubicBezTo>
                  <a:cubicBezTo>
                    <a:pt x="15434" y="260"/>
                    <a:pt x="18314" y="1550"/>
                    <a:pt x="20507" y="3743"/>
                  </a:cubicBezTo>
                  <a:cubicBezTo>
                    <a:pt x="22527" y="5806"/>
                    <a:pt x="24290" y="8042"/>
                    <a:pt x="25880" y="10449"/>
                  </a:cubicBezTo>
                  <a:cubicBezTo>
                    <a:pt x="27127" y="12298"/>
                    <a:pt x="28589" y="13974"/>
                    <a:pt x="30180" y="15522"/>
                  </a:cubicBezTo>
                  <a:cubicBezTo>
                    <a:pt x="31770" y="16812"/>
                    <a:pt x="33447" y="17973"/>
                    <a:pt x="35252" y="18918"/>
                  </a:cubicBezTo>
                  <a:cubicBezTo>
                    <a:pt x="35252" y="19176"/>
                    <a:pt x="32458" y="19305"/>
                    <a:pt x="29148" y="16726"/>
                  </a:cubicBezTo>
                  <a:cubicBezTo>
                    <a:pt x="27299" y="15264"/>
                    <a:pt x="25665" y="13545"/>
                    <a:pt x="24290" y="11653"/>
                  </a:cubicBezTo>
                  <a:cubicBezTo>
                    <a:pt x="22656" y="9460"/>
                    <a:pt x="20893" y="7354"/>
                    <a:pt x="19002" y="5376"/>
                  </a:cubicBezTo>
                  <a:cubicBezTo>
                    <a:pt x="17196" y="3528"/>
                    <a:pt x="14832" y="2367"/>
                    <a:pt x="12295" y="2066"/>
                  </a:cubicBezTo>
                  <a:cubicBezTo>
                    <a:pt x="10146" y="1937"/>
                    <a:pt x="7996" y="2238"/>
                    <a:pt x="5976" y="3012"/>
                  </a:cubicBezTo>
                  <a:cubicBezTo>
                    <a:pt x="2364" y="4302"/>
                    <a:pt x="172" y="5462"/>
                    <a:pt x="0" y="5118"/>
                  </a:cubicBezTo>
                  <a:lnTo>
                    <a:pt x="0" y="5118"/>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4" name="Google Shape;1334;p76"/>
            <p:cNvSpPr/>
            <p:nvPr/>
          </p:nvSpPr>
          <p:spPr>
            <a:xfrm>
              <a:off x="5626588" y="3303580"/>
              <a:ext cx="18321" cy="61562"/>
            </a:xfrm>
            <a:custGeom>
              <a:avLst/>
              <a:gdLst/>
              <a:ahLst/>
              <a:cxnLst/>
              <a:rect l="l" t="t" r="r" b="b"/>
              <a:pathLst>
                <a:path w="18321" h="61562" extrusionOk="0">
                  <a:moveTo>
                    <a:pt x="18310" y="0"/>
                  </a:moveTo>
                  <a:cubicBezTo>
                    <a:pt x="18526" y="258"/>
                    <a:pt x="15559" y="2708"/>
                    <a:pt x="11905" y="7609"/>
                  </a:cubicBezTo>
                  <a:cubicBezTo>
                    <a:pt x="2189" y="20421"/>
                    <a:pt x="-433" y="37187"/>
                    <a:pt x="4812" y="52363"/>
                  </a:cubicBezTo>
                  <a:cubicBezTo>
                    <a:pt x="6789" y="58123"/>
                    <a:pt x="8853" y="61391"/>
                    <a:pt x="8552" y="61563"/>
                  </a:cubicBezTo>
                  <a:cubicBezTo>
                    <a:pt x="6187" y="59155"/>
                    <a:pt x="4381" y="56189"/>
                    <a:pt x="3350" y="52964"/>
                  </a:cubicBezTo>
                  <a:cubicBezTo>
                    <a:pt x="-3013" y="37359"/>
                    <a:pt x="-175" y="19518"/>
                    <a:pt x="10702" y="6664"/>
                  </a:cubicBezTo>
                  <a:cubicBezTo>
                    <a:pt x="12679" y="3912"/>
                    <a:pt x="15301" y="1634"/>
                    <a:pt x="18310" y="0"/>
                  </a:cubicBezTo>
                  <a:lnTo>
                    <a:pt x="18310" y="0"/>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5" name="Google Shape;1335;p76"/>
            <p:cNvSpPr/>
            <p:nvPr/>
          </p:nvSpPr>
          <p:spPr>
            <a:xfrm>
              <a:off x="5715381" y="3441774"/>
              <a:ext cx="9591" cy="6629"/>
            </a:xfrm>
            <a:custGeom>
              <a:avLst/>
              <a:gdLst/>
              <a:ahLst/>
              <a:cxnLst/>
              <a:rect l="l" t="t" r="r" b="b"/>
              <a:pathLst>
                <a:path w="9591" h="6629" extrusionOk="0">
                  <a:moveTo>
                    <a:pt x="9523" y="106"/>
                  </a:moveTo>
                  <a:cubicBezTo>
                    <a:pt x="9953" y="536"/>
                    <a:pt x="8320" y="2728"/>
                    <a:pt x="5611" y="4405"/>
                  </a:cubicBezTo>
                  <a:cubicBezTo>
                    <a:pt x="2903" y="6082"/>
                    <a:pt x="280" y="7028"/>
                    <a:pt x="22" y="6469"/>
                  </a:cubicBezTo>
                  <a:cubicBezTo>
                    <a:pt x="-235" y="5910"/>
                    <a:pt x="1785" y="4319"/>
                    <a:pt x="4321" y="2556"/>
                  </a:cubicBezTo>
                  <a:cubicBezTo>
                    <a:pt x="6858" y="794"/>
                    <a:pt x="9093" y="-367"/>
                    <a:pt x="9523" y="106"/>
                  </a:cubicBezTo>
                  <a:lnTo>
                    <a:pt x="9523" y="106"/>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6" name="Google Shape;1336;p76"/>
            <p:cNvSpPr/>
            <p:nvPr/>
          </p:nvSpPr>
          <p:spPr>
            <a:xfrm>
              <a:off x="5715358" y="3450131"/>
              <a:ext cx="9578" cy="2905"/>
            </a:xfrm>
            <a:custGeom>
              <a:avLst/>
              <a:gdLst/>
              <a:ahLst/>
              <a:cxnLst/>
              <a:rect l="l" t="t" r="r" b="b"/>
              <a:pathLst>
                <a:path w="9578" h="2905" extrusionOk="0">
                  <a:moveTo>
                    <a:pt x="9547" y="2669"/>
                  </a:moveTo>
                  <a:cubicBezTo>
                    <a:pt x="9246" y="3228"/>
                    <a:pt x="7182" y="2669"/>
                    <a:pt x="4689" y="2325"/>
                  </a:cubicBezTo>
                  <a:cubicBezTo>
                    <a:pt x="2195" y="1981"/>
                    <a:pt x="88" y="1766"/>
                    <a:pt x="2" y="1164"/>
                  </a:cubicBezTo>
                  <a:cubicBezTo>
                    <a:pt x="-84" y="562"/>
                    <a:pt x="2152" y="-341"/>
                    <a:pt x="5076" y="132"/>
                  </a:cubicBezTo>
                  <a:cubicBezTo>
                    <a:pt x="7999" y="605"/>
                    <a:pt x="9847" y="2282"/>
                    <a:pt x="9547" y="2669"/>
                  </a:cubicBezTo>
                  <a:lnTo>
                    <a:pt x="9547" y="2669"/>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7" name="Google Shape;1337;p76"/>
            <p:cNvSpPr/>
            <p:nvPr/>
          </p:nvSpPr>
          <p:spPr>
            <a:xfrm>
              <a:off x="5601614" y="3454299"/>
              <a:ext cx="6785" cy="3603"/>
            </a:xfrm>
            <a:custGeom>
              <a:avLst/>
              <a:gdLst/>
              <a:ahLst/>
              <a:cxnLst/>
              <a:rect l="l" t="t" r="r" b="b"/>
              <a:pathLst>
                <a:path w="6785" h="3603" extrusionOk="0">
                  <a:moveTo>
                    <a:pt x="6786" y="2800"/>
                  </a:moveTo>
                  <a:cubicBezTo>
                    <a:pt x="6786" y="3402"/>
                    <a:pt x="4937" y="4047"/>
                    <a:pt x="2745" y="3187"/>
                  </a:cubicBezTo>
                  <a:cubicBezTo>
                    <a:pt x="552" y="2327"/>
                    <a:pt x="-350" y="436"/>
                    <a:pt x="122" y="92"/>
                  </a:cubicBezTo>
                  <a:cubicBezTo>
                    <a:pt x="595" y="-252"/>
                    <a:pt x="1928" y="436"/>
                    <a:pt x="3604" y="1080"/>
                  </a:cubicBezTo>
                  <a:cubicBezTo>
                    <a:pt x="5281" y="1725"/>
                    <a:pt x="6743" y="2241"/>
                    <a:pt x="6786" y="2800"/>
                  </a:cubicBezTo>
                  <a:lnTo>
                    <a:pt x="6786" y="280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8" name="Google Shape;1338;p76"/>
            <p:cNvSpPr/>
            <p:nvPr/>
          </p:nvSpPr>
          <p:spPr>
            <a:xfrm>
              <a:off x="5601105" y="3462210"/>
              <a:ext cx="5231" cy="2902"/>
            </a:xfrm>
            <a:custGeom>
              <a:avLst/>
              <a:gdLst/>
              <a:ahLst/>
              <a:cxnLst/>
              <a:rect l="l" t="t" r="r" b="b"/>
              <a:pathLst>
                <a:path w="5231" h="2902" extrusionOk="0">
                  <a:moveTo>
                    <a:pt x="5231" y="435"/>
                  </a:moveTo>
                  <a:cubicBezTo>
                    <a:pt x="5231" y="994"/>
                    <a:pt x="4458" y="1940"/>
                    <a:pt x="3039" y="2499"/>
                  </a:cubicBezTo>
                  <a:cubicBezTo>
                    <a:pt x="1620" y="3058"/>
                    <a:pt x="244" y="3015"/>
                    <a:pt x="29" y="2499"/>
                  </a:cubicBezTo>
                  <a:cubicBezTo>
                    <a:pt x="-186" y="1983"/>
                    <a:pt x="803" y="994"/>
                    <a:pt x="2222" y="435"/>
                  </a:cubicBezTo>
                  <a:cubicBezTo>
                    <a:pt x="3640" y="-124"/>
                    <a:pt x="4973" y="-166"/>
                    <a:pt x="5231" y="435"/>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9" name="Google Shape;1339;p76"/>
            <p:cNvSpPr/>
            <p:nvPr/>
          </p:nvSpPr>
          <p:spPr>
            <a:xfrm>
              <a:off x="5744669" y="3564123"/>
              <a:ext cx="7945" cy="35556"/>
            </a:xfrm>
            <a:custGeom>
              <a:avLst/>
              <a:gdLst/>
              <a:ahLst/>
              <a:cxnLst/>
              <a:rect l="l" t="t" r="r" b="b"/>
              <a:pathLst>
                <a:path w="7945" h="35556" extrusionOk="0">
                  <a:moveTo>
                    <a:pt x="3020" y="35491"/>
                  </a:moveTo>
                  <a:cubicBezTo>
                    <a:pt x="2762" y="35190"/>
                    <a:pt x="5127" y="34158"/>
                    <a:pt x="5901" y="30804"/>
                  </a:cubicBezTo>
                  <a:cubicBezTo>
                    <a:pt x="6374" y="28956"/>
                    <a:pt x="5987" y="26978"/>
                    <a:pt x="4826" y="25431"/>
                  </a:cubicBezTo>
                  <a:cubicBezTo>
                    <a:pt x="3966" y="24442"/>
                    <a:pt x="3192" y="23367"/>
                    <a:pt x="2461" y="22249"/>
                  </a:cubicBezTo>
                  <a:cubicBezTo>
                    <a:pt x="1473" y="20744"/>
                    <a:pt x="1473" y="18767"/>
                    <a:pt x="2461" y="17262"/>
                  </a:cubicBezTo>
                  <a:cubicBezTo>
                    <a:pt x="3278" y="16274"/>
                    <a:pt x="4009" y="15199"/>
                    <a:pt x="4611" y="14081"/>
                  </a:cubicBezTo>
                  <a:cubicBezTo>
                    <a:pt x="4869" y="13178"/>
                    <a:pt x="4611" y="12189"/>
                    <a:pt x="3880" y="11587"/>
                  </a:cubicBezTo>
                  <a:cubicBezTo>
                    <a:pt x="3192" y="10728"/>
                    <a:pt x="2290" y="9954"/>
                    <a:pt x="1559" y="9008"/>
                  </a:cubicBezTo>
                  <a:cubicBezTo>
                    <a:pt x="871" y="8105"/>
                    <a:pt x="355" y="7073"/>
                    <a:pt x="140" y="5956"/>
                  </a:cubicBezTo>
                  <a:cubicBezTo>
                    <a:pt x="-591" y="1657"/>
                    <a:pt x="1773" y="-235"/>
                    <a:pt x="1859" y="23"/>
                  </a:cubicBezTo>
                  <a:cubicBezTo>
                    <a:pt x="1429" y="1829"/>
                    <a:pt x="1429" y="3763"/>
                    <a:pt x="1859" y="5569"/>
                  </a:cubicBezTo>
                  <a:cubicBezTo>
                    <a:pt x="2247" y="7246"/>
                    <a:pt x="3708" y="8320"/>
                    <a:pt x="5642" y="10255"/>
                  </a:cubicBezTo>
                  <a:cubicBezTo>
                    <a:pt x="6760" y="11373"/>
                    <a:pt x="7233" y="13006"/>
                    <a:pt x="6889" y="14554"/>
                  </a:cubicBezTo>
                  <a:cubicBezTo>
                    <a:pt x="6244" y="15887"/>
                    <a:pt x="5471" y="17133"/>
                    <a:pt x="4525" y="18251"/>
                  </a:cubicBezTo>
                  <a:cubicBezTo>
                    <a:pt x="3106" y="20100"/>
                    <a:pt x="4998" y="21862"/>
                    <a:pt x="6546" y="24012"/>
                  </a:cubicBezTo>
                  <a:cubicBezTo>
                    <a:pt x="7964" y="26076"/>
                    <a:pt x="8351" y="28655"/>
                    <a:pt x="7491" y="31019"/>
                  </a:cubicBezTo>
                  <a:cubicBezTo>
                    <a:pt x="5944" y="35190"/>
                    <a:pt x="2934" y="35791"/>
                    <a:pt x="3020" y="35491"/>
                  </a:cubicBezTo>
                  <a:lnTo>
                    <a:pt x="3020" y="3549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0" name="Google Shape;1340;p76"/>
            <p:cNvSpPr/>
            <p:nvPr/>
          </p:nvSpPr>
          <p:spPr>
            <a:xfrm>
              <a:off x="5752192" y="3562833"/>
              <a:ext cx="7723" cy="35543"/>
            </a:xfrm>
            <a:custGeom>
              <a:avLst/>
              <a:gdLst/>
              <a:ahLst/>
              <a:cxnLst/>
              <a:rect l="l" t="t" r="r" b="b"/>
              <a:pathLst>
                <a:path w="7723" h="35543" extrusionOk="0">
                  <a:moveTo>
                    <a:pt x="3020" y="35490"/>
                  </a:moveTo>
                  <a:cubicBezTo>
                    <a:pt x="2805" y="35189"/>
                    <a:pt x="5127" y="34115"/>
                    <a:pt x="5944" y="30762"/>
                  </a:cubicBezTo>
                  <a:cubicBezTo>
                    <a:pt x="6417" y="28913"/>
                    <a:pt x="6030" y="26935"/>
                    <a:pt x="4869" y="25388"/>
                  </a:cubicBezTo>
                  <a:cubicBezTo>
                    <a:pt x="4009" y="24399"/>
                    <a:pt x="3192" y="23367"/>
                    <a:pt x="2461" y="22250"/>
                  </a:cubicBezTo>
                  <a:cubicBezTo>
                    <a:pt x="1473" y="20745"/>
                    <a:pt x="1473" y="18767"/>
                    <a:pt x="2461" y="17262"/>
                  </a:cubicBezTo>
                  <a:cubicBezTo>
                    <a:pt x="3278" y="16274"/>
                    <a:pt x="3966" y="15199"/>
                    <a:pt x="4611" y="14081"/>
                  </a:cubicBezTo>
                  <a:cubicBezTo>
                    <a:pt x="4869" y="13178"/>
                    <a:pt x="4611" y="12190"/>
                    <a:pt x="3880" y="11588"/>
                  </a:cubicBezTo>
                  <a:cubicBezTo>
                    <a:pt x="3192" y="10728"/>
                    <a:pt x="2290" y="9954"/>
                    <a:pt x="1559" y="9008"/>
                  </a:cubicBezTo>
                  <a:cubicBezTo>
                    <a:pt x="871" y="8105"/>
                    <a:pt x="355" y="7074"/>
                    <a:pt x="140" y="5956"/>
                  </a:cubicBezTo>
                  <a:cubicBezTo>
                    <a:pt x="-591" y="1657"/>
                    <a:pt x="1773" y="-235"/>
                    <a:pt x="1859" y="23"/>
                  </a:cubicBezTo>
                  <a:cubicBezTo>
                    <a:pt x="1343" y="1829"/>
                    <a:pt x="1257" y="3721"/>
                    <a:pt x="1645" y="5526"/>
                  </a:cubicBezTo>
                  <a:cubicBezTo>
                    <a:pt x="2074" y="7203"/>
                    <a:pt x="3536" y="8278"/>
                    <a:pt x="5471" y="10212"/>
                  </a:cubicBezTo>
                  <a:cubicBezTo>
                    <a:pt x="6674" y="11416"/>
                    <a:pt x="7147" y="13136"/>
                    <a:pt x="6674" y="14769"/>
                  </a:cubicBezTo>
                  <a:cubicBezTo>
                    <a:pt x="6072" y="16059"/>
                    <a:pt x="5299" y="17305"/>
                    <a:pt x="4353" y="18423"/>
                  </a:cubicBezTo>
                  <a:cubicBezTo>
                    <a:pt x="2934" y="20272"/>
                    <a:pt x="4826" y="22077"/>
                    <a:pt x="6374" y="24227"/>
                  </a:cubicBezTo>
                  <a:cubicBezTo>
                    <a:pt x="7792" y="26248"/>
                    <a:pt x="8093" y="28870"/>
                    <a:pt x="7276" y="31191"/>
                  </a:cubicBezTo>
                  <a:cubicBezTo>
                    <a:pt x="5987" y="35189"/>
                    <a:pt x="2977" y="35748"/>
                    <a:pt x="3020" y="35490"/>
                  </a:cubicBezTo>
                  <a:lnTo>
                    <a:pt x="3020" y="3549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1" name="Google Shape;1341;p76"/>
            <p:cNvSpPr/>
            <p:nvPr/>
          </p:nvSpPr>
          <p:spPr>
            <a:xfrm>
              <a:off x="5642749" y="3395582"/>
              <a:ext cx="22957" cy="4002"/>
            </a:xfrm>
            <a:custGeom>
              <a:avLst/>
              <a:gdLst/>
              <a:ahLst/>
              <a:cxnLst/>
              <a:rect l="l" t="t" r="r" b="b"/>
              <a:pathLst>
                <a:path w="22957" h="4002" extrusionOk="0">
                  <a:moveTo>
                    <a:pt x="22957" y="127"/>
                  </a:moveTo>
                  <a:cubicBezTo>
                    <a:pt x="19733" y="2620"/>
                    <a:pt x="15735" y="3910"/>
                    <a:pt x="11651" y="3781"/>
                  </a:cubicBezTo>
                  <a:cubicBezTo>
                    <a:pt x="7652" y="4426"/>
                    <a:pt x="3526" y="3652"/>
                    <a:pt x="0" y="1631"/>
                  </a:cubicBezTo>
                  <a:cubicBezTo>
                    <a:pt x="0" y="986"/>
                    <a:pt x="5245" y="2018"/>
                    <a:pt x="11522" y="1631"/>
                  </a:cubicBezTo>
                  <a:cubicBezTo>
                    <a:pt x="17798" y="1244"/>
                    <a:pt x="22699" y="-475"/>
                    <a:pt x="22957" y="127"/>
                  </a:cubicBezTo>
                  <a:lnTo>
                    <a:pt x="22957" y="127"/>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2" name="Google Shape;1342;p76"/>
            <p:cNvSpPr/>
            <p:nvPr/>
          </p:nvSpPr>
          <p:spPr>
            <a:xfrm>
              <a:off x="5646833" y="3387738"/>
              <a:ext cx="26052" cy="5152"/>
            </a:xfrm>
            <a:custGeom>
              <a:avLst/>
              <a:gdLst/>
              <a:ahLst/>
              <a:cxnLst/>
              <a:rect l="l" t="t" r="r" b="b"/>
              <a:pathLst>
                <a:path w="26052" h="5152" extrusionOk="0">
                  <a:moveTo>
                    <a:pt x="26052" y="103"/>
                  </a:moveTo>
                  <a:cubicBezTo>
                    <a:pt x="18400" y="5262"/>
                    <a:pt x="8770" y="6552"/>
                    <a:pt x="0" y="3585"/>
                  </a:cubicBezTo>
                  <a:cubicBezTo>
                    <a:pt x="0" y="2940"/>
                    <a:pt x="6019" y="3585"/>
                    <a:pt x="13155" y="2639"/>
                  </a:cubicBezTo>
                  <a:cubicBezTo>
                    <a:pt x="20291" y="1694"/>
                    <a:pt x="25751" y="-499"/>
                    <a:pt x="26052" y="103"/>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3" name="Google Shape;1343;p76"/>
            <p:cNvSpPr/>
            <p:nvPr/>
          </p:nvSpPr>
          <p:spPr>
            <a:xfrm>
              <a:off x="5436351" y="3636585"/>
              <a:ext cx="139160" cy="247110"/>
            </a:xfrm>
            <a:custGeom>
              <a:avLst/>
              <a:gdLst/>
              <a:ahLst/>
              <a:cxnLst/>
              <a:rect l="l" t="t" r="r" b="b"/>
              <a:pathLst>
                <a:path w="139160" h="247110" extrusionOk="0">
                  <a:moveTo>
                    <a:pt x="105585" y="247110"/>
                  </a:moveTo>
                  <a:lnTo>
                    <a:pt x="0" y="172436"/>
                  </a:lnTo>
                  <a:cubicBezTo>
                    <a:pt x="0" y="172436"/>
                    <a:pt x="73944" y="4170"/>
                    <a:pt x="111431" y="0"/>
                  </a:cubicBezTo>
                  <a:lnTo>
                    <a:pt x="139161" y="208462"/>
                  </a:lnTo>
                  <a:lnTo>
                    <a:pt x="105585" y="247110"/>
                  </a:lnTo>
                  <a:lnTo>
                    <a:pt x="105585" y="24711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4" name="Google Shape;1344;p76"/>
            <p:cNvSpPr/>
            <p:nvPr/>
          </p:nvSpPr>
          <p:spPr>
            <a:xfrm>
              <a:off x="5444596" y="3789718"/>
              <a:ext cx="95749" cy="69343"/>
            </a:xfrm>
            <a:custGeom>
              <a:avLst/>
              <a:gdLst/>
              <a:ahLst/>
              <a:cxnLst/>
              <a:rect l="l" t="t" r="r" b="b"/>
              <a:pathLst>
                <a:path w="95749" h="69343" extrusionOk="0">
                  <a:moveTo>
                    <a:pt x="9" y="0"/>
                  </a:moveTo>
                  <a:cubicBezTo>
                    <a:pt x="4867" y="3095"/>
                    <a:pt x="9596" y="6492"/>
                    <a:pt x="14110" y="10060"/>
                  </a:cubicBezTo>
                  <a:cubicBezTo>
                    <a:pt x="22708" y="16379"/>
                    <a:pt x="34874" y="24763"/>
                    <a:pt x="48503" y="33748"/>
                  </a:cubicBezTo>
                  <a:cubicBezTo>
                    <a:pt x="62131" y="42733"/>
                    <a:pt x="74297" y="51374"/>
                    <a:pt x="82594" y="58037"/>
                  </a:cubicBezTo>
                  <a:cubicBezTo>
                    <a:pt x="86893" y="61348"/>
                    <a:pt x="90117" y="64099"/>
                    <a:pt x="92396" y="66077"/>
                  </a:cubicBezTo>
                  <a:cubicBezTo>
                    <a:pt x="93643" y="67023"/>
                    <a:pt x="94761" y="68140"/>
                    <a:pt x="95749" y="69344"/>
                  </a:cubicBezTo>
                  <a:cubicBezTo>
                    <a:pt x="90891" y="66249"/>
                    <a:pt x="86163" y="62895"/>
                    <a:pt x="81648" y="59284"/>
                  </a:cubicBezTo>
                  <a:cubicBezTo>
                    <a:pt x="73050" y="52965"/>
                    <a:pt x="60884" y="44581"/>
                    <a:pt x="47256" y="35596"/>
                  </a:cubicBezTo>
                  <a:cubicBezTo>
                    <a:pt x="33628" y="26611"/>
                    <a:pt x="21461" y="17970"/>
                    <a:pt x="13165" y="11307"/>
                  </a:cubicBezTo>
                  <a:cubicBezTo>
                    <a:pt x="8865" y="7996"/>
                    <a:pt x="5598" y="5245"/>
                    <a:pt x="3363" y="3267"/>
                  </a:cubicBezTo>
                  <a:cubicBezTo>
                    <a:pt x="1127" y="1290"/>
                    <a:pt x="-120" y="129"/>
                    <a:pt x="9"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5" name="Google Shape;1345;p76"/>
            <p:cNvSpPr/>
            <p:nvPr/>
          </p:nvSpPr>
          <p:spPr>
            <a:xfrm>
              <a:off x="5531216" y="3696600"/>
              <a:ext cx="9279" cy="200035"/>
            </a:xfrm>
            <a:custGeom>
              <a:avLst/>
              <a:gdLst/>
              <a:ahLst/>
              <a:cxnLst/>
              <a:rect l="l" t="t" r="r" b="b"/>
              <a:pathLst>
                <a:path w="9279" h="200035" extrusionOk="0">
                  <a:moveTo>
                    <a:pt x="15" y="0"/>
                  </a:moveTo>
                  <a:cubicBezTo>
                    <a:pt x="230" y="645"/>
                    <a:pt x="316" y="1333"/>
                    <a:pt x="359" y="2020"/>
                  </a:cubicBezTo>
                  <a:lnTo>
                    <a:pt x="1004" y="7824"/>
                  </a:lnTo>
                  <a:cubicBezTo>
                    <a:pt x="1477" y="12854"/>
                    <a:pt x="2121" y="20163"/>
                    <a:pt x="2809" y="29319"/>
                  </a:cubicBezTo>
                  <a:cubicBezTo>
                    <a:pt x="4185" y="47376"/>
                    <a:pt x="5733" y="72310"/>
                    <a:pt x="7109" y="99910"/>
                  </a:cubicBezTo>
                  <a:cubicBezTo>
                    <a:pt x="8484" y="127510"/>
                    <a:pt x="9000" y="152531"/>
                    <a:pt x="9215" y="170673"/>
                  </a:cubicBezTo>
                  <a:lnTo>
                    <a:pt x="9215" y="198015"/>
                  </a:lnTo>
                  <a:cubicBezTo>
                    <a:pt x="9301" y="198703"/>
                    <a:pt x="9301" y="199348"/>
                    <a:pt x="9215" y="200035"/>
                  </a:cubicBezTo>
                  <a:cubicBezTo>
                    <a:pt x="9000" y="199390"/>
                    <a:pt x="8914" y="198703"/>
                    <a:pt x="8957" y="198015"/>
                  </a:cubicBezTo>
                  <a:cubicBezTo>
                    <a:pt x="8957" y="196424"/>
                    <a:pt x="8742" y="194490"/>
                    <a:pt x="8656" y="192211"/>
                  </a:cubicBezTo>
                  <a:cubicBezTo>
                    <a:pt x="8441" y="186794"/>
                    <a:pt x="8140" y="179572"/>
                    <a:pt x="7796" y="170716"/>
                  </a:cubicBezTo>
                  <a:cubicBezTo>
                    <a:pt x="7109" y="152273"/>
                    <a:pt x="6120" y="127467"/>
                    <a:pt x="5045" y="100039"/>
                  </a:cubicBezTo>
                  <a:cubicBezTo>
                    <a:pt x="3970" y="72611"/>
                    <a:pt x="2422" y="47806"/>
                    <a:pt x="1520" y="29405"/>
                  </a:cubicBezTo>
                  <a:cubicBezTo>
                    <a:pt x="1047" y="20807"/>
                    <a:pt x="703" y="13413"/>
                    <a:pt x="445" y="7910"/>
                  </a:cubicBezTo>
                  <a:cubicBezTo>
                    <a:pt x="445" y="5589"/>
                    <a:pt x="445" y="3611"/>
                    <a:pt x="230" y="2107"/>
                  </a:cubicBezTo>
                  <a:cubicBezTo>
                    <a:pt x="15" y="1419"/>
                    <a:pt x="-28" y="731"/>
                    <a:pt x="15"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6" name="Google Shape;1346;p76"/>
            <p:cNvSpPr/>
            <p:nvPr/>
          </p:nvSpPr>
          <p:spPr>
            <a:xfrm>
              <a:off x="5807810" y="3649302"/>
              <a:ext cx="42080" cy="115782"/>
            </a:xfrm>
            <a:custGeom>
              <a:avLst/>
              <a:gdLst/>
              <a:ahLst/>
              <a:cxnLst/>
              <a:rect l="l" t="t" r="r" b="b"/>
              <a:pathLst>
                <a:path w="42080" h="115782" extrusionOk="0">
                  <a:moveTo>
                    <a:pt x="42068" y="8"/>
                  </a:moveTo>
                  <a:cubicBezTo>
                    <a:pt x="42369" y="309"/>
                    <a:pt x="37425" y="5382"/>
                    <a:pt x="30761" y="14625"/>
                  </a:cubicBezTo>
                  <a:cubicBezTo>
                    <a:pt x="26892" y="20042"/>
                    <a:pt x="23367" y="25717"/>
                    <a:pt x="20186" y="31563"/>
                  </a:cubicBezTo>
                  <a:cubicBezTo>
                    <a:pt x="12404" y="45922"/>
                    <a:pt x="6944" y="61399"/>
                    <a:pt x="4021" y="77477"/>
                  </a:cubicBezTo>
                  <a:cubicBezTo>
                    <a:pt x="2817" y="84012"/>
                    <a:pt x="2001" y="90633"/>
                    <a:pt x="1614" y="97296"/>
                  </a:cubicBezTo>
                  <a:cubicBezTo>
                    <a:pt x="1012" y="108689"/>
                    <a:pt x="1614" y="115739"/>
                    <a:pt x="1227" y="115782"/>
                  </a:cubicBezTo>
                  <a:cubicBezTo>
                    <a:pt x="840" y="114149"/>
                    <a:pt x="582" y="112515"/>
                    <a:pt x="496" y="110838"/>
                  </a:cubicBezTo>
                  <a:cubicBezTo>
                    <a:pt x="66" y="106324"/>
                    <a:pt x="-106" y="101767"/>
                    <a:pt x="66" y="97253"/>
                  </a:cubicBezTo>
                  <a:cubicBezTo>
                    <a:pt x="195" y="90504"/>
                    <a:pt x="840" y="83797"/>
                    <a:pt x="1958" y="77134"/>
                  </a:cubicBezTo>
                  <a:cubicBezTo>
                    <a:pt x="4752" y="60797"/>
                    <a:pt x="10298" y="45063"/>
                    <a:pt x="18380" y="30575"/>
                  </a:cubicBezTo>
                  <a:cubicBezTo>
                    <a:pt x="21690" y="24685"/>
                    <a:pt x="25388" y="19053"/>
                    <a:pt x="29514" y="13679"/>
                  </a:cubicBezTo>
                  <a:cubicBezTo>
                    <a:pt x="32223" y="10068"/>
                    <a:pt x="35190" y="6629"/>
                    <a:pt x="38371" y="3405"/>
                  </a:cubicBezTo>
                  <a:cubicBezTo>
                    <a:pt x="40649" y="1255"/>
                    <a:pt x="41939" y="-121"/>
                    <a:pt x="42068" y="8"/>
                  </a:cubicBezTo>
                  <a:lnTo>
                    <a:pt x="42068" y="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7" name="Google Shape;1347;p76"/>
            <p:cNvSpPr/>
            <p:nvPr/>
          </p:nvSpPr>
          <p:spPr>
            <a:xfrm>
              <a:off x="5805929" y="3637445"/>
              <a:ext cx="35538" cy="91440"/>
            </a:xfrm>
            <a:custGeom>
              <a:avLst/>
              <a:gdLst/>
              <a:ahLst/>
              <a:cxnLst/>
              <a:rect l="l" t="t" r="r" b="b"/>
              <a:pathLst>
                <a:path w="35538" h="91440" extrusionOk="0">
                  <a:moveTo>
                    <a:pt x="872" y="91441"/>
                  </a:moveTo>
                  <a:cubicBezTo>
                    <a:pt x="528" y="90151"/>
                    <a:pt x="313" y="88862"/>
                    <a:pt x="313" y="87529"/>
                  </a:cubicBezTo>
                  <a:cubicBezTo>
                    <a:pt x="-31" y="83918"/>
                    <a:pt x="-74" y="80264"/>
                    <a:pt x="98" y="76652"/>
                  </a:cubicBezTo>
                  <a:cubicBezTo>
                    <a:pt x="1173" y="52491"/>
                    <a:pt x="9943" y="29362"/>
                    <a:pt x="25162" y="10576"/>
                  </a:cubicBezTo>
                  <a:cubicBezTo>
                    <a:pt x="27397" y="7738"/>
                    <a:pt x="29848" y="5073"/>
                    <a:pt x="32470" y="2579"/>
                  </a:cubicBezTo>
                  <a:cubicBezTo>
                    <a:pt x="33373" y="1591"/>
                    <a:pt x="34405" y="731"/>
                    <a:pt x="35523" y="0"/>
                  </a:cubicBezTo>
                  <a:cubicBezTo>
                    <a:pt x="35823" y="301"/>
                    <a:pt x="31826" y="4299"/>
                    <a:pt x="26409" y="11565"/>
                  </a:cubicBezTo>
                  <a:cubicBezTo>
                    <a:pt x="12178" y="30523"/>
                    <a:pt x="3580" y="53093"/>
                    <a:pt x="1689" y="76738"/>
                  </a:cubicBezTo>
                  <a:cubicBezTo>
                    <a:pt x="958" y="85766"/>
                    <a:pt x="1302" y="91441"/>
                    <a:pt x="872" y="91441"/>
                  </a:cubicBezTo>
                  <a:lnTo>
                    <a:pt x="872" y="9144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8" name="Google Shape;1348;p76"/>
            <p:cNvSpPr/>
            <p:nvPr/>
          </p:nvSpPr>
          <p:spPr>
            <a:xfrm>
              <a:off x="5457717" y="3757217"/>
              <a:ext cx="249130" cy="202249"/>
            </a:xfrm>
            <a:custGeom>
              <a:avLst/>
              <a:gdLst/>
              <a:ahLst/>
              <a:cxnLst/>
              <a:rect l="l" t="t" r="r" b="b"/>
              <a:pathLst>
                <a:path w="249130" h="202249" extrusionOk="0">
                  <a:moveTo>
                    <a:pt x="63884" y="0"/>
                  </a:moveTo>
                  <a:lnTo>
                    <a:pt x="108336" y="114484"/>
                  </a:lnTo>
                  <a:lnTo>
                    <a:pt x="242080" y="86411"/>
                  </a:lnTo>
                  <a:lnTo>
                    <a:pt x="249131" y="143073"/>
                  </a:lnTo>
                  <a:cubicBezTo>
                    <a:pt x="249131" y="143073"/>
                    <a:pt x="61047" y="213062"/>
                    <a:pt x="47590" y="200810"/>
                  </a:cubicBezTo>
                  <a:cubicBezTo>
                    <a:pt x="34134" y="188557"/>
                    <a:pt x="0" y="16293"/>
                    <a:pt x="0" y="16293"/>
                  </a:cubicBezTo>
                  <a:lnTo>
                    <a:pt x="63884" y="0"/>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9" name="Google Shape;1349;p76"/>
            <p:cNvSpPr/>
            <p:nvPr/>
          </p:nvSpPr>
          <p:spPr>
            <a:xfrm>
              <a:off x="5656807" y="3779271"/>
              <a:ext cx="158057" cy="137183"/>
            </a:xfrm>
            <a:custGeom>
              <a:avLst/>
              <a:gdLst/>
              <a:ahLst/>
              <a:cxnLst/>
              <a:rect l="l" t="t" r="r" b="b"/>
              <a:pathLst>
                <a:path w="158057" h="137183" extrusionOk="0">
                  <a:moveTo>
                    <a:pt x="99867" y="98320"/>
                  </a:moveTo>
                  <a:cubicBezTo>
                    <a:pt x="99867" y="98320"/>
                    <a:pt x="84348" y="114140"/>
                    <a:pt x="79447" y="113667"/>
                  </a:cubicBezTo>
                  <a:lnTo>
                    <a:pt x="18701" y="137183"/>
                  </a:lnTo>
                  <a:lnTo>
                    <a:pt x="0" y="68398"/>
                  </a:lnTo>
                  <a:lnTo>
                    <a:pt x="37617" y="61992"/>
                  </a:lnTo>
                  <a:lnTo>
                    <a:pt x="69989" y="35854"/>
                  </a:lnTo>
                  <a:lnTo>
                    <a:pt x="111346" y="8598"/>
                  </a:lnTo>
                  <a:lnTo>
                    <a:pt x="156615" y="0"/>
                  </a:lnTo>
                  <a:cubicBezTo>
                    <a:pt x="156615" y="0"/>
                    <a:pt x="158550" y="10189"/>
                    <a:pt x="146383" y="15090"/>
                  </a:cubicBezTo>
                  <a:cubicBezTo>
                    <a:pt x="134217" y="19991"/>
                    <a:pt x="122523" y="25279"/>
                    <a:pt x="122523" y="25279"/>
                  </a:cubicBezTo>
                  <a:lnTo>
                    <a:pt x="156701" y="17497"/>
                  </a:lnTo>
                  <a:cubicBezTo>
                    <a:pt x="156701" y="17497"/>
                    <a:pt x="159753" y="24806"/>
                    <a:pt x="156701" y="28675"/>
                  </a:cubicBezTo>
                  <a:cubicBezTo>
                    <a:pt x="153649" y="32544"/>
                    <a:pt x="136152" y="40368"/>
                    <a:pt x="136152" y="40368"/>
                  </a:cubicBezTo>
                  <a:lnTo>
                    <a:pt x="121878" y="50944"/>
                  </a:lnTo>
                  <a:lnTo>
                    <a:pt x="99867" y="98320"/>
                  </a:lnTo>
                  <a:lnTo>
                    <a:pt x="99867" y="9832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0" name="Google Shape;1350;p76"/>
            <p:cNvSpPr/>
            <p:nvPr/>
          </p:nvSpPr>
          <p:spPr>
            <a:xfrm>
              <a:off x="5424270" y="3609759"/>
              <a:ext cx="94450" cy="176691"/>
            </a:xfrm>
            <a:custGeom>
              <a:avLst/>
              <a:gdLst/>
              <a:ahLst/>
              <a:cxnLst/>
              <a:rect l="l" t="t" r="r" b="b"/>
              <a:pathLst>
                <a:path w="94450" h="176691" extrusionOk="0">
                  <a:moveTo>
                    <a:pt x="5331" y="0"/>
                  </a:moveTo>
                  <a:cubicBezTo>
                    <a:pt x="5331" y="0"/>
                    <a:pt x="34479" y="30695"/>
                    <a:pt x="45097" y="39035"/>
                  </a:cubicBezTo>
                  <a:cubicBezTo>
                    <a:pt x="64271" y="54039"/>
                    <a:pt x="94450" y="142600"/>
                    <a:pt x="94450" y="142600"/>
                  </a:cubicBezTo>
                  <a:lnTo>
                    <a:pt x="44108" y="176692"/>
                  </a:lnTo>
                  <a:lnTo>
                    <a:pt x="0" y="40196"/>
                  </a:lnTo>
                  <a:lnTo>
                    <a:pt x="5331" y="0"/>
                  </a:lnTo>
                  <a:lnTo>
                    <a:pt x="5331"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1" name="Google Shape;1351;p76"/>
            <p:cNvSpPr/>
            <p:nvPr/>
          </p:nvSpPr>
          <p:spPr>
            <a:xfrm>
              <a:off x="5209102" y="3584050"/>
              <a:ext cx="319898" cy="492415"/>
            </a:xfrm>
            <a:custGeom>
              <a:avLst/>
              <a:gdLst/>
              <a:ahLst/>
              <a:cxnLst/>
              <a:rect l="l" t="t" r="r" b="b"/>
              <a:pathLst>
                <a:path w="319898" h="492415" extrusionOk="0">
                  <a:moveTo>
                    <a:pt x="106746" y="0"/>
                  </a:moveTo>
                  <a:cubicBezTo>
                    <a:pt x="106746" y="0"/>
                    <a:pt x="52750" y="52621"/>
                    <a:pt x="36499" y="87572"/>
                  </a:cubicBezTo>
                  <a:cubicBezTo>
                    <a:pt x="18701" y="125490"/>
                    <a:pt x="47290" y="361681"/>
                    <a:pt x="47290" y="361681"/>
                  </a:cubicBezTo>
                  <a:lnTo>
                    <a:pt x="0" y="492415"/>
                  </a:lnTo>
                  <a:lnTo>
                    <a:pt x="297667" y="492415"/>
                  </a:lnTo>
                  <a:lnTo>
                    <a:pt x="291348" y="348741"/>
                  </a:lnTo>
                  <a:cubicBezTo>
                    <a:pt x="298312" y="339927"/>
                    <a:pt x="329180" y="264006"/>
                    <a:pt x="317142" y="228667"/>
                  </a:cubicBezTo>
                  <a:cubicBezTo>
                    <a:pt x="309619" y="206656"/>
                    <a:pt x="303901" y="183054"/>
                    <a:pt x="295303" y="162419"/>
                  </a:cubicBezTo>
                  <a:cubicBezTo>
                    <a:pt x="281503" y="129918"/>
                    <a:pt x="261513" y="100426"/>
                    <a:pt x="236449" y="75535"/>
                  </a:cubicBezTo>
                  <a:lnTo>
                    <a:pt x="106746" y="0"/>
                  </a:lnTo>
                  <a:lnTo>
                    <a:pt x="106746"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2" name="Google Shape;1352;p76"/>
            <p:cNvSpPr/>
            <p:nvPr/>
          </p:nvSpPr>
          <p:spPr>
            <a:xfrm>
              <a:off x="5294094" y="3786408"/>
              <a:ext cx="212343" cy="201294"/>
            </a:xfrm>
            <a:custGeom>
              <a:avLst/>
              <a:gdLst/>
              <a:ahLst/>
              <a:cxnLst/>
              <a:rect l="l" t="t" r="r" b="b"/>
              <a:pathLst>
                <a:path w="212343" h="201294" extrusionOk="0">
                  <a:moveTo>
                    <a:pt x="203604" y="103436"/>
                  </a:moveTo>
                  <a:cubicBezTo>
                    <a:pt x="189933" y="108466"/>
                    <a:pt x="177809" y="116892"/>
                    <a:pt x="164912" y="123297"/>
                  </a:cubicBezTo>
                  <a:cubicBezTo>
                    <a:pt x="152015" y="129703"/>
                    <a:pt x="136797" y="133916"/>
                    <a:pt x="122825" y="129789"/>
                  </a:cubicBezTo>
                  <a:cubicBezTo>
                    <a:pt x="111561" y="125748"/>
                    <a:pt x="101845" y="118310"/>
                    <a:pt x="94967" y="108551"/>
                  </a:cubicBezTo>
                  <a:cubicBezTo>
                    <a:pt x="81682" y="91656"/>
                    <a:pt x="72955" y="71708"/>
                    <a:pt x="64357" y="51976"/>
                  </a:cubicBezTo>
                  <a:lnTo>
                    <a:pt x="41658" y="0"/>
                  </a:lnTo>
                  <a:lnTo>
                    <a:pt x="0" y="12038"/>
                  </a:lnTo>
                  <a:cubicBezTo>
                    <a:pt x="15520" y="68613"/>
                    <a:pt x="46129" y="125963"/>
                    <a:pt x="78243" y="175015"/>
                  </a:cubicBezTo>
                  <a:cubicBezTo>
                    <a:pt x="84047" y="183828"/>
                    <a:pt x="90366" y="192899"/>
                    <a:pt x="99739" y="197671"/>
                  </a:cubicBezTo>
                  <a:cubicBezTo>
                    <a:pt x="110916" y="202615"/>
                    <a:pt x="123684" y="202486"/>
                    <a:pt x="134776" y="197370"/>
                  </a:cubicBezTo>
                  <a:cubicBezTo>
                    <a:pt x="145695" y="192211"/>
                    <a:pt x="155841" y="185505"/>
                    <a:pt x="164869" y="177466"/>
                  </a:cubicBezTo>
                  <a:lnTo>
                    <a:pt x="197929" y="150725"/>
                  </a:lnTo>
                  <a:cubicBezTo>
                    <a:pt x="203518" y="146942"/>
                    <a:pt x="208032" y="141783"/>
                    <a:pt x="211042" y="135722"/>
                  </a:cubicBezTo>
                  <a:cubicBezTo>
                    <a:pt x="214996" y="125060"/>
                    <a:pt x="209193" y="113452"/>
                    <a:pt x="203604" y="103436"/>
                  </a:cubicBez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3" name="Google Shape;1353;p76"/>
            <p:cNvSpPr/>
            <p:nvPr/>
          </p:nvSpPr>
          <p:spPr>
            <a:xfrm>
              <a:off x="5286958" y="3712851"/>
              <a:ext cx="333091" cy="248189"/>
            </a:xfrm>
            <a:custGeom>
              <a:avLst/>
              <a:gdLst/>
              <a:ahLst/>
              <a:cxnLst/>
              <a:rect l="l" t="t" r="r" b="b"/>
              <a:pathLst>
                <a:path w="333091" h="248189" extrusionOk="0">
                  <a:moveTo>
                    <a:pt x="0" y="36585"/>
                  </a:moveTo>
                  <a:cubicBezTo>
                    <a:pt x="0" y="36585"/>
                    <a:pt x="80006" y="234342"/>
                    <a:pt x="126478" y="247626"/>
                  </a:cubicBezTo>
                  <a:cubicBezTo>
                    <a:pt x="164181" y="258331"/>
                    <a:pt x="333092" y="112980"/>
                    <a:pt x="333092" y="112980"/>
                  </a:cubicBezTo>
                  <a:lnTo>
                    <a:pt x="291692" y="66120"/>
                  </a:lnTo>
                  <a:lnTo>
                    <a:pt x="150080" y="137570"/>
                  </a:lnTo>
                  <a:lnTo>
                    <a:pt x="93891" y="0"/>
                  </a:lnTo>
                  <a:lnTo>
                    <a:pt x="0" y="36585"/>
                  </a:lnTo>
                  <a:lnTo>
                    <a:pt x="0" y="36585"/>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4" name="Google Shape;1354;p76"/>
            <p:cNvSpPr/>
            <p:nvPr/>
          </p:nvSpPr>
          <p:spPr>
            <a:xfrm>
              <a:off x="5286958" y="3711819"/>
              <a:ext cx="334682" cy="250119"/>
            </a:xfrm>
            <a:custGeom>
              <a:avLst/>
              <a:gdLst/>
              <a:ahLst/>
              <a:cxnLst/>
              <a:rect l="l" t="t" r="r" b="b"/>
              <a:pathLst>
                <a:path w="334682" h="250119" extrusionOk="0">
                  <a:moveTo>
                    <a:pt x="0" y="37617"/>
                  </a:moveTo>
                  <a:lnTo>
                    <a:pt x="1505" y="36972"/>
                  </a:lnTo>
                  <a:lnTo>
                    <a:pt x="6190" y="35080"/>
                  </a:lnTo>
                  <a:lnTo>
                    <a:pt x="24504" y="27729"/>
                  </a:lnTo>
                  <a:lnTo>
                    <a:pt x="93633" y="258"/>
                  </a:lnTo>
                  <a:lnTo>
                    <a:pt x="94278" y="0"/>
                  </a:lnTo>
                  <a:lnTo>
                    <a:pt x="94536" y="645"/>
                  </a:lnTo>
                  <a:lnTo>
                    <a:pt x="150983" y="138215"/>
                  </a:lnTo>
                  <a:lnTo>
                    <a:pt x="149650" y="137699"/>
                  </a:lnTo>
                  <a:lnTo>
                    <a:pt x="291176" y="66120"/>
                  </a:lnTo>
                  <a:lnTo>
                    <a:pt x="291949" y="65733"/>
                  </a:lnTo>
                  <a:lnTo>
                    <a:pt x="292508" y="66378"/>
                  </a:lnTo>
                  <a:lnTo>
                    <a:pt x="333951" y="113237"/>
                  </a:lnTo>
                  <a:lnTo>
                    <a:pt x="334682" y="114054"/>
                  </a:lnTo>
                  <a:lnTo>
                    <a:pt x="333822" y="114828"/>
                  </a:lnTo>
                  <a:lnTo>
                    <a:pt x="322988" y="123985"/>
                  </a:lnTo>
                  <a:cubicBezTo>
                    <a:pt x="297194" y="145480"/>
                    <a:pt x="271701" y="165858"/>
                    <a:pt x="246422" y="184817"/>
                  </a:cubicBezTo>
                  <a:cubicBezTo>
                    <a:pt x="222305" y="203303"/>
                    <a:pt x="196983" y="220241"/>
                    <a:pt x="170673" y="235460"/>
                  </a:cubicBezTo>
                  <a:cubicBezTo>
                    <a:pt x="164396" y="238985"/>
                    <a:pt x="157905" y="242167"/>
                    <a:pt x="151284" y="244961"/>
                  </a:cubicBezTo>
                  <a:cubicBezTo>
                    <a:pt x="144835" y="247970"/>
                    <a:pt x="137828" y="249690"/>
                    <a:pt x="130734" y="250120"/>
                  </a:cubicBezTo>
                  <a:cubicBezTo>
                    <a:pt x="129832" y="250120"/>
                    <a:pt x="128929" y="249991"/>
                    <a:pt x="128069" y="249819"/>
                  </a:cubicBezTo>
                  <a:cubicBezTo>
                    <a:pt x="127166" y="249733"/>
                    <a:pt x="126306" y="249561"/>
                    <a:pt x="125446" y="249260"/>
                  </a:cubicBezTo>
                  <a:cubicBezTo>
                    <a:pt x="123770" y="248701"/>
                    <a:pt x="122136" y="247970"/>
                    <a:pt x="120589" y="247110"/>
                  </a:cubicBezTo>
                  <a:cubicBezTo>
                    <a:pt x="119127" y="246208"/>
                    <a:pt x="117579" y="245434"/>
                    <a:pt x="116289" y="244402"/>
                  </a:cubicBezTo>
                  <a:lnTo>
                    <a:pt x="112292" y="241264"/>
                  </a:lnTo>
                  <a:cubicBezTo>
                    <a:pt x="107348" y="236835"/>
                    <a:pt x="102790" y="232064"/>
                    <a:pt x="98620" y="226905"/>
                  </a:cubicBezTo>
                  <a:cubicBezTo>
                    <a:pt x="84003" y="207903"/>
                    <a:pt x="71020" y="187654"/>
                    <a:pt x="59929" y="166417"/>
                  </a:cubicBezTo>
                  <a:cubicBezTo>
                    <a:pt x="39035" y="127725"/>
                    <a:pt x="24591" y="95267"/>
                    <a:pt x="14702" y="72826"/>
                  </a:cubicBezTo>
                  <a:cubicBezTo>
                    <a:pt x="9801" y="61563"/>
                    <a:pt x="6104" y="52750"/>
                    <a:pt x="3697" y="46774"/>
                  </a:cubicBezTo>
                  <a:lnTo>
                    <a:pt x="989" y="39938"/>
                  </a:lnTo>
                  <a:lnTo>
                    <a:pt x="344" y="38219"/>
                  </a:lnTo>
                  <a:lnTo>
                    <a:pt x="344" y="37574"/>
                  </a:lnTo>
                  <a:lnTo>
                    <a:pt x="601" y="38176"/>
                  </a:lnTo>
                  <a:lnTo>
                    <a:pt x="1375" y="39852"/>
                  </a:lnTo>
                  <a:cubicBezTo>
                    <a:pt x="2063" y="41443"/>
                    <a:pt x="3052" y="43678"/>
                    <a:pt x="4299" y="46602"/>
                  </a:cubicBezTo>
                  <a:cubicBezTo>
                    <a:pt x="6921" y="52578"/>
                    <a:pt x="10790" y="61305"/>
                    <a:pt x="15691" y="72396"/>
                  </a:cubicBezTo>
                  <a:cubicBezTo>
                    <a:pt x="25794" y="94708"/>
                    <a:pt x="40454" y="127080"/>
                    <a:pt x="61476" y="165557"/>
                  </a:cubicBezTo>
                  <a:cubicBezTo>
                    <a:pt x="72611" y="186708"/>
                    <a:pt x="85551" y="206828"/>
                    <a:pt x="100168" y="225744"/>
                  </a:cubicBezTo>
                  <a:cubicBezTo>
                    <a:pt x="104295" y="230817"/>
                    <a:pt x="108809" y="235503"/>
                    <a:pt x="113667" y="239845"/>
                  </a:cubicBezTo>
                  <a:lnTo>
                    <a:pt x="117536" y="242854"/>
                  </a:lnTo>
                  <a:cubicBezTo>
                    <a:pt x="118869" y="243843"/>
                    <a:pt x="120331" y="244574"/>
                    <a:pt x="121835" y="245477"/>
                  </a:cubicBezTo>
                  <a:cubicBezTo>
                    <a:pt x="123211" y="246250"/>
                    <a:pt x="124673" y="246895"/>
                    <a:pt x="126134" y="247411"/>
                  </a:cubicBezTo>
                  <a:cubicBezTo>
                    <a:pt x="126865" y="247712"/>
                    <a:pt x="127682" y="247884"/>
                    <a:pt x="128499" y="247927"/>
                  </a:cubicBezTo>
                  <a:cubicBezTo>
                    <a:pt x="129273" y="248056"/>
                    <a:pt x="130089" y="248142"/>
                    <a:pt x="130906" y="248185"/>
                  </a:cubicBezTo>
                  <a:cubicBezTo>
                    <a:pt x="137742" y="247755"/>
                    <a:pt x="144449" y="246036"/>
                    <a:pt x="150639" y="243112"/>
                  </a:cubicBezTo>
                  <a:cubicBezTo>
                    <a:pt x="157217" y="240361"/>
                    <a:pt x="163622" y="237179"/>
                    <a:pt x="169813" y="233697"/>
                  </a:cubicBezTo>
                  <a:cubicBezTo>
                    <a:pt x="196037" y="218479"/>
                    <a:pt x="221187" y="201583"/>
                    <a:pt x="245218" y="183097"/>
                  </a:cubicBezTo>
                  <a:cubicBezTo>
                    <a:pt x="270454" y="164138"/>
                    <a:pt x="296034" y="143761"/>
                    <a:pt x="321699" y="122309"/>
                  </a:cubicBezTo>
                  <a:lnTo>
                    <a:pt x="332490" y="113151"/>
                  </a:lnTo>
                  <a:lnTo>
                    <a:pt x="332490" y="114742"/>
                  </a:lnTo>
                  <a:lnTo>
                    <a:pt x="291047" y="67882"/>
                  </a:lnTo>
                  <a:lnTo>
                    <a:pt x="292379" y="68097"/>
                  </a:lnTo>
                  <a:lnTo>
                    <a:pt x="150725" y="139462"/>
                  </a:lnTo>
                  <a:lnTo>
                    <a:pt x="149779" y="139978"/>
                  </a:lnTo>
                  <a:lnTo>
                    <a:pt x="149393" y="138989"/>
                  </a:lnTo>
                  <a:cubicBezTo>
                    <a:pt x="127553" y="85165"/>
                    <a:pt x="108508" y="38176"/>
                    <a:pt x="93505" y="1161"/>
                  </a:cubicBezTo>
                  <a:lnTo>
                    <a:pt x="94407" y="1505"/>
                  </a:lnTo>
                  <a:lnTo>
                    <a:pt x="25364" y="28116"/>
                  </a:lnTo>
                  <a:lnTo>
                    <a:pt x="6792" y="35209"/>
                  </a:lnTo>
                  <a:lnTo>
                    <a:pt x="1934" y="37058"/>
                  </a:lnTo>
                  <a:lnTo>
                    <a:pt x="0" y="37617"/>
                  </a:lnTo>
                  <a:lnTo>
                    <a:pt x="0" y="37617"/>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5" name="Google Shape;1355;p76"/>
            <p:cNvSpPr/>
            <p:nvPr/>
          </p:nvSpPr>
          <p:spPr>
            <a:xfrm>
              <a:off x="5425671" y="3850636"/>
              <a:ext cx="13046" cy="48622"/>
            </a:xfrm>
            <a:custGeom>
              <a:avLst/>
              <a:gdLst/>
              <a:ahLst/>
              <a:cxnLst/>
              <a:rect l="l" t="t" r="r" b="b"/>
              <a:pathLst>
                <a:path w="13046" h="48622" extrusionOk="0">
                  <a:moveTo>
                    <a:pt x="490" y="48622"/>
                  </a:moveTo>
                  <a:cubicBezTo>
                    <a:pt x="-585" y="40110"/>
                    <a:pt x="103" y="31469"/>
                    <a:pt x="2597" y="23258"/>
                  </a:cubicBezTo>
                  <a:cubicBezTo>
                    <a:pt x="4403" y="14875"/>
                    <a:pt x="7971" y="6964"/>
                    <a:pt x="13001" y="0"/>
                  </a:cubicBezTo>
                  <a:cubicBezTo>
                    <a:pt x="13603" y="344"/>
                    <a:pt x="8186" y="10361"/>
                    <a:pt x="4789" y="23817"/>
                  </a:cubicBezTo>
                  <a:cubicBezTo>
                    <a:pt x="1393" y="37273"/>
                    <a:pt x="1007" y="48622"/>
                    <a:pt x="490" y="48622"/>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6" name="Google Shape;1356;p76"/>
            <p:cNvSpPr/>
            <p:nvPr/>
          </p:nvSpPr>
          <p:spPr>
            <a:xfrm>
              <a:off x="5245346" y="3625981"/>
              <a:ext cx="174366" cy="195421"/>
            </a:xfrm>
            <a:custGeom>
              <a:avLst/>
              <a:gdLst/>
              <a:ahLst/>
              <a:cxnLst/>
              <a:rect l="l" t="t" r="r" b="b"/>
              <a:pathLst>
                <a:path w="174366" h="195421" extrusionOk="0">
                  <a:moveTo>
                    <a:pt x="47544" y="4801"/>
                  </a:moveTo>
                  <a:cubicBezTo>
                    <a:pt x="47544" y="4801"/>
                    <a:pt x="-4045" y="28618"/>
                    <a:pt x="255" y="88418"/>
                  </a:cubicBezTo>
                  <a:cubicBezTo>
                    <a:pt x="2834" y="124831"/>
                    <a:pt x="9927" y="160771"/>
                    <a:pt x="21406" y="195421"/>
                  </a:cubicBezTo>
                  <a:lnTo>
                    <a:pt x="174367" y="163737"/>
                  </a:lnTo>
                  <a:cubicBezTo>
                    <a:pt x="174367" y="163737"/>
                    <a:pt x="152485" y="89621"/>
                    <a:pt x="141221" y="58582"/>
                  </a:cubicBezTo>
                  <a:cubicBezTo>
                    <a:pt x="130516" y="28876"/>
                    <a:pt x="88687" y="-14545"/>
                    <a:pt x="47544" y="4801"/>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7" name="Google Shape;1357;p76"/>
            <p:cNvSpPr/>
            <p:nvPr/>
          </p:nvSpPr>
          <p:spPr>
            <a:xfrm>
              <a:off x="5244864" y="3625676"/>
              <a:ext cx="176181" cy="196844"/>
            </a:xfrm>
            <a:custGeom>
              <a:avLst/>
              <a:gdLst/>
              <a:ahLst/>
              <a:cxnLst/>
              <a:rect l="l" t="t" r="r" b="b"/>
              <a:pathLst>
                <a:path w="176181" h="196844" extrusionOk="0">
                  <a:moveTo>
                    <a:pt x="48026" y="5106"/>
                  </a:moveTo>
                  <a:lnTo>
                    <a:pt x="49059" y="4633"/>
                  </a:lnTo>
                  <a:lnTo>
                    <a:pt x="52154" y="3343"/>
                  </a:lnTo>
                  <a:cubicBezTo>
                    <a:pt x="56152" y="1709"/>
                    <a:pt x="60408" y="678"/>
                    <a:pt x="64707" y="205"/>
                  </a:cubicBezTo>
                  <a:cubicBezTo>
                    <a:pt x="71629" y="-397"/>
                    <a:pt x="78636" y="334"/>
                    <a:pt x="85300" y="2311"/>
                  </a:cubicBezTo>
                  <a:cubicBezTo>
                    <a:pt x="94113" y="5149"/>
                    <a:pt x="102324" y="9534"/>
                    <a:pt x="109632" y="15209"/>
                  </a:cubicBezTo>
                  <a:cubicBezTo>
                    <a:pt x="118574" y="22216"/>
                    <a:pt x="126399" y="30556"/>
                    <a:pt x="132804" y="39928"/>
                  </a:cubicBezTo>
                  <a:cubicBezTo>
                    <a:pt x="136415" y="45216"/>
                    <a:pt x="139425" y="50848"/>
                    <a:pt x="141832" y="56781"/>
                  </a:cubicBezTo>
                  <a:cubicBezTo>
                    <a:pt x="144240" y="62928"/>
                    <a:pt x="146131" y="69334"/>
                    <a:pt x="148582" y="75911"/>
                  </a:cubicBezTo>
                  <a:cubicBezTo>
                    <a:pt x="157180" y="102308"/>
                    <a:pt x="166380" y="131799"/>
                    <a:pt x="175838" y="163526"/>
                  </a:cubicBezTo>
                  <a:lnTo>
                    <a:pt x="176182" y="164687"/>
                  </a:lnTo>
                  <a:lnTo>
                    <a:pt x="175021" y="164902"/>
                  </a:lnTo>
                  <a:lnTo>
                    <a:pt x="108213" y="179046"/>
                  </a:lnTo>
                  <a:lnTo>
                    <a:pt x="22232" y="196844"/>
                  </a:lnTo>
                  <a:lnTo>
                    <a:pt x="21286" y="196844"/>
                  </a:lnTo>
                  <a:lnTo>
                    <a:pt x="20986" y="195984"/>
                  </a:lnTo>
                  <a:cubicBezTo>
                    <a:pt x="12172" y="169072"/>
                    <a:pt x="5982" y="141343"/>
                    <a:pt x="2456" y="113227"/>
                  </a:cubicBezTo>
                  <a:cubicBezTo>
                    <a:pt x="737" y="101276"/>
                    <a:pt x="-80" y="89238"/>
                    <a:pt x="6" y="77201"/>
                  </a:cubicBezTo>
                  <a:cubicBezTo>
                    <a:pt x="565" y="66797"/>
                    <a:pt x="3058" y="56609"/>
                    <a:pt x="7271" y="47108"/>
                  </a:cubicBezTo>
                  <a:cubicBezTo>
                    <a:pt x="10711" y="39369"/>
                    <a:pt x="15311" y="32233"/>
                    <a:pt x="20986" y="25956"/>
                  </a:cubicBezTo>
                  <a:cubicBezTo>
                    <a:pt x="25113" y="21184"/>
                    <a:pt x="29713" y="16885"/>
                    <a:pt x="34742" y="13059"/>
                  </a:cubicBezTo>
                  <a:cubicBezTo>
                    <a:pt x="37881" y="10652"/>
                    <a:pt x="41148" y="8502"/>
                    <a:pt x="44587" y="6610"/>
                  </a:cubicBezTo>
                  <a:cubicBezTo>
                    <a:pt x="45748" y="5966"/>
                    <a:pt x="46651" y="5536"/>
                    <a:pt x="47253" y="5235"/>
                  </a:cubicBezTo>
                  <a:cubicBezTo>
                    <a:pt x="47554" y="5063"/>
                    <a:pt x="47855" y="4934"/>
                    <a:pt x="48199" y="4848"/>
                  </a:cubicBezTo>
                  <a:cubicBezTo>
                    <a:pt x="48199" y="4848"/>
                    <a:pt x="47941" y="5063"/>
                    <a:pt x="47339" y="5407"/>
                  </a:cubicBezTo>
                  <a:lnTo>
                    <a:pt x="44760" y="6954"/>
                  </a:lnTo>
                  <a:cubicBezTo>
                    <a:pt x="36118" y="12199"/>
                    <a:pt x="28337" y="18820"/>
                    <a:pt x="21759" y="26515"/>
                  </a:cubicBezTo>
                  <a:cubicBezTo>
                    <a:pt x="16257" y="32792"/>
                    <a:pt x="11786" y="39885"/>
                    <a:pt x="8475" y="47538"/>
                  </a:cubicBezTo>
                  <a:cubicBezTo>
                    <a:pt x="4434" y="56910"/>
                    <a:pt x="2113" y="66969"/>
                    <a:pt x="1597" y="77158"/>
                  </a:cubicBezTo>
                  <a:cubicBezTo>
                    <a:pt x="1597" y="89110"/>
                    <a:pt x="2499" y="101018"/>
                    <a:pt x="4262" y="112841"/>
                  </a:cubicBezTo>
                  <a:cubicBezTo>
                    <a:pt x="7916" y="140784"/>
                    <a:pt x="14193" y="168341"/>
                    <a:pt x="23006" y="195124"/>
                  </a:cubicBezTo>
                  <a:lnTo>
                    <a:pt x="21802" y="194437"/>
                  </a:lnTo>
                  <a:lnTo>
                    <a:pt x="107784" y="176595"/>
                  </a:lnTo>
                  <a:lnTo>
                    <a:pt x="174892" y="162710"/>
                  </a:lnTo>
                  <a:lnTo>
                    <a:pt x="174075" y="164085"/>
                  </a:lnTo>
                  <a:cubicBezTo>
                    <a:pt x="164703" y="132401"/>
                    <a:pt x="155761" y="102824"/>
                    <a:pt x="147120" y="76427"/>
                  </a:cubicBezTo>
                  <a:cubicBezTo>
                    <a:pt x="144928" y="69850"/>
                    <a:pt x="142821" y="63530"/>
                    <a:pt x="140542" y="57339"/>
                  </a:cubicBezTo>
                  <a:cubicBezTo>
                    <a:pt x="138221" y="51536"/>
                    <a:pt x="135255" y="45990"/>
                    <a:pt x="131730" y="40788"/>
                  </a:cubicBezTo>
                  <a:cubicBezTo>
                    <a:pt x="125496" y="31502"/>
                    <a:pt x="117886" y="23205"/>
                    <a:pt x="109117" y="16240"/>
                  </a:cubicBezTo>
                  <a:cubicBezTo>
                    <a:pt x="102023" y="10523"/>
                    <a:pt x="93941" y="6095"/>
                    <a:pt x="85300" y="3128"/>
                  </a:cubicBezTo>
                  <a:cubicBezTo>
                    <a:pt x="78808" y="1065"/>
                    <a:pt x="71929" y="248"/>
                    <a:pt x="65137" y="721"/>
                  </a:cubicBezTo>
                  <a:cubicBezTo>
                    <a:pt x="60881" y="1065"/>
                    <a:pt x="56668" y="1967"/>
                    <a:pt x="52627" y="3472"/>
                  </a:cubicBezTo>
                  <a:lnTo>
                    <a:pt x="49488" y="4547"/>
                  </a:lnTo>
                  <a:cubicBezTo>
                    <a:pt x="49059" y="4848"/>
                    <a:pt x="48543" y="5063"/>
                    <a:pt x="48026" y="5106"/>
                  </a:cubicBezTo>
                  <a:lnTo>
                    <a:pt x="48026" y="510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8" name="Google Shape;1358;p76"/>
            <p:cNvSpPr/>
            <p:nvPr/>
          </p:nvSpPr>
          <p:spPr>
            <a:xfrm>
              <a:off x="5306089" y="3597894"/>
              <a:ext cx="25364" cy="28030"/>
            </a:xfrm>
            <a:custGeom>
              <a:avLst/>
              <a:gdLst/>
              <a:ahLst/>
              <a:cxnLst/>
              <a:rect l="l" t="t" r="r" b="b"/>
              <a:pathLst>
                <a:path w="25364" h="28030" extrusionOk="0">
                  <a:moveTo>
                    <a:pt x="0" y="28030"/>
                  </a:moveTo>
                  <a:cubicBezTo>
                    <a:pt x="3568" y="22828"/>
                    <a:pt x="7523" y="17927"/>
                    <a:pt x="11822" y="13284"/>
                  </a:cubicBezTo>
                  <a:cubicBezTo>
                    <a:pt x="15606" y="8168"/>
                    <a:pt x="20162" y="3697"/>
                    <a:pt x="25365" y="0"/>
                  </a:cubicBezTo>
                  <a:cubicBezTo>
                    <a:pt x="21796" y="5202"/>
                    <a:pt x="17841" y="10146"/>
                    <a:pt x="13542" y="14746"/>
                  </a:cubicBezTo>
                  <a:cubicBezTo>
                    <a:pt x="9802" y="19862"/>
                    <a:pt x="5202" y="24376"/>
                    <a:pt x="0" y="2803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9" name="Google Shape;1359;p76"/>
            <p:cNvSpPr/>
            <p:nvPr/>
          </p:nvSpPr>
          <p:spPr>
            <a:xfrm>
              <a:off x="5259272" y="3761946"/>
              <a:ext cx="151971" cy="34306"/>
            </a:xfrm>
            <a:custGeom>
              <a:avLst/>
              <a:gdLst/>
              <a:ahLst/>
              <a:cxnLst/>
              <a:rect l="l" t="t" r="r" b="b"/>
              <a:pathLst>
                <a:path w="151971" h="34306" extrusionOk="0">
                  <a:moveTo>
                    <a:pt x="151972" y="0"/>
                  </a:moveTo>
                  <a:cubicBezTo>
                    <a:pt x="150038" y="731"/>
                    <a:pt x="148060" y="1247"/>
                    <a:pt x="146039" y="1591"/>
                  </a:cubicBezTo>
                  <a:lnTo>
                    <a:pt x="129789" y="5331"/>
                  </a:lnTo>
                  <a:cubicBezTo>
                    <a:pt x="116032" y="8469"/>
                    <a:pt x="97159" y="13112"/>
                    <a:pt x="76265" y="18228"/>
                  </a:cubicBezTo>
                  <a:cubicBezTo>
                    <a:pt x="55372" y="23344"/>
                    <a:pt x="36370" y="27772"/>
                    <a:pt x="22527" y="30524"/>
                  </a:cubicBezTo>
                  <a:cubicBezTo>
                    <a:pt x="15606" y="31899"/>
                    <a:pt x="9974" y="32931"/>
                    <a:pt x="6062" y="33533"/>
                  </a:cubicBezTo>
                  <a:cubicBezTo>
                    <a:pt x="4084" y="34006"/>
                    <a:pt x="2020" y="34264"/>
                    <a:pt x="0" y="34307"/>
                  </a:cubicBezTo>
                  <a:cubicBezTo>
                    <a:pt x="1934" y="33619"/>
                    <a:pt x="3869" y="33060"/>
                    <a:pt x="5890" y="32716"/>
                  </a:cubicBezTo>
                  <a:lnTo>
                    <a:pt x="22183" y="28976"/>
                  </a:lnTo>
                  <a:cubicBezTo>
                    <a:pt x="35897" y="25837"/>
                    <a:pt x="54813" y="21194"/>
                    <a:pt x="75707" y="16079"/>
                  </a:cubicBezTo>
                  <a:cubicBezTo>
                    <a:pt x="96600" y="10963"/>
                    <a:pt x="115602" y="6535"/>
                    <a:pt x="129445" y="3783"/>
                  </a:cubicBezTo>
                  <a:cubicBezTo>
                    <a:pt x="136366" y="2407"/>
                    <a:pt x="141998" y="1376"/>
                    <a:pt x="145868" y="774"/>
                  </a:cubicBezTo>
                  <a:cubicBezTo>
                    <a:pt x="147888" y="301"/>
                    <a:pt x="149908" y="43"/>
                    <a:pt x="151972"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0" name="Google Shape;1360;p76"/>
            <p:cNvSpPr/>
            <p:nvPr/>
          </p:nvSpPr>
          <p:spPr>
            <a:xfrm>
              <a:off x="5291150" y="4015290"/>
              <a:ext cx="141632" cy="62508"/>
            </a:xfrm>
            <a:custGeom>
              <a:avLst/>
              <a:gdLst/>
              <a:ahLst/>
              <a:cxnLst/>
              <a:rect l="l" t="t" r="r" b="b"/>
              <a:pathLst>
                <a:path w="141632" h="62508" extrusionOk="0">
                  <a:moveTo>
                    <a:pt x="141633" y="59972"/>
                  </a:moveTo>
                  <a:cubicBezTo>
                    <a:pt x="141289" y="58554"/>
                    <a:pt x="141074" y="57135"/>
                    <a:pt x="140988" y="55673"/>
                  </a:cubicBezTo>
                  <a:cubicBezTo>
                    <a:pt x="140687" y="52707"/>
                    <a:pt x="140257" y="48795"/>
                    <a:pt x="139741" y="43937"/>
                  </a:cubicBezTo>
                  <a:cubicBezTo>
                    <a:pt x="138795" y="33490"/>
                    <a:pt x="137420" y="19045"/>
                    <a:pt x="135829" y="1763"/>
                  </a:cubicBezTo>
                  <a:lnTo>
                    <a:pt x="137290" y="2450"/>
                  </a:lnTo>
                  <a:cubicBezTo>
                    <a:pt x="118074" y="14660"/>
                    <a:pt x="96019" y="21710"/>
                    <a:pt x="73277" y="22871"/>
                  </a:cubicBezTo>
                  <a:cubicBezTo>
                    <a:pt x="47139" y="24505"/>
                    <a:pt x="22204" y="19088"/>
                    <a:pt x="4965" y="8168"/>
                  </a:cubicBezTo>
                  <a:lnTo>
                    <a:pt x="6384" y="7438"/>
                  </a:lnTo>
                  <a:cubicBezTo>
                    <a:pt x="4578" y="23860"/>
                    <a:pt x="3117" y="37531"/>
                    <a:pt x="2085" y="47462"/>
                  </a:cubicBezTo>
                  <a:cubicBezTo>
                    <a:pt x="1526" y="52062"/>
                    <a:pt x="1053" y="55759"/>
                    <a:pt x="709" y="58596"/>
                  </a:cubicBezTo>
                  <a:cubicBezTo>
                    <a:pt x="580" y="59929"/>
                    <a:pt x="365" y="61219"/>
                    <a:pt x="65" y="62509"/>
                  </a:cubicBezTo>
                  <a:cubicBezTo>
                    <a:pt x="-22" y="61176"/>
                    <a:pt x="-22" y="59886"/>
                    <a:pt x="65" y="58554"/>
                  </a:cubicBezTo>
                  <a:cubicBezTo>
                    <a:pt x="279" y="55716"/>
                    <a:pt x="580" y="51976"/>
                    <a:pt x="924" y="47376"/>
                  </a:cubicBezTo>
                  <a:cubicBezTo>
                    <a:pt x="1827" y="37445"/>
                    <a:pt x="3031" y="23731"/>
                    <a:pt x="4492" y="7265"/>
                  </a:cubicBezTo>
                  <a:lnTo>
                    <a:pt x="4492" y="5804"/>
                  </a:lnTo>
                  <a:lnTo>
                    <a:pt x="5782" y="6578"/>
                  </a:lnTo>
                  <a:cubicBezTo>
                    <a:pt x="22720" y="17024"/>
                    <a:pt x="47182" y="22269"/>
                    <a:pt x="72977" y="20636"/>
                  </a:cubicBezTo>
                  <a:cubicBezTo>
                    <a:pt x="95332" y="19475"/>
                    <a:pt x="117042" y="12682"/>
                    <a:pt x="136087" y="903"/>
                  </a:cubicBezTo>
                  <a:lnTo>
                    <a:pt x="137420" y="0"/>
                  </a:lnTo>
                  <a:lnTo>
                    <a:pt x="137420" y="1591"/>
                  </a:lnTo>
                  <a:cubicBezTo>
                    <a:pt x="138709" y="18787"/>
                    <a:pt x="139784" y="33361"/>
                    <a:pt x="140558" y="43851"/>
                  </a:cubicBezTo>
                  <a:cubicBezTo>
                    <a:pt x="140859" y="48709"/>
                    <a:pt x="141074" y="52664"/>
                    <a:pt x="141246" y="55630"/>
                  </a:cubicBezTo>
                  <a:cubicBezTo>
                    <a:pt x="141503" y="57049"/>
                    <a:pt x="141633" y="58511"/>
                    <a:pt x="141633" y="59972"/>
                  </a:cubicBezTo>
                  <a:lnTo>
                    <a:pt x="141633" y="5997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1" name="Google Shape;1361;p76"/>
            <p:cNvSpPr/>
            <p:nvPr/>
          </p:nvSpPr>
          <p:spPr>
            <a:xfrm>
              <a:off x="5294137" y="4044739"/>
              <a:ext cx="136323" cy="22528"/>
            </a:xfrm>
            <a:custGeom>
              <a:avLst/>
              <a:gdLst/>
              <a:ahLst/>
              <a:cxnLst/>
              <a:rect l="l" t="t" r="r" b="b"/>
              <a:pathLst>
                <a:path w="136323" h="22528" extrusionOk="0">
                  <a:moveTo>
                    <a:pt x="136323" y="0"/>
                  </a:moveTo>
                  <a:cubicBezTo>
                    <a:pt x="134991" y="1376"/>
                    <a:pt x="133572" y="2665"/>
                    <a:pt x="132024" y="3783"/>
                  </a:cubicBezTo>
                  <a:lnTo>
                    <a:pt x="129660" y="5718"/>
                  </a:lnTo>
                  <a:lnTo>
                    <a:pt x="126608" y="7652"/>
                  </a:lnTo>
                  <a:cubicBezTo>
                    <a:pt x="124157" y="9286"/>
                    <a:pt x="121535" y="10748"/>
                    <a:pt x="118826" y="11951"/>
                  </a:cubicBezTo>
                  <a:lnTo>
                    <a:pt x="114140" y="14144"/>
                  </a:lnTo>
                  <a:lnTo>
                    <a:pt x="108896" y="15992"/>
                  </a:lnTo>
                  <a:cubicBezTo>
                    <a:pt x="105026" y="17368"/>
                    <a:pt x="101028" y="18486"/>
                    <a:pt x="97030" y="19346"/>
                  </a:cubicBezTo>
                  <a:cubicBezTo>
                    <a:pt x="87830" y="21323"/>
                    <a:pt x="78458" y="22355"/>
                    <a:pt x="69043" y="22484"/>
                  </a:cubicBezTo>
                  <a:cubicBezTo>
                    <a:pt x="51933" y="22914"/>
                    <a:pt x="34865" y="20249"/>
                    <a:pt x="18658" y="14660"/>
                  </a:cubicBezTo>
                  <a:cubicBezTo>
                    <a:pt x="13757" y="12940"/>
                    <a:pt x="9071" y="10705"/>
                    <a:pt x="4643" y="8039"/>
                  </a:cubicBezTo>
                  <a:cubicBezTo>
                    <a:pt x="2967" y="7093"/>
                    <a:pt x="1419" y="5976"/>
                    <a:pt x="0" y="4729"/>
                  </a:cubicBezTo>
                  <a:cubicBezTo>
                    <a:pt x="6191" y="8039"/>
                    <a:pt x="12596" y="10920"/>
                    <a:pt x="19174" y="13327"/>
                  </a:cubicBezTo>
                  <a:cubicBezTo>
                    <a:pt x="35295" y="18400"/>
                    <a:pt x="52105" y="20807"/>
                    <a:pt x="69000" y="20421"/>
                  </a:cubicBezTo>
                  <a:cubicBezTo>
                    <a:pt x="78286" y="20335"/>
                    <a:pt x="87529" y="19346"/>
                    <a:pt x="96600" y="17497"/>
                  </a:cubicBezTo>
                  <a:cubicBezTo>
                    <a:pt x="100555" y="16680"/>
                    <a:pt x="104468" y="15649"/>
                    <a:pt x="108294" y="14402"/>
                  </a:cubicBezTo>
                  <a:lnTo>
                    <a:pt x="113539" y="12682"/>
                  </a:lnTo>
                  <a:lnTo>
                    <a:pt x="118181" y="10705"/>
                  </a:lnTo>
                  <a:cubicBezTo>
                    <a:pt x="124501" y="7609"/>
                    <a:pt x="130563" y="3998"/>
                    <a:pt x="136323" y="0"/>
                  </a:cubicBezTo>
                  <a:lnTo>
                    <a:pt x="136323"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2" name="Google Shape;1362;p76"/>
            <p:cNvSpPr/>
            <p:nvPr/>
          </p:nvSpPr>
          <p:spPr>
            <a:xfrm>
              <a:off x="5479299" y="3672439"/>
              <a:ext cx="30694" cy="89506"/>
            </a:xfrm>
            <a:custGeom>
              <a:avLst/>
              <a:gdLst/>
              <a:ahLst/>
              <a:cxnLst/>
              <a:rect l="l" t="t" r="r" b="b"/>
              <a:pathLst>
                <a:path w="30694" h="89506" extrusionOk="0">
                  <a:moveTo>
                    <a:pt x="30695" y="89507"/>
                  </a:moveTo>
                  <a:cubicBezTo>
                    <a:pt x="28761" y="85337"/>
                    <a:pt x="27170" y="81038"/>
                    <a:pt x="25880" y="76609"/>
                  </a:cubicBezTo>
                  <a:cubicBezTo>
                    <a:pt x="22957" y="68011"/>
                    <a:pt x="19260" y="56963"/>
                    <a:pt x="15218" y="44882"/>
                  </a:cubicBezTo>
                  <a:cubicBezTo>
                    <a:pt x="11177" y="32802"/>
                    <a:pt x="7308" y="21968"/>
                    <a:pt x="4299" y="13241"/>
                  </a:cubicBezTo>
                  <a:cubicBezTo>
                    <a:pt x="2536" y="8942"/>
                    <a:pt x="1118" y="4514"/>
                    <a:pt x="0" y="0"/>
                  </a:cubicBezTo>
                  <a:cubicBezTo>
                    <a:pt x="2278" y="4041"/>
                    <a:pt x="4213" y="8297"/>
                    <a:pt x="5718" y="12682"/>
                  </a:cubicBezTo>
                  <a:cubicBezTo>
                    <a:pt x="8899" y="20679"/>
                    <a:pt x="13026" y="31770"/>
                    <a:pt x="17239" y="44195"/>
                  </a:cubicBezTo>
                  <a:cubicBezTo>
                    <a:pt x="21452" y="56619"/>
                    <a:pt x="24977" y="67882"/>
                    <a:pt x="27299" y="76180"/>
                  </a:cubicBezTo>
                  <a:cubicBezTo>
                    <a:pt x="28804" y="80522"/>
                    <a:pt x="29964" y="84993"/>
                    <a:pt x="30695" y="8950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3" name="Google Shape;1363;p76"/>
            <p:cNvSpPr/>
            <p:nvPr/>
          </p:nvSpPr>
          <p:spPr>
            <a:xfrm>
              <a:off x="5477536" y="3737226"/>
              <a:ext cx="30910" cy="26869"/>
            </a:xfrm>
            <a:custGeom>
              <a:avLst/>
              <a:gdLst/>
              <a:ahLst/>
              <a:cxnLst/>
              <a:rect l="l" t="t" r="r" b="b"/>
              <a:pathLst>
                <a:path w="30910" h="26869" extrusionOk="0">
                  <a:moveTo>
                    <a:pt x="30910" y="19174"/>
                  </a:moveTo>
                  <a:lnTo>
                    <a:pt x="2838" y="26869"/>
                  </a:lnTo>
                  <a:lnTo>
                    <a:pt x="0" y="7739"/>
                  </a:lnTo>
                  <a:lnTo>
                    <a:pt x="28073" y="0"/>
                  </a:lnTo>
                  <a:lnTo>
                    <a:pt x="30910" y="19174"/>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4" name="Google Shape;1364;p76"/>
            <p:cNvSpPr/>
            <p:nvPr/>
          </p:nvSpPr>
          <p:spPr>
            <a:xfrm>
              <a:off x="5301811" y="3813922"/>
              <a:ext cx="2181" cy="208848"/>
            </a:xfrm>
            <a:custGeom>
              <a:avLst/>
              <a:gdLst/>
              <a:ahLst/>
              <a:cxnLst/>
              <a:rect l="l" t="t" r="r" b="b"/>
              <a:pathLst>
                <a:path w="2181" h="208848" extrusionOk="0">
                  <a:moveTo>
                    <a:pt x="1225" y="208849"/>
                  </a:moveTo>
                  <a:cubicBezTo>
                    <a:pt x="1010" y="208161"/>
                    <a:pt x="924" y="207430"/>
                    <a:pt x="967" y="206699"/>
                  </a:cubicBezTo>
                  <a:cubicBezTo>
                    <a:pt x="967" y="205066"/>
                    <a:pt x="881" y="203045"/>
                    <a:pt x="710" y="200637"/>
                  </a:cubicBezTo>
                  <a:cubicBezTo>
                    <a:pt x="494" y="195350"/>
                    <a:pt x="322" y="187740"/>
                    <a:pt x="194" y="178239"/>
                  </a:cubicBezTo>
                  <a:cubicBezTo>
                    <a:pt x="-65" y="159323"/>
                    <a:pt x="-65" y="133228"/>
                    <a:pt x="194" y="104424"/>
                  </a:cubicBezTo>
                  <a:cubicBezTo>
                    <a:pt x="451" y="75620"/>
                    <a:pt x="580" y="49783"/>
                    <a:pt x="752" y="30566"/>
                  </a:cubicBezTo>
                  <a:lnTo>
                    <a:pt x="752" y="2107"/>
                  </a:lnTo>
                  <a:cubicBezTo>
                    <a:pt x="752" y="1419"/>
                    <a:pt x="795" y="688"/>
                    <a:pt x="967" y="0"/>
                  </a:cubicBezTo>
                  <a:cubicBezTo>
                    <a:pt x="1182" y="688"/>
                    <a:pt x="1268" y="1376"/>
                    <a:pt x="1225" y="2107"/>
                  </a:cubicBezTo>
                  <a:cubicBezTo>
                    <a:pt x="1225" y="3740"/>
                    <a:pt x="1311" y="5761"/>
                    <a:pt x="1483" y="8168"/>
                  </a:cubicBezTo>
                  <a:cubicBezTo>
                    <a:pt x="1483" y="13456"/>
                    <a:pt x="1827" y="21066"/>
                    <a:pt x="1956" y="30566"/>
                  </a:cubicBezTo>
                  <a:cubicBezTo>
                    <a:pt x="2257" y="49482"/>
                    <a:pt x="2257" y="75578"/>
                    <a:pt x="1956" y="104424"/>
                  </a:cubicBezTo>
                  <a:cubicBezTo>
                    <a:pt x="1655" y="133271"/>
                    <a:pt x="1526" y="159022"/>
                    <a:pt x="1397" y="178239"/>
                  </a:cubicBezTo>
                  <a:cubicBezTo>
                    <a:pt x="1397" y="187439"/>
                    <a:pt x="1397" y="195006"/>
                    <a:pt x="1182" y="200637"/>
                  </a:cubicBezTo>
                  <a:lnTo>
                    <a:pt x="1182" y="206699"/>
                  </a:lnTo>
                  <a:cubicBezTo>
                    <a:pt x="1268" y="207430"/>
                    <a:pt x="1311" y="208118"/>
                    <a:pt x="1225" y="20884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5" name="Google Shape;1365;p76"/>
            <p:cNvSpPr/>
            <p:nvPr/>
          </p:nvSpPr>
          <p:spPr>
            <a:xfrm>
              <a:off x="5303381" y="4051789"/>
              <a:ext cx="115774" cy="23519"/>
            </a:xfrm>
            <a:custGeom>
              <a:avLst/>
              <a:gdLst/>
              <a:ahLst/>
              <a:cxnLst/>
              <a:rect l="l" t="t" r="r" b="b"/>
              <a:pathLst>
                <a:path w="115774" h="23519" extrusionOk="0">
                  <a:moveTo>
                    <a:pt x="0" y="3224"/>
                  </a:moveTo>
                  <a:cubicBezTo>
                    <a:pt x="7523" y="10533"/>
                    <a:pt x="16680" y="15864"/>
                    <a:pt x="26697" y="18873"/>
                  </a:cubicBezTo>
                  <a:cubicBezTo>
                    <a:pt x="37961" y="22269"/>
                    <a:pt x="49740" y="23817"/>
                    <a:pt x="61519" y="23473"/>
                  </a:cubicBezTo>
                  <a:cubicBezTo>
                    <a:pt x="71880" y="23688"/>
                    <a:pt x="82155" y="22097"/>
                    <a:pt x="91957" y="18787"/>
                  </a:cubicBezTo>
                  <a:cubicBezTo>
                    <a:pt x="101802" y="15434"/>
                    <a:pt x="110228" y="8813"/>
                    <a:pt x="115774" y="0"/>
                  </a:cubicBezTo>
                  <a:cubicBezTo>
                    <a:pt x="107649" y="5890"/>
                    <a:pt x="98061" y="9544"/>
                    <a:pt x="88045" y="10490"/>
                  </a:cubicBezTo>
                  <a:cubicBezTo>
                    <a:pt x="58553" y="15047"/>
                    <a:pt x="28374" y="12553"/>
                    <a:pt x="0" y="3224"/>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6" name="Google Shape;1366;p76"/>
            <p:cNvSpPr/>
            <p:nvPr/>
          </p:nvSpPr>
          <p:spPr>
            <a:xfrm>
              <a:off x="5489702" y="3644663"/>
              <a:ext cx="437675" cy="433350"/>
            </a:xfrm>
            <a:custGeom>
              <a:avLst/>
              <a:gdLst/>
              <a:ahLst/>
              <a:cxnLst/>
              <a:rect l="l" t="t" r="r" b="b"/>
              <a:pathLst>
                <a:path w="437675" h="433350" extrusionOk="0">
                  <a:moveTo>
                    <a:pt x="400759" y="4"/>
                  </a:moveTo>
                  <a:cubicBezTo>
                    <a:pt x="400114" y="-340"/>
                    <a:pt x="374965" y="20726"/>
                    <a:pt x="364905" y="28937"/>
                  </a:cubicBezTo>
                  <a:cubicBezTo>
                    <a:pt x="358843" y="33838"/>
                    <a:pt x="349987" y="53355"/>
                    <a:pt x="348999" y="55591"/>
                  </a:cubicBezTo>
                  <a:lnTo>
                    <a:pt x="246853" y="277294"/>
                  </a:lnTo>
                  <a:lnTo>
                    <a:pt x="49096" y="387737"/>
                  </a:lnTo>
                  <a:lnTo>
                    <a:pt x="49525" y="387995"/>
                  </a:lnTo>
                  <a:cubicBezTo>
                    <a:pt x="16982" y="401322"/>
                    <a:pt x="0" y="433350"/>
                    <a:pt x="0" y="433350"/>
                  </a:cubicBezTo>
                  <a:lnTo>
                    <a:pt x="134346" y="432318"/>
                  </a:lnTo>
                  <a:lnTo>
                    <a:pt x="227808" y="395131"/>
                  </a:lnTo>
                  <a:cubicBezTo>
                    <a:pt x="227808" y="395131"/>
                    <a:pt x="333909" y="350937"/>
                    <a:pt x="350546" y="321660"/>
                  </a:cubicBezTo>
                  <a:cubicBezTo>
                    <a:pt x="364045" y="297886"/>
                    <a:pt x="413398" y="189507"/>
                    <a:pt x="431369" y="120077"/>
                  </a:cubicBezTo>
                  <a:cubicBezTo>
                    <a:pt x="447103" y="59503"/>
                    <a:pt x="432099" y="15008"/>
                    <a:pt x="400759" y="4"/>
                  </a:cubicBezTo>
                  <a:lnTo>
                    <a:pt x="400759" y="4"/>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7" name="Google Shape;1367;p76"/>
            <p:cNvSpPr/>
            <p:nvPr/>
          </p:nvSpPr>
          <p:spPr>
            <a:xfrm>
              <a:off x="5727096" y="3815426"/>
              <a:ext cx="68310" cy="76867"/>
            </a:xfrm>
            <a:custGeom>
              <a:avLst/>
              <a:gdLst/>
              <a:ahLst/>
              <a:cxnLst/>
              <a:rect l="l" t="t" r="r" b="b"/>
              <a:pathLst>
                <a:path w="68310" h="76867" extrusionOk="0">
                  <a:moveTo>
                    <a:pt x="0" y="24290"/>
                  </a:moveTo>
                  <a:cubicBezTo>
                    <a:pt x="22054" y="16208"/>
                    <a:pt x="45441" y="10103"/>
                    <a:pt x="66636" y="0"/>
                  </a:cubicBezTo>
                  <a:cubicBezTo>
                    <a:pt x="70935" y="7480"/>
                    <a:pt x="66292" y="17196"/>
                    <a:pt x="60230" y="23258"/>
                  </a:cubicBezTo>
                  <a:cubicBezTo>
                    <a:pt x="54169" y="29320"/>
                    <a:pt x="43034" y="30781"/>
                    <a:pt x="34994" y="33490"/>
                  </a:cubicBezTo>
                  <a:cubicBezTo>
                    <a:pt x="35296" y="52922"/>
                    <a:pt x="23215" y="70376"/>
                    <a:pt x="4901" y="76867"/>
                  </a:cubicBezTo>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8" name="Google Shape;1368;p76"/>
            <p:cNvSpPr/>
            <p:nvPr/>
          </p:nvSpPr>
          <p:spPr>
            <a:xfrm>
              <a:off x="5726753" y="3814309"/>
              <a:ext cx="69311" cy="75792"/>
            </a:xfrm>
            <a:custGeom>
              <a:avLst/>
              <a:gdLst/>
              <a:ahLst/>
              <a:cxnLst/>
              <a:rect l="l" t="t" r="r" b="b"/>
              <a:pathLst>
                <a:path w="69311" h="75792" extrusionOk="0">
                  <a:moveTo>
                    <a:pt x="3912" y="75793"/>
                  </a:moveTo>
                  <a:cubicBezTo>
                    <a:pt x="8727" y="73901"/>
                    <a:pt x="13327" y="71408"/>
                    <a:pt x="17540" y="68355"/>
                  </a:cubicBezTo>
                  <a:cubicBezTo>
                    <a:pt x="22226" y="64830"/>
                    <a:pt x="26181" y="60445"/>
                    <a:pt x="29234" y="55458"/>
                  </a:cubicBezTo>
                  <a:cubicBezTo>
                    <a:pt x="33189" y="49139"/>
                    <a:pt x="35381" y="41873"/>
                    <a:pt x="35682" y="34436"/>
                  </a:cubicBezTo>
                  <a:lnTo>
                    <a:pt x="35682" y="33963"/>
                  </a:lnTo>
                  <a:lnTo>
                    <a:pt x="36413" y="33963"/>
                  </a:lnTo>
                  <a:cubicBezTo>
                    <a:pt x="41486" y="32759"/>
                    <a:pt x="46473" y="31082"/>
                    <a:pt x="51288" y="29019"/>
                  </a:cubicBezTo>
                  <a:cubicBezTo>
                    <a:pt x="56361" y="26869"/>
                    <a:pt x="60660" y="23301"/>
                    <a:pt x="63755" y="18744"/>
                  </a:cubicBezTo>
                  <a:cubicBezTo>
                    <a:pt x="67281" y="13800"/>
                    <a:pt x="67969" y="7438"/>
                    <a:pt x="65647" y="1849"/>
                  </a:cubicBezTo>
                  <a:lnTo>
                    <a:pt x="67065" y="2408"/>
                  </a:lnTo>
                  <a:cubicBezTo>
                    <a:pt x="48278" y="9716"/>
                    <a:pt x="31512" y="15305"/>
                    <a:pt x="19475" y="18873"/>
                  </a:cubicBezTo>
                  <a:cubicBezTo>
                    <a:pt x="13456" y="20679"/>
                    <a:pt x="8598" y="22054"/>
                    <a:pt x="5245" y="22914"/>
                  </a:cubicBezTo>
                  <a:cubicBezTo>
                    <a:pt x="3526" y="23473"/>
                    <a:pt x="1763" y="23817"/>
                    <a:pt x="0" y="24032"/>
                  </a:cubicBezTo>
                  <a:cubicBezTo>
                    <a:pt x="1634" y="23258"/>
                    <a:pt x="3310" y="22656"/>
                    <a:pt x="5030" y="22183"/>
                  </a:cubicBezTo>
                  <a:lnTo>
                    <a:pt x="19045" y="17540"/>
                  </a:lnTo>
                  <a:cubicBezTo>
                    <a:pt x="30954" y="13542"/>
                    <a:pt x="47548" y="7782"/>
                    <a:pt x="66335" y="344"/>
                  </a:cubicBezTo>
                  <a:lnTo>
                    <a:pt x="67281" y="0"/>
                  </a:lnTo>
                  <a:lnTo>
                    <a:pt x="67710" y="903"/>
                  </a:lnTo>
                  <a:cubicBezTo>
                    <a:pt x="70419" y="7180"/>
                    <a:pt x="69645" y="14359"/>
                    <a:pt x="65733" y="19948"/>
                  </a:cubicBezTo>
                  <a:cubicBezTo>
                    <a:pt x="62423" y="24849"/>
                    <a:pt x="57780" y="28675"/>
                    <a:pt x="52320" y="30996"/>
                  </a:cubicBezTo>
                  <a:cubicBezTo>
                    <a:pt x="47376" y="33103"/>
                    <a:pt x="42303" y="34780"/>
                    <a:pt x="37058" y="35983"/>
                  </a:cubicBezTo>
                  <a:lnTo>
                    <a:pt x="37832" y="34994"/>
                  </a:lnTo>
                  <a:cubicBezTo>
                    <a:pt x="37445" y="42776"/>
                    <a:pt x="34994" y="50342"/>
                    <a:pt x="30738" y="56877"/>
                  </a:cubicBezTo>
                  <a:cubicBezTo>
                    <a:pt x="27514" y="61950"/>
                    <a:pt x="23301" y="66335"/>
                    <a:pt x="18314" y="69774"/>
                  </a:cubicBezTo>
                  <a:cubicBezTo>
                    <a:pt x="15090" y="72052"/>
                    <a:pt x="11565" y="73815"/>
                    <a:pt x="7867" y="75105"/>
                  </a:cubicBezTo>
                  <a:cubicBezTo>
                    <a:pt x="6578" y="75492"/>
                    <a:pt x="5245" y="75707"/>
                    <a:pt x="3912" y="75793"/>
                  </a:cubicBezTo>
                  <a:lnTo>
                    <a:pt x="3912" y="7579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9" name="Google Shape;1369;p76"/>
            <p:cNvSpPr/>
            <p:nvPr/>
          </p:nvSpPr>
          <p:spPr>
            <a:xfrm>
              <a:off x="5693263" y="3707821"/>
              <a:ext cx="32630" cy="28201"/>
            </a:xfrm>
            <a:custGeom>
              <a:avLst/>
              <a:gdLst/>
              <a:ahLst/>
              <a:cxnLst/>
              <a:rect l="l" t="t" r="r" b="b"/>
              <a:pathLst>
                <a:path w="32630" h="28201" extrusionOk="0">
                  <a:moveTo>
                    <a:pt x="30352" y="4901"/>
                  </a:moveTo>
                  <a:cubicBezTo>
                    <a:pt x="29105" y="2321"/>
                    <a:pt x="26655" y="473"/>
                    <a:pt x="23817" y="0"/>
                  </a:cubicBezTo>
                  <a:cubicBezTo>
                    <a:pt x="20765" y="43"/>
                    <a:pt x="17841" y="1333"/>
                    <a:pt x="15778" y="3568"/>
                  </a:cubicBezTo>
                  <a:cubicBezTo>
                    <a:pt x="8899" y="10619"/>
                    <a:pt x="3526" y="19002"/>
                    <a:pt x="0" y="28202"/>
                  </a:cubicBezTo>
                  <a:lnTo>
                    <a:pt x="32630" y="13069"/>
                  </a:lnTo>
                  <a:cubicBezTo>
                    <a:pt x="32329" y="10232"/>
                    <a:pt x="31556" y="7480"/>
                    <a:pt x="30352" y="4901"/>
                  </a:cubicBezTo>
                  <a:lnTo>
                    <a:pt x="30352" y="490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0" name="Google Shape;1370;p76"/>
            <p:cNvSpPr/>
            <p:nvPr/>
          </p:nvSpPr>
          <p:spPr>
            <a:xfrm rot="-3863707">
              <a:off x="5790577" y="3769862"/>
              <a:ext cx="12089" cy="4947"/>
            </a:xfrm>
            <a:custGeom>
              <a:avLst/>
              <a:gdLst/>
              <a:ahLst/>
              <a:cxnLst/>
              <a:rect l="l" t="t" r="r" b="b"/>
              <a:pathLst>
                <a:path w="12080" h="4943" extrusionOk="0">
                  <a:moveTo>
                    <a:pt x="0" y="0"/>
                  </a:moveTo>
                  <a:lnTo>
                    <a:pt x="12080" y="0"/>
                  </a:lnTo>
                  <a:lnTo>
                    <a:pt x="12080" y="4944"/>
                  </a:lnTo>
                  <a:lnTo>
                    <a:pt x="0" y="494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1" name="Google Shape;1371;p76"/>
            <p:cNvSpPr/>
            <p:nvPr/>
          </p:nvSpPr>
          <p:spPr>
            <a:xfrm>
              <a:off x="5671939" y="3705714"/>
              <a:ext cx="125661" cy="71536"/>
            </a:xfrm>
            <a:custGeom>
              <a:avLst/>
              <a:gdLst/>
              <a:ahLst/>
              <a:cxnLst/>
              <a:rect l="l" t="t" r="r" b="b"/>
              <a:pathLst>
                <a:path w="125661" h="71536" extrusionOk="0">
                  <a:moveTo>
                    <a:pt x="0" y="7480"/>
                  </a:moveTo>
                  <a:lnTo>
                    <a:pt x="17841" y="16637"/>
                  </a:lnTo>
                  <a:lnTo>
                    <a:pt x="17712" y="18486"/>
                  </a:lnTo>
                  <a:lnTo>
                    <a:pt x="119643" y="71536"/>
                  </a:lnTo>
                  <a:lnTo>
                    <a:pt x="125662" y="60187"/>
                  </a:lnTo>
                  <a:lnTo>
                    <a:pt x="22828" y="7050"/>
                  </a:lnTo>
                  <a:lnTo>
                    <a:pt x="21754" y="9415"/>
                  </a:lnTo>
                  <a:lnTo>
                    <a:pt x="4127" y="0"/>
                  </a:lnTo>
                  <a:lnTo>
                    <a:pt x="0" y="748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2" name="Google Shape;1372;p76"/>
            <p:cNvSpPr/>
            <p:nvPr/>
          </p:nvSpPr>
          <p:spPr>
            <a:xfrm>
              <a:off x="5782125" y="3761301"/>
              <a:ext cx="15476" cy="15949"/>
            </a:xfrm>
            <a:custGeom>
              <a:avLst/>
              <a:gdLst/>
              <a:ahLst/>
              <a:cxnLst/>
              <a:rect l="l" t="t" r="r" b="b"/>
              <a:pathLst>
                <a:path w="15476" h="15949" extrusionOk="0">
                  <a:moveTo>
                    <a:pt x="6019" y="0"/>
                  </a:moveTo>
                  <a:lnTo>
                    <a:pt x="0" y="11049"/>
                  </a:lnTo>
                  <a:lnTo>
                    <a:pt x="9458" y="15949"/>
                  </a:lnTo>
                  <a:lnTo>
                    <a:pt x="12510" y="9501"/>
                  </a:lnTo>
                  <a:lnTo>
                    <a:pt x="15477" y="4600"/>
                  </a:lnTo>
                  <a:lnTo>
                    <a:pt x="6019"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3" name="Google Shape;1373;p76"/>
            <p:cNvSpPr/>
            <p:nvPr/>
          </p:nvSpPr>
          <p:spPr>
            <a:xfrm>
              <a:off x="5748683" y="3741434"/>
              <a:ext cx="2273" cy="4438"/>
            </a:xfrm>
            <a:custGeom>
              <a:avLst/>
              <a:gdLst/>
              <a:ahLst/>
              <a:cxnLst/>
              <a:rect l="l" t="t" r="r" b="b"/>
              <a:pathLst>
                <a:path w="2273" h="4438" extrusionOk="0">
                  <a:moveTo>
                    <a:pt x="2273" y="5"/>
                  </a:moveTo>
                  <a:cubicBezTo>
                    <a:pt x="2273" y="5"/>
                    <a:pt x="2273" y="1166"/>
                    <a:pt x="1585" y="2370"/>
                  </a:cubicBezTo>
                  <a:cubicBezTo>
                    <a:pt x="898" y="3573"/>
                    <a:pt x="296" y="4519"/>
                    <a:pt x="80" y="4433"/>
                  </a:cubicBezTo>
                  <a:cubicBezTo>
                    <a:pt x="-134" y="4348"/>
                    <a:pt x="80" y="3273"/>
                    <a:pt x="725" y="2069"/>
                  </a:cubicBezTo>
                  <a:cubicBezTo>
                    <a:pt x="1370" y="865"/>
                    <a:pt x="2015" y="-81"/>
                    <a:pt x="2273" y="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4" name="Google Shape;1374;p76"/>
            <p:cNvSpPr/>
            <p:nvPr/>
          </p:nvSpPr>
          <p:spPr>
            <a:xfrm>
              <a:off x="5738821" y="3736539"/>
              <a:ext cx="2290" cy="4433"/>
            </a:xfrm>
            <a:custGeom>
              <a:avLst/>
              <a:gdLst/>
              <a:ahLst/>
              <a:cxnLst/>
              <a:rect l="l" t="t" r="r" b="b"/>
              <a:pathLst>
                <a:path w="2290" h="4433" extrusionOk="0">
                  <a:moveTo>
                    <a:pt x="2291" y="0"/>
                  </a:moveTo>
                  <a:cubicBezTo>
                    <a:pt x="2291" y="0"/>
                    <a:pt x="2291" y="1118"/>
                    <a:pt x="1603" y="2364"/>
                  </a:cubicBezTo>
                  <a:cubicBezTo>
                    <a:pt x="915" y="3611"/>
                    <a:pt x="356" y="4514"/>
                    <a:pt x="98" y="4428"/>
                  </a:cubicBezTo>
                  <a:cubicBezTo>
                    <a:pt x="-160" y="4342"/>
                    <a:pt x="98" y="3267"/>
                    <a:pt x="786" y="2063"/>
                  </a:cubicBezTo>
                  <a:cubicBezTo>
                    <a:pt x="1474" y="860"/>
                    <a:pt x="2076" y="0"/>
                    <a:pt x="2291"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5" name="Google Shape;1375;p76"/>
            <p:cNvSpPr/>
            <p:nvPr/>
          </p:nvSpPr>
          <p:spPr>
            <a:xfrm>
              <a:off x="5729123" y="3731245"/>
              <a:ext cx="2272" cy="4439"/>
            </a:xfrm>
            <a:custGeom>
              <a:avLst/>
              <a:gdLst/>
              <a:ahLst/>
              <a:cxnLst/>
              <a:rect l="l" t="t" r="r" b="b"/>
              <a:pathLst>
                <a:path w="2272" h="4439" extrusionOk="0">
                  <a:moveTo>
                    <a:pt x="2272" y="6"/>
                  </a:moveTo>
                  <a:cubicBezTo>
                    <a:pt x="2272" y="6"/>
                    <a:pt x="2272" y="1166"/>
                    <a:pt x="1585" y="2370"/>
                  </a:cubicBezTo>
                  <a:cubicBezTo>
                    <a:pt x="897" y="3574"/>
                    <a:pt x="295" y="4520"/>
                    <a:pt x="80" y="4434"/>
                  </a:cubicBezTo>
                  <a:cubicBezTo>
                    <a:pt x="-135" y="4348"/>
                    <a:pt x="80" y="3316"/>
                    <a:pt x="768" y="2069"/>
                  </a:cubicBezTo>
                  <a:cubicBezTo>
                    <a:pt x="1456" y="823"/>
                    <a:pt x="1928" y="-80"/>
                    <a:pt x="2272" y="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6" name="Google Shape;1376;p76"/>
            <p:cNvSpPr/>
            <p:nvPr/>
          </p:nvSpPr>
          <p:spPr>
            <a:xfrm>
              <a:off x="5718074" y="3725441"/>
              <a:ext cx="2273" cy="4439"/>
            </a:xfrm>
            <a:custGeom>
              <a:avLst/>
              <a:gdLst/>
              <a:ahLst/>
              <a:cxnLst/>
              <a:rect l="l" t="t" r="r" b="b"/>
              <a:pathLst>
                <a:path w="2273" h="4439" extrusionOk="0">
                  <a:moveTo>
                    <a:pt x="2273" y="6"/>
                  </a:moveTo>
                  <a:cubicBezTo>
                    <a:pt x="2273" y="6"/>
                    <a:pt x="2273" y="1166"/>
                    <a:pt x="1585" y="2413"/>
                  </a:cubicBezTo>
                  <a:cubicBezTo>
                    <a:pt x="898" y="3660"/>
                    <a:pt x="296" y="4520"/>
                    <a:pt x="80" y="4434"/>
                  </a:cubicBezTo>
                  <a:cubicBezTo>
                    <a:pt x="-134" y="4348"/>
                    <a:pt x="80" y="3316"/>
                    <a:pt x="725" y="2069"/>
                  </a:cubicBezTo>
                  <a:cubicBezTo>
                    <a:pt x="1370" y="822"/>
                    <a:pt x="2015" y="-80"/>
                    <a:pt x="2273" y="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7" name="Google Shape;1377;p76"/>
            <p:cNvSpPr/>
            <p:nvPr/>
          </p:nvSpPr>
          <p:spPr>
            <a:xfrm>
              <a:off x="5707094" y="3719724"/>
              <a:ext cx="2388" cy="4439"/>
            </a:xfrm>
            <a:custGeom>
              <a:avLst/>
              <a:gdLst/>
              <a:ahLst/>
              <a:cxnLst/>
              <a:rect l="l" t="t" r="r" b="b"/>
              <a:pathLst>
                <a:path w="2388" h="4439" extrusionOk="0">
                  <a:moveTo>
                    <a:pt x="2290" y="5"/>
                  </a:moveTo>
                  <a:cubicBezTo>
                    <a:pt x="2548" y="5"/>
                    <a:pt x="2290" y="1123"/>
                    <a:pt x="1603" y="2370"/>
                  </a:cubicBezTo>
                  <a:cubicBezTo>
                    <a:pt x="915" y="3617"/>
                    <a:pt x="356" y="4520"/>
                    <a:pt x="98" y="4434"/>
                  </a:cubicBezTo>
                  <a:cubicBezTo>
                    <a:pt x="-160" y="4348"/>
                    <a:pt x="98" y="3273"/>
                    <a:pt x="786" y="2069"/>
                  </a:cubicBezTo>
                  <a:cubicBezTo>
                    <a:pt x="1474" y="865"/>
                    <a:pt x="2076" y="-80"/>
                    <a:pt x="2290" y="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8" name="Google Shape;1378;p76"/>
            <p:cNvSpPr/>
            <p:nvPr/>
          </p:nvSpPr>
          <p:spPr>
            <a:xfrm>
              <a:off x="5757434" y="3746283"/>
              <a:ext cx="2077" cy="3889"/>
            </a:xfrm>
            <a:custGeom>
              <a:avLst/>
              <a:gdLst/>
              <a:ahLst/>
              <a:cxnLst/>
              <a:rect l="l" t="t" r="r" b="b"/>
              <a:pathLst>
                <a:path w="2077" h="3889" extrusionOk="0">
                  <a:moveTo>
                    <a:pt x="2077" y="14"/>
                  </a:moveTo>
                  <a:cubicBezTo>
                    <a:pt x="2077" y="14"/>
                    <a:pt x="2077" y="1089"/>
                    <a:pt x="1518" y="2121"/>
                  </a:cubicBezTo>
                  <a:cubicBezTo>
                    <a:pt x="959" y="3152"/>
                    <a:pt x="357" y="3969"/>
                    <a:pt x="100" y="3883"/>
                  </a:cubicBezTo>
                  <a:cubicBezTo>
                    <a:pt x="-158" y="3797"/>
                    <a:pt x="100" y="2808"/>
                    <a:pt x="702" y="1734"/>
                  </a:cubicBezTo>
                  <a:cubicBezTo>
                    <a:pt x="1304" y="659"/>
                    <a:pt x="1862" y="-115"/>
                    <a:pt x="2077" y="14"/>
                  </a:cubicBezTo>
                  <a:lnTo>
                    <a:pt x="2077" y="1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9" name="Google Shape;1379;p76"/>
            <p:cNvSpPr/>
            <p:nvPr/>
          </p:nvSpPr>
          <p:spPr>
            <a:xfrm>
              <a:off x="5765793" y="3750325"/>
              <a:ext cx="2059" cy="3889"/>
            </a:xfrm>
            <a:custGeom>
              <a:avLst/>
              <a:gdLst/>
              <a:ahLst/>
              <a:cxnLst/>
              <a:rect l="l" t="t" r="r" b="b"/>
              <a:pathLst>
                <a:path w="2059" h="3889" extrusionOk="0">
                  <a:moveTo>
                    <a:pt x="2059" y="14"/>
                  </a:moveTo>
                  <a:cubicBezTo>
                    <a:pt x="2059" y="14"/>
                    <a:pt x="2059" y="1046"/>
                    <a:pt x="1457" y="2121"/>
                  </a:cubicBezTo>
                  <a:cubicBezTo>
                    <a:pt x="855" y="3195"/>
                    <a:pt x="296" y="3969"/>
                    <a:pt x="81" y="3883"/>
                  </a:cubicBezTo>
                  <a:cubicBezTo>
                    <a:pt x="-133" y="3797"/>
                    <a:pt x="81" y="2808"/>
                    <a:pt x="683" y="1734"/>
                  </a:cubicBezTo>
                  <a:cubicBezTo>
                    <a:pt x="1285" y="659"/>
                    <a:pt x="1844" y="-115"/>
                    <a:pt x="2059" y="14"/>
                  </a:cubicBezTo>
                  <a:lnTo>
                    <a:pt x="2059" y="1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0" name="Google Shape;1380;p76"/>
            <p:cNvSpPr/>
            <p:nvPr/>
          </p:nvSpPr>
          <p:spPr>
            <a:xfrm>
              <a:off x="5774132" y="3754373"/>
              <a:ext cx="2116" cy="3889"/>
            </a:xfrm>
            <a:custGeom>
              <a:avLst/>
              <a:gdLst/>
              <a:ahLst/>
              <a:cxnLst/>
              <a:rect l="l" t="t" r="r" b="b"/>
              <a:pathLst>
                <a:path w="2116" h="3889" extrusionOk="0">
                  <a:moveTo>
                    <a:pt x="2016" y="7"/>
                  </a:moveTo>
                  <a:cubicBezTo>
                    <a:pt x="2275" y="7"/>
                    <a:pt x="2016" y="1081"/>
                    <a:pt x="1458" y="2156"/>
                  </a:cubicBezTo>
                  <a:cubicBezTo>
                    <a:pt x="899" y="3231"/>
                    <a:pt x="297" y="4005"/>
                    <a:pt x="82" y="3876"/>
                  </a:cubicBezTo>
                  <a:cubicBezTo>
                    <a:pt x="-133" y="3747"/>
                    <a:pt x="82" y="2844"/>
                    <a:pt x="641" y="1769"/>
                  </a:cubicBezTo>
                  <a:cubicBezTo>
                    <a:pt x="1200" y="694"/>
                    <a:pt x="1802" y="-80"/>
                    <a:pt x="2016" y="7"/>
                  </a:cubicBezTo>
                  <a:lnTo>
                    <a:pt x="2016" y="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1" name="Google Shape;1381;p76"/>
            <p:cNvSpPr/>
            <p:nvPr/>
          </p:nvSpPr>
          <p:spPr>
            <a:xfrm>
              <a:off x="5782430" y="3758372"/>
              <a:ext cx="2059" cy="3889"/>
            </a:xfrm>
            <a:custGeom>
              <a:avLst/>
              <a:gdLst/>
              <a:ahLst/>
              <a:cxnLst/>
              <a:rect l="l" t="t" r="r" b="b"/>
              <a:pathLst>
                <a:path w="2059" h="3889" extrusionOk="0">
                  <a:moveTo>
                    <a:pt x="2059" y="6"/>
                  </a:moveTo>
                  <a:cubicBezTo>
                    <a:pt x="2059" y="6"/>
                    <a:pt x="2059" y="1081"/>
                    <a:pt x="1457" y="2156"/>
                  </a:cubicBezTo>
                  <a:cubicBezTo>
                    <a:pt x="855" y="3231"/>
                    <a:pt x="296" y="4004"/>
                    <a:pt x="81" y="3875"/>
                  </a:cubicBezTo>
                  <a:cubicBezTo>
                    <a:pt x="-133" y="3746"/>
                    <a:pt x="81" y="2800"/>
                    <a:pt x="683" y="1769"/>
                  </a:cubicBezTo>
                  <a:cubicBezTo>
                    <a:pt x="1285" y="737"/>
                    <a:pt x="1844" y="-80"/>
                    <a:pt x="2059" y="6"/>
                  </a:cubicBezTo>
                  <a:lnTo>
                    <a:pt x="2059" y="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2" name="Google Shape;1382;p76"/>
            <p:cNvSpPr/>
            <p:nvPr/>
          </p:nvSpPr>
          <p:spPr>
            <a:xfrm>
              <a:off x="5671939" y="3705542"/>
              <a:ext cx="125747" cy="71966"/>
            </a:xfrm>
            <a:custGeom>
              <a:avLst/>
              <a:gdLst/>
              <a:ahLst/>
              <a:cxnLst/>
              <a:rect l="l" t="t" r="r" b="b"/>
              <a:pathLst>
                <a:path w="125747" h="71966" extrusionOk="0">
                  <a:moveTo>
                    <a:pt x="0" y="7652"/>
                  </a:moveTo>
                  <a:cubicBezTo>
                    <a:pt x="0" y="7652"/>
                    <a:pt x="1290" y="5073"/>
                    <a:pt x="3998" y="86"/>
                  </a:cubicBezTo>
                  <a:lnTo>
                    <a:pt x="3998" y="86"/>
                  </a:lnTo>
                  <a:lnTo>
                    <a:pt x="21667" y="9415"/>
                  </a:lnTo>
                  <a:lnTo>
                    <a:pt x="21323" y="9415"/>
                  </a:lnTo>
                  <a:cubicBezTo>
                    <a:pt x="21667" y="8727"/>
                    <a:pt x="22011" y="7910"/>
                    <a:pt x="22398" y="7094"/>
                  </a:cubicBezTo>
                  <a:lnTo>
                    <a:pt x="22398" y="6836"/>
                  </a:lnTo>
                  <a:lnTo>
                    <a:pt x="22656" y="6836"/>
                  </a:lnTo>
                  <a:lnTo>
                    <a:pt x="125361" y="59714"/>
                  </a:lnTo>
                  <a:lnTo>
                    <a:pt x="125748" y="59714"/>
                  </a:lnTo>
                  <a:lnTo>
                    <a:pt x="125533" y="60101"/>
                  </a:lnTo>
                  <a:lnTo>
                    <a:pt x="124888" y="61434"/>
                  </a:lnTo>
                  <a:lnTo>
                    <a:pt x="119729" y="71537"/>
                  </a:lnTo>
                  <a:lnTo>
                    <a:pt x="119729" y="71966"/>
                  </a:lnTo>
                  <a:lnTo>
                    <a:pt x="119342" y="71751"/>
                  </a:lnTo>
                  <a:lnTo>
                    <a:pt x="17540" y="18443"/>
                  </a:lnTo>
                  <a:lnTo>
                    <a:pt x="17540" y="18443"/>
                  </a:lnTo>
                  <a:lnTo>
                    <a:pt x="17540" y="16853"/>
                  </a:lnTo>
                  <a:lnTo>
                    <a:pt x="4299" y="9888"/>
                  </a:lnTo>
                  <a:lnTo>
                    <a:pt x="0" y="7480"/>
                  </a:lnTo>
                  <a:lnTo>
                    <a:pt x="4686" y="9802"/>
                  </a:lnTo>
                  <a:lnTo>
                    <a:pt x="17927" y="16466"/>
                  </a:lnTo>
                  <a:lnTo>
                    <a:pt x="17927" y="16466"/>
                  </a:lnTo>
                  <a:lnTo>
                    <a:pt x="17927" y="18056"/>
                  </a:lnTo>
                  <a:lnTo>
                    <a:pt x="119944" y="70978"/>
                  </a:lnTo>
                  <a:lnTo>
                    <a:pt x="119342" y="70978"/>
                  </a:lnTo>
                  <a:cubicBezTo>
                    <a:pt x="120976" y="67710"/>
                    <a:pt x="122696" y="64271"/>
                    <a:pt x="124458" y="60875"/>
                  </a:cubicBezTo>
                  <a:cubicBezTo>
                    <a:pt x="124458" y="60402"/>
                    <a:pt x="124931" y="59929"/>
                    <a:pt x="125146" y="59542"/>
                  </a:cubicBezTo>
                  <a:lnTo>
                    <a:pt x="125146" y="60144"/>
                  </a:lnTo>
                  <a:lnTo>
                    <a:pt x="22613" y="6922"/>
                  </a:lnTo>
                  <a:lnTo>
                    <a:pt x="23000" y="6922"/>
                  </a:lnTo>
                  <a:lnTo>
                    <a:pt x="21882" y="9286"/>
                  </a:lnTo>
                  <a:lnTo>
                    <a:pt x="21882" y="9501"/>
                  </a:lnTo>
                  <a:lnTo>
                    <a:pt x="21667" y="9501"/>
                  </a:lnTo>
                  <a:lnTo>
                    <a:pt x="4084" y="0"/>
                  </a:lnTo>
                  <a:lnTo>
                    <a:pt x="4299" y="0"/>
                  </a:lnTo>
                  <a:cubicBezTo>
                    <a:pt x="1548" y="5202"/>
                    <a:pt x="0" y="7652"/>
                    <a:pt x="0" y="7652"/>
                  </a:cubicBezTo>
                  <a:lnTo>
                    <a:pt x="0" y="765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3" name="Google Shape;1383;p76"/>
            <p:cNvSpPr/>
            <p:nvPr/>
          </p:nvSpPr>
          <p:spPr>
            <a:xfrm rot="-3698462">
              <a:off x="5681195" y="3715492"/>
              <a:ext cx="25579" cy="7351"/>
            </a:xfrm>
            <a:custGeom>
              <a:avLst/>
              <a:gdLst/>
              <a:ahLst/>
              <a:cxnLst/>
              <a:rect l="l" t="t" r="r" b="b"/>
              <a:pathLst>
                <a:path w="25579" h="7351" extrusionOk="0">
                  <a:moveTo>
                    <a:pt x="22398" y="0"/>
                  </a:moveTo>
                  <a:cubicBezTo>
                    <a:pt x="24155" y="0"/>
                    <a:pt x="25579" y="1424"/>
                    <a:pt x="25579" y="3181"/>
                  </a:cubicBezTo>
                  <a:lnTo>
                    <a:pt x="25579" y="4170"/>
                  </a:lnTo>
                  <a:cubicBezTo>
                    <a:pt x="25579" y="5927"/>
                    <a:pt x="24155" y="7351"/>
                    <a:pt x="22398" y="7351"/>
                  </a:cubicBezTo>
                  <a:lnTo>
                    <a:pt x="3181" y="7351"/>
                  </a:lnTo>
                  <a:cubicBezTo>
                    <a:pt x="1424" y="7351"/>
                    <a:pt x="0" y="5927"/>
                    <a:pt x="0" y="4170"/>
                  </a:cubicBezTo>
                  <a:lnTo>
                    <a:pt x="0" y="3181"/>
                  </a:lnTo>
                  <a:cubicBezTo>
                    <a:pt x="0" y="1424"/>
                    <a:pt x="1424" y="0"/>
                    <a:pt x="3181" y="0"/>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4" name="Google Shape;1384;p76"/>
            <p:cNvSpPr/>
            <p:nvPr/>
          </p:nvSpPr>
          <p:spPr>
            <a:xfrm rot="-3698462">
              <a:off x="5661675" y="3704733"/>
              <a:ext cx="22613" cy="7351"/>
            </a:xfrm>
            <a:custGeom>
              <a:avLst/>
              <a:gdLst/>
              <a:ahLst/>
              <a:cxnLst/>
              <a:rect l="l" t="t" r="r" b="b"/>
              <a:pathLst>
                <a:path w="22613" h="7351" extrusionOk="0">
                  <a:moveTo>
                    <a:pt x="19432" y="0"/>
                  </a:moveTo>
                  <a:cubicBezTo>
                    <a:pt x="21189" y="0"/>
                    <a:pt x="22613" y="1424"/>
                    <a:pt x="22613" y="3181"/>
                  </a:cubicBezTo>
                  <a:lnTo>
                    <a:pt x="22613" y="4170"/>
                  </a:lnTo>
                  <a:cubicBezTo>
                    <a:pt x="22613" y="5927"/>
                    <a:pt x="21189" y="7351"/>
                    <a:pt x="19432" y="7351"/>
                  </a:cubicBezTo>
                  <a:lnTo>
                    <a:pt x="3181" y="7351"/>
                  </a:lnTo>
                  <a:cubicBezTo>
                    <a:pt x="1424" y="7351"/>
                    <a:pt x="0" y="5927"/>
                    <a:pt x="0" y="4170"/>
                  </a:cubicBezTo>
                  <a:lnTo>
                    <a:pt x="0" y="3181"/>
                  </a:lnTo>
                  <a:cubicBezTo>
                    <a:pt x="0" y="1424"/>
                    <a:pt x="1424" y="0"/>
                    <a:pt x="3181"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5" name="Google Shape;1385;p76"/>
            <p:cNvSpPr/>
            <p:nvPr/>
          </p:nvSpPr>
          <p:spPr>
            <a:xfrm>
              <a:off x="5799192" y="3772909"/>
              <a:ext cx="16938" cy="8683"/>
            </a:xfrm>
            <a:custGeom>
              <a:avLst/>
              <a:gdLst/>
              <a:ahLst/>
              <a:cxnLst/>
              <a:rect l="l" t="t" r="r" b="b"/>
              <a:pathLst>
                <a:path w="16938" h="8683" extrusionOk="0">
                  <a:moveTo>
                    <a:pt x="16939" y="8684"/>
                  </a:moveTo>
                  <a:cubicBezTo>
                    <a:pt x="13972" y="7609"/>
                    <a:pt x="11092" y="6320"/>
                    <a:pt x="8340" y="4729"/>
                  </a:cubicBezTo>
                  <a:cubicBezTo>
                    <a:pt x="5417" y="3396"/>
                    <a:pt x="2622" y="1806"/>
                    <a:pt x="0" y="0"/>
                  </a:cubicBezTo>
                  <a:cubicBezTo>
                    <a:pt x="2967" y="1032"/>
                    <a:pt x="5847" y="2364"/>
                    <a:pt x="8598" y="3912"/>
                  </a:cubicBezTo>
                  <a:cubicBezTo>
                    <a:pt x="11522" y="5202"/>
                    <a:pt x="14316" y="6835"/>
                    <a:pt x="16939" y="868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6" name="Google Shape;1386;p76"/>
            <p:cNvSpPr/>
            <p:nvPr/>
          </p:nvSpPr>
          <p:spPr>
            <a:xfrm>
              <a:off x="5796999" y="3769039"/>
              <a:ext cx="11091" cy="9543"/>
            </a:xfrm>
            <a:custGeom>
              <a:avLst/>
              <a:gdLst/>
              <a:ahLst/>
              <a:cxnLst/>
              <a:rect l="l" t="t" r="r" b="b"/>
              <a:pathLst>
                <a:path w="11091" h="9543" extrusionOk="0">
                  <a:moveTo>
                    <a:pt x="0" y="8254"/>
                  </a:moveTo>
                  <a:lnTo>
                    <a:pt x="9716" y="9544"/>
                  </a:lnTo>
                  <a:lnTo>
                    <a:pt x="11092" y="6363"/>
                  </a:lnTo>
                  <a:lnTo>
                    <a:pt x="3998" y="0"/>
                  </a:lnTo>
                  <a:lnTo>
                    <a:pt x="0" y="825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7" name="Google Shape;1387;p76"/>
            <p:cNvSpPr/>
            <p:nvPr/>
          </p:nvSpPr>
          <p:spPr>
            <a:xfrm>
              <a:off x="5790680" y="3764439"/>
              <a:ext cx="18056" cy="15777"/>
            </a:xfrm>
            <a:custGeom>
              <a:avLst/>
              <a:gdLst/>
              <a:ahLst/>
              <a:cxnLst/>
              <a:rect l="l" t="t" r="r" b="b"/>
              <a:pathLst>
                <a:path w="18056" h="15777" extrusionOk="0">
                  <a:moveTo>
                    <a:pt x="17411" y="10963"/>
                  </a:moveTo>
                  <a:cubicBezTo>
                    <a:pt x="17411" y="10963"/>
                    <a:pt x="17411" y="12037"/>
                    <a:pt x="16508" y="14359"/>
                  </a:cubicBezTo>
                  <a:lnTo>
                    <a:pt x="16508" y="14660"/>
                  </a:lnTo>
                  <a:lnTo>
                    <a:pt x="16122" y="14660"/>
                  </a:lnTo>
                  <a:cubicBezTo>
                    <a:pt x="13800" y="14660"/>
                    <a:pt x="10447" y="14230"/>
                    <a:pt x="6320" y="13800"/>
                  </a:cubicBezTo>
                  <a:lnTo>
                    <a:pt x="7223" y="13284"/>
                  </a:lnTo>
                  <a:lnTo>
                    <a:pt x="6492" y="14918"/>
                  </a:lnTo>
                  <a:lnTo>
                    <a:pt x="6105" y="15778"/>
                  </a:lnTo>
                  <a:lnTo>
                    <a:pt x="5245" y="15348"/>
                  </a:lnTo>
                  <a:lnTo>
                    <a:pt x="946" y="13327"/>
                  </a:lnTo>
                  <a:lnTo>
                    <a:pt x="0" y="12897"/>
                  </a:lnTo>
                  <a:lnTo>
                    <a:pt x="430" y="11952"/>
                  </a:lnTo>
                  <a:lnTo>
                    <a:pt x="5589" y="989"/>
                  </a:lnTo>
                  <a:lnTo>
                    <a:pt x="6062" y="0"/>
                  </a:lnTo>
                  <a:lnTo>
                    <a:pt x="7094" y="473"/>
                  </a:lnTo>
                  <a:lnTo>
                    <a:pt x="7868" y="860"/>
                  </a:lnTo>
                  <a:lnTo>
                    <a:pt x="11522" y="2622"/>
                  </a:lnTo>
                  <a:lnTo>
                    <a:pt x="12553" y="3095"/>
                  </a:lnTo>
                  <a:lnTo>
                    <a:pt x="12038" y="4084"/>
                  </a:lnTo>
                  <a:cubicBezTo>
                    <a:pt x="10490" y="7308"/>
                    <a:pt x="8942" y="10404"/>
                    <a:pt x="7739" y="13327"/>
                  </a:cubicBezTo>
                  <a:lnTo>
                    <a:pt x="5933" y="12424"/>
                  </a:lnTo>
                  <a:cubicBezTo>
                    <a:pt x="7394" y="9544"/>
                    <a:pt x="8813" y="6836"/>
                    <a:pt x="10232" y="4256"/>
                  </a:cubicBezTo>
                  <a:lnTo>
                    <a:pt x="10705" y="3310"/>
                  </a:lnTo>
                  <a:lnTo>
                    <a:pt x="11479" y="4041"/>
                  </a:lnTo>
                  <a:cubicBezTo>
                    <a:pt x="13929" y="6105"/>
                    <a:pt x="16122" y="8426"/>
                    <a:pt x="18056" y="11006"/>
                  </a:cubicBezTo>
                  <a:cubicBezTo>
                    <a:pt x="15348" y="9286"/>
                    <a:pt x="12811" y="7351"/>
                    <a:pt x="10404" y="5202"/>
                  </a:cubicBezTo>
                  <a:lnTo>
                    <a:pt x="11650" y="4944"/>
                  </a:lnTo>
                  <a:cubicBezTo>
                    <a:pt x="10447" y="7566"/>
                    <a:pt x="9200" y="10361"/>
                    <a:pt x="7868" y="13327"/>
                  </a:cubicBezTo>
                  <a:lnTo>
                    <a:pt x="6062" y="12424"/>
                  </a:lnTo>
                  <a:cubicBezTo>
                    <a:pt x="7437" y="9501"/>
                    <a:pt x="8856" y="6363"/>
                    <a:pt x="10361" y="3138"/>
                  </a:cubicBezTo>
                  <a:lnTo>
                    <a:pt x="10877" y="4600"/>
                  </a:lnTo>
                  <a:lnTo>
                    <a:pt x="7223" y="2880"/>
                  </a:lnTo>
                  <a:lnTo>
                    <a:pt x="6406" y="2494"/>
                  </a:lnTo>
                  <a:lnTo>
                    <a:pt x="7910" y="1978"/>
                  </a:lnTo>
                  <a:lnTo>
                    <a:pt x="2579" y="12811"/>
                  </a:lnTo>
                  <a:lnTo>
                    <a:pt x="2107" y="11478"/>
                  </a:lnTo>
                  <a:lnTo>
                    <a:pt x="6406" y="13671"/>
                  </a:lnTo>
                  <a:lnTo>
                    <a:pt x="5159" y="14101"/>
                  </a:lnTo>
                  <a:lnTo>
                    <a:pt x="5976" y="12510"/>
                  </a:lnTo>
                  <a:lnTo>
                    <a:pt x="6276" y="11909"/>
                  </a:lnTo>
                  <a:lnTo>
                    <a:pt x="6878" y="11909"/>
                  </a:lnTo>
                  <a:cubicBezTo>
                    <a:pt x="11177" y="12553"/>
                    <a:pt x="14316" y="13155"/>
                    <a:pt x="16594" y="13585"/>
                  </a:cubicBezTo>
                  <a:lnTo>
                    <a:pt x="16078" y="13886"/>
                  </a:lnTo>
                  <a:cubicBezTo>
                    <a:pt x="16423" y="12854"/>
                    <a:pt x="16853" y="11865"/>
                    <a:pt x="17411" y="10963"/>
                  </a:cubicBezTo>
                  <a:lnTo>
                    <a:pt x="17411" y="1096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8" name="Google Shape;1388;p76"/>
            <p:cNvSpPr/>
            <p:nvPr/>
          </p:nvSpPr>
          <p:spPr>
            <a:xfrm>
              <a:off x="5810928" y="3771576"/>
              <a:ext cx="6825" cy="20076"/>
            </a:xfrm>
            <a:custGeom>
              <a:avLst/>
              <a:gdLst/>
              <a:ahLst/>
              <a:cxnLst/>
              <a:rect l="l" t="t" r="r" b="b"/>
              <a:pathLst>
                <a:path w="6825" h="20076" extrusionOk="0">
                  <a:moveTo>
                    <a:pt x="6449" y="0"/>
                  </a:moveTo>
                  <a:cubicBezTo>
                    <a:pt x="6793" y="1247"/>
                    <a:pt x="6922" y="2536"/>
                    <a:pt x="6750" y="3826"/>
                  </a:cubicBezTo>
                  <a:cubicBezTo>
                    <a:pt x="6621" y="6964"/>
                    <a:pt x="5976" y="10017"/>
                    <a:pt x="4815" y="12940"/>
                  </a:cubicBezTo>
                  <a:cubicBezTo>
                    <a:pt x="3955" y="15133"/>
                    <a:pt x="2794" y="17239"/>
                    <a:pt x="1376" y="19131"/>
                  </a:cubicBezTo>
                  <a:lnTo>
                    <a:pt x="774" y="18701"/>
                  </a:lnTo>
                  <a:lnTo>
                    <a:pt x="2193" y="16938"/>
                  </a:lnTo>
                  <a:lnTo>
                    <a:pt x="2666" y="17325"/>
                  </a:lnTo>
                  <a:cubicBezTo>
                    <a:pt x="1892" y="18357"/>
                    <a:pt x="989" y="19303"/>
                    <a:pt x="0" y="20077"/>
                  </a:cubicBezTo>
                  <a:cubicBezTo>
                    <a:pt x="602" y="18959"/>
                    <a:pt x="1333" y="17884"/>
                    <a:pt x="2193" y="16938"/>
                  </a:cubicBezTo>
                  <a:lnTo>
                    <a:pt x="2666" y="17325"/>
                  </a:lnTo>
                  <a:cubicBezTo>
                    <a:pt x="2236" y="17970"/>
                    <a:pt x="1806" y="18572"/>
                    <a:pt x="1376" y="19131"/>
                  </a:cubicBezTo>
                  <a:lnTo>
                    <a:pt x="774" y="18701"/>
                  </a:lnTo>
                  <a:cubicBezTo>
                    <a:pt x="2064" y="16809"/>
                    <a:pt x="3139" y="14746"/>
                    <a:pt x="3955" y="12596"/>
                  </a:cubicBezTo>
                  <a:cubicBezTo>
                    <a:pt x="5417" y="8555"/>
                    <a:pt x="6277" y="4299"/>
                    <a:pt x="6449" y="0"/>
                  </a:cubicBezTo>
                  <a:lnTo>
                    <a:pt x="6449"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9" name="Google Shape;1389;p76"/>
            <p:cNvSpPr/>
            <p:nvPr/>
          </p:nvSpPr>
          <p:spPr>
            <a:xfrm>
              <a:off x="5555134" y="3691357"/>
              <a:ext cx="185633" cy="155581"/>
            </a:xfrm>
            <a:custGeom>
              <a:avLst/>
              <a:gdLst/>
              <a:ahLst/>
              <a:cxnLst/>
              <a:rect l="l" t="t" r="r" b="b"/>
              <a:pathLst>
                <a:path w="185633" h="155581" extrusionOk="0">
                  <a:moveTo>
                    <a:pt x="143245" y="171"/>
                  </a:moveTo>
                  <a:cubicBezTo>
                    <a:pt x="146813" y="-646"/>
                    <a:pt x="150382" y="1546"/>
                    <a:pt x="151198" y="5115"/>
                  </a:cubicBezTo>
                  <a:cubicBezTo>
                    <a:pt x="151241" y="5373"/>
                    <a:pt x="151284" y="5631"/>
                    <a:pt x="151327" y="5931"/>
                  </a:cubicBezTo>
                  <a:cubicBezTo>
                    <a:pt x="152273" y="13025"/>
                    <a:pt x="139118" y="17410"/>
                    <a:pt x="139118" y="17410"/>
                  </a:cubicBezTo>
                  <a:cubicBezTo>
                    <a:pt x="129316" y="21451"/>
                    <a:pt x="115387" y="25621"/>
                    <a:pt x="115387" y="25621"/>
                  </a:cubicBezTo>
                  <a:lnTo>
                    <a:pt x="105671" y="36154"/>
                  </a:lnTo>
                  <a:lnTo>
                    <a:pt x="139290" y="42645"/>
                  </a:lnTo>
                  <a:lnTo>
                    <a:pt x="156013" y="36412"/>
                  </a:lnTo>
                  <a:cubicBezTo>
                    <a:pt x="156013" y="36412"/>
                    <a:pt x="164611" y="16679"/>
                    <a:pt x="176047" y="15303"/>
                  </a:cubicBezTo>
                  <a:lnTo>
                    <a:pt x="185634" y="16593"/>
                  </a:lnTo>
                  <a:lnTo>
                    <a:pt x="172479" y="50986"/>
                  </a:lnTo>
                  <a:cubicBezTo>
                    <a:pt x="174327" y="58724"/>
                    <a:pt x="173210" y="66892"/>
                    <a:pt x="169383" y="73857"/>
                  </a:cubicBezTo>
                  <a:cubicBezTo>
                    <a:pt x="169771" y="80047"/>
                    <a:pt x="167836" y="86195"/>
                    <a:pt x="163966" y="91053"/>
                  </a:cubicBezTo>
                  <a:cubicBezTo>
                    <a:pt x="157260" y="100296"/>
                    <a:pt x="128714" y="116847"/>
                    <a:pt x="119901" y="118094"/>
                  </a:cubicBezTo>
                  <a:cubicBezTo>
                    <a:pt x="111088" y="119341"/>
                    <a:pt x="86540" y="122909"/>
                    <a:pt x="83058" y="128756"/>
                  </a:cubicBezTo>
                  <a:cubicBezTo>
                    <a:pt x="79576" y="134603"/>
                    <a:pt x="56232" y="155582"/>
                    <a:pt x="56232" y="155582"/>
                  </a:cubicBezTo>
                  <a:lnTo>
                    <a:pt x="0" y="92773"/>
                  </a:lnTo>
                  <a:lnTo>
                    <a:pt x="39724" y="72739"/>
                  </a:lnTo>
                  <a:lnTo>
                    <a:pt x="62767" y="36541"/>
                  </a:lnTo>
                  <a:cubicBezTo>
                    <a:pt x="77383" y="22784"/>
                    <a:pt x="100813" y="6748"/>
                    <a:pt x="102619" y="4900"/>
                  </a:cubicBezTo>
                  <a:lnTo>
                    <a:pt x="143245" y="171"/>
                  </a:lnTo>
                  <a:lnTo>
                    <a:pt x="143245" y="171"/>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0" name="Google Shape;1390;p76"/>
            <p:cNvSpPr/>
            <p:nvPr/>
          </p:nvSpPr>
          <p:spPr>
            <a:xfrm>
              <a:off x="5682687" y="3742457"/>
              <a:ext cx="44925" cy="18218"/>
            </a:xfrm>
            <a:custGeom>
              <a:avLst/>
              <a:gdLst/>
              <a:ahLst/>
              <a:cxnLst/>
              <a:rect l="l" t="t" r="r" b="b"/>
              <a:pathLst>
                <a:path w="44925" h="18218" extrusionOk="0">
                  <a:moveTo>
                    <a:pt x="44926" y="15"/>
                  </a:moveTo>
                  <a:cubicBezTo>
                    <a:pt x="43936" y="2336"/>
                    <a:pt x="42475" y="4442"/>
                    <a:pt x="40627" y="6162"/>
                  </a:cubicBezTo>
                  <a:cubicBezTo>
                    <a:pt x="36456" y="10676"/>
                    <a:pt x="31168" y="13943"/>
                    <a:pt x="25279" y="15663"/>
                  </a:cubicBezTo>
                  <a:cubicBezTo>
                    <a:pt x="19432" y="17168"/>
                    <a:pt x="13456" y="17942"/>
                    <a:pt x="7437" y="18028"/>
                  </a:cubicBezTo>
                  <a:cubicBezTo>
                    <a:pt x="4944" y="18329"/>
                    <a:pt x="2451" y="18286"/>
                    <a:pt x="0" y="17813"/>
                  </a:cubicBezTo>
                  <a:cubicBezTo>
                    <a:pt x="2365" y="16996"/>
                    <a:pt x="4815" y="16523"/>
                    <a:pt x="7309" y="16437"/>
                  </a:cubicBezTo>
                  <a:cubicBezTo>
                    <a:pt x="13112" y="15878"/>
                    <a:pt x="18873" y="14932"/>
                    <a:pt x="24505" y="13514"/>
                  </a:cubicBezTo>
                  <a:cubicBezTo>
                    <a:pt x="30050" y="11794"/>
                    <a:pt x="35167" y="8871"/>
                    <a:pt x="39423" y="4916"/>
                  </a:cubicBezTo>
                  <a:cubicBezTo>
                    <a:pt x="42819" y="1992"/>
                    <a:pt x="44624" y="-200"/>
                    <a:pt x="44926" y="1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1" name="Google Shape;1391;p76"/>
            <p:cNvSpPr/>
            <p:nvPr/>
          </p:nvSpPr>
          <p:spPr>
            <a:xfrm>
              <a:off x="5690597" y="3766081"/>
              <a:ext cx="32887" cy="16887"/>
            </a:xfrm>
            <a:custGeom>
              <a:avLst/>
              <a:gdLst/>
              <a:ahLst/>
              <a:cxnLst/>
              <a:rect l="l" t="t" r="r" b="b"/>
              <a:pathLst>
                <a:path w="32887" h="16887" extrusionOk="0">
                  <a:moveTo>
                    <a:pt x="32888" y="35"/>
                  </a:moveTo>
                  <a:cubicBezTo>
                    <a:pt x="28933" y="5022"/>
                    <a:pt x="23860" y="8977"/>
                    <a:pt x="18013" y="11513"/>
                  </a:cubicBezTo>
                  <a:cubicBezTo>
                    <a:pt x="12510" y="14738"/>
                    <a:pt x="6363" y="16543"/>
                    <a:pt x="0" y="16887"/>
                  </a:cubicBezTo>
                  <a:cubicBezTo>
                    <a:pt x="0" y="16243"/>
                    <a:pt x="7954" y="14179"/>
                    <a:pt x="16982" y="9493"/>
                  </a:cubicBezTo>
                  <a:cubicBezTo>
                    <a:pt x="26010" y="4807"/>
                    <a:pt x="32458" y="-481"/>
                    <a:pt x="32888" y="3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92" name="Google Shape;1392;p76"/>
          <p:cNvGrpSpPr/>
          <p:nvPr/>
        </p:nvGrpSpPr>
        <p:grpSpPr>
          <a:xfrm>
            <a:off x="7157930" y="2440496"/>
            <a:ext cx="1565086" cy="2182309"/>
            <a:chOff x="4368540" y="3298187"/>
            <a:chExt cx="558620" cy="778923"/>
          </a:xfrm>
        </p:grpSpPr>
        <p:sp>
          <p:nvSpPr>
            <p:cNvPr id="1393" name="Google Shape;1393;p76"/>
            <p:cNvSpPr/>
            <p:nvPr/>
          </p:nvSpPr>
          <p:spPr>
            <a:xfrm>
              <a:off x="4507766" y="3526830"/>
              <a:ext cx="112707" cy="149603"/>
            </a:xfrm>
            <a:custGeom>
              <a:avLst/>
              <a:gdLst/>
              <a:ahLst/>
              <a:cxnLst/>
              <a:rect l="l" t="t" r="r" b="b"/>
              <a:pathLst>
                <a:path w="112707" h="149603" extrusionOk="0">
                  <a:moveTo>
                    <a:pt x="25006" y="0"/>
                  </a:moveTo>
                  <a:cubicBezTo>
                    <a:pt x="23545" y="12209"/>
                    <a:pt x="18730" y="30695"/>
                    <a:pt x="13829" y="38692"/>
                  </a:cubicBezTo>
                  <a:cubicBezTo>
                    <a:pt x="9401" y="46602"/>
                    <a:pt x="6778" y="55415"/>
                    <a:pt x="6220" y="64486"/>
                  </a:cubicBezTo>
                  <a:cubicBezTo>
                    <a:pt x="4371" y="80737"/>
                    <a:pt x="16881" y="97417"/>
                    <a:pt x="10863" y="112636"/>
                  </a:cubicBezTo>
                  <a:cubicBezTo>
                    <a:pt x="7466" y="121234"/>
                    <a:pt x="-1734" y="128671"/>
                    <a:pt x="287" y="137742"/>
                  </a:cubicBezTo>
                  <a:cubicBezTo>
                    <a:pt x="1791" y="142686"/>
                    <a:pt x="5661" y="146512"/>
                    <a:pt x="10605" y="147974"/>
                  </a:cubicBezTo>
                  <a:cubicBezTo>
                    <a:pt x="15462" y="149350"/>
                    <a:pt x="20578" y="149866"/>
                    <a:pt x="25608" y="149479"/>
                  </a:cubicBezTo>
                  <a:lnTo>
                    <a:pt x="76595" y="148877"/>
                  </a:lnTo>
                  <a:cubicBezTo>
                    <a:pt x="85709" y="148877"/>
                    <a:pt x="96113" y="148103"/>
                    <a:pt x="101874" y="141010"/>
                  </a:cubicBezTo>
                  <a:cubicBezTo>
                    <a:pt x="105356" y="135808"/>
                    <a:pt x="107162" y="129703"/>
                    <a:pt x="107076" y="123469"/>
                  </a:cubicBezTo>
                  <a:cubicBezTo>
                    <a:pt x="110257" y="87056"/>
                    <a:pt x="112149" y="50557"/>
                    <a:pt x="112708" y="13972"/>
                  </a:cubicBezTo>
                  <a:lnTo>
                    <a:pt x="2500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4" name="Google Shape;1394;p76"/>
            <p:cNvSpPr/>
            <p:nvPr/>
          </p:nvSpPr>
          <p:spPr>
            <a:xfrm>
              <a:off x="4368540" y="3571330"/>
              <a:ext cx="88182" cy="176514"/>
            </a:xfrm>
            <a:custGeom>
              <a:avLst/>
              <a:gdLst/>
              <a:ahLst/>
              <a:cxnLst/>
              <a:rect l="l" t="t" r="r" b="b"/>
              <a:pathLst>
                <a:path w="88182" h="176514" extrusionOk="0">
                  <a:moveTo>
                    <a:pt x="17248" y="79872"/>
                  </a:moveTo>
                  <a:cubicBezTo>
                    <a:pt x="12906" y="80001"/>
                    <a:pt x="8736" y="81505"/>
                    <a:pt x="5296" y="84171"/>
                  </a:cubicBezTo>
                  <a:cubicBezTo>
                    <a:pt x="2416" y="87094"/>
                    <a:pt x="739" y="90963"/>
                    <a:pt x="524" y="95047"/>
                  </a:cubicBezTo>
                  <a:cubicBezTo>
                    <a:pt x="-1066" y="104462"/>
                    <a:pt x="997" y="114135"/>
                    <a:pt x="6242" y="122131"/>
                  </a:cubicBezTo>
                  <a:lnTo>
                    <a:pt x="27265" y="160264"/>
                  </a:lnTo>
                  <a:lnTo>
                    <a:pt x="25975" y="173591"/>
                  </a:lnTo>
                  <a:lnTo>
                    <a:pt x="82594" y="176515"/>
                  </a:lnTo>
                  <a:lnTo>
                    <a:pt x="82293" y="144100"/>
                  </a:lnTo>
                  <a:cubicBezTo>
                    <a:pt x="82293" y="144100"/>
                    <a:pt x="85302" y="133309"/>
                    <a:pt x="86592" y="129096"/>
                  </a:cubicBezTo>
                  <a:cubicBezTo>
                    <a:pt x="87623" y="123593"/>
                    <a:pt x="88139" y="118004"/>
                    <a:pt x="88182" y="112373"/>
                  </a:cubicBezTo>
                  <a:cubicBezTo>
                    <a:pt x="88182" y="112373"/>
                    <a:pt x="83109" y="82279"/>
                    <a:pt x="84872" y="68479"/>
                  </a:cubicBezTo>
                  <a:cubicBezTo>
                    <a:pt x="86635" y="54679"/>
                    <a:pt x="80186" y="16890"/>
                    <a:pt x="77349" y="5842"/>
                  </a:cubicBezTo>
                  <a:cubicBezTo>
                    <a:pt x="74511" y="-5207"/>
                    <a:pt x="64451" y="1242"/>
                    <a:pt x="63420" y="10141"/>
                  </a:cubicBezTo>
                  <a:cubicBezTo>
                    <a:pt x="62388" y="19040"/>
                    <a:pt x="66687" y="39331"/>
                    <a:pt x="63420" y="56399"/>
                  </a:cubicBezTo>
                  <a:cubicBezTo>
                    <a:pt x="63420" y="56399"/>
                    <a:pt x="61915" y="62030"/>
                    <a:pt x="59121" y="58118"/>
                  </a:cubicBezTo>
                  <a:cubicBezTo>
                    <a:pt x="53317" y="53776"/>
                    <a:pt x="45192" y="54636"/>
                    <a:pt x="40420" y="60096"/>
                  </a:cubicBezTo>
                  <a:cubicBezTo>
                    <a:pt x="39001" y="61730"/>
                    <a:pt x="37926" y="63664"/>
                    <a:pt x="37324" y="65771"/>
                  </a:cubicBezTo>
                  <a:cubicBezTo>
                    <a:pt x="36722" y="67834"/>
                    <a:pt x="35605" y="70500"/>
                    <a:pt x="34143" y="70070"/>
                  </a:cubicBezTo>
                  <a:cubicBezTo>
                    <a:pt x="31220" y="69081"/>
                    <a:pt x="27995" y="69081"/>
                    <a:pt x="25072" y="70070"/>
                  </a:cubicBezTo>
                  <a:cubicBezTo>
                    <a:pt x="20429" y="71789"/>
                    <a:pt x="17248" y="79872"/>
                    <a:pt x="17248" y="79872"/>
                  </a:cubicBezTo>
                  <a:lnTo>
                    <a:pt x="17248" y="79872"/>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5" name="Google Shape;1395;p76"/>
            <p:cNvSpPr/>
            <p:nvPr/>
          </p:nvSpPr>
          <p:spPr>
            <a:xfrm>
              <a:off x="4404484" y="3637488"/>
              <a:ext cx="21886" cy="62093"/>
            </a:xfrm>
            <a:custGeom>
              <a:avLst/>
              <a:gdLst/>
              <a:ahLst/>
              <a:cxnLst/>
              <a:rect l="l" t="t" r="r" b="b"/>
              <a:pathLst>
                <a:path w="21886" h="62093" extrusionOk="0">
                  <a:moveTo>
                    <a:pt x="1681" y="6664"/>
                  </a:moveTo>
                  <a:cubicBezTo>
                    <a:pt x="1165" y="19561"/>
                    <a:pt x="693" y="32458"/>
                    <a:pt x="177" y="45355"/>
                  </a:cubicBezTo>
                  <a:cubicBezTo>
                    <a:pt x="-296" y="49224"/>
                    <a:pt x="177" y="53179"/>
                    <a:pt x="1638" y="56834"/>
                  </a:cubicBezTo>
                  <a:cubicBezTo>
                    <a:pt x="3315" y="60574"/>
                    <a:pt x="7356" y="62680"/>
                    <a:pt x="11397" y="61949"/>
                  </a:cubicBezTo>
                  <a:cubicBezTo>
                    <a:pt x="13848" y="61047"/>
                    <a:pt x="15739" y="59069"/>
                    <a:pt x="16556" y="56619"/>
                  </a:cubicBezTo>
                  <a:cubicBezTo>
                    <a:pt x="17287" y="54211"/>
                    <a:pt x="17631" y="51718"/>
                    <a:pt x="17588" y="49181"/>
                  </a:cubicBezTo>
                  <a:cubicBezTo>
                    <a:pt x="18190" y="32716"/>
                    <a:pt x="19608" y="16293"/>
                    <a:pt x="21887" y="0"/>
                  </a:cubicBezTo>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6" name="Google Shape;1396;p76"/>
            <p:cNvSpPr/>
            <p:nvPr/>
          </p:nvSpPr>
          <p:spPr>
            <a:xfrm>
              <a:off x="4404044" y="3637660"/>
              <a:ext cx="22283" cy="62852"/>
            </a:xfrm>
            <a:custGeom>
              <a:avLst/>
              <a:gdLst/>
              <a:ahLst/>
              <a:cxnLst/>
              <a:rect l="l" t="t" r="r" b="b"/>
              <a:pathLst>
                <a:path w="22283" h="62852" extrusionOk="0">
                  <a:moveTo>
                    <a:pt x="22284" y="0"/>
                  </a:moveTo>
                  <a:lnTo>
                    <a:pt x="22284" y="1290"/>
                  </a:lnTo>
                  <a:cubicBezTo>
                    <a:pt x="22284" y="2278"/>
                    <a:pt x="22284" y="3482"/>
                    <a:pt x="21897" y="4987"/>
                  </a:cubicBezTo>
                  <a:cubicBezTo>
                    <a:pt x="21596" y="8340"/>
                    <a:pt x="21123" y="12940"/>
                    <a:pt x="20607" y="18486"/>
                  </a:cubicBezTo>
                  <a:cubicBezTo>
                    <a:pt x="20091" y="24032"/>
                    <a:pt x="19575" y="31039"/>
                    <a:pt x="19188" y="38606"/>
                  </a:cubicBezTo>
                  <a:cubicBezTo>
                    <a:pt x="19188" y="42389"/>
                    <a:pt x="18844" y="46387"/>
                    <a:pt x="18673" y="50514"/>
                  </a:cubicBezTo>
                  <a:cubicBezTo>
                    <a:pt x="18673" y="52707"/>
                    <a:pt x="18329" y="54856"/>
                    <a:pt x="17641" y="56920"/>
                  </a:cubicBezTo>
                  <a:cubicBezTo>
                    <a:pt x="16910" y="59112"/>
                    <a:pt x="15362" y="60961"/>
                    <a:pt x="13341" y="62079"/>
                  </a:cubicBezTo>
                  <a:cubicBezTo>
                    <a:pt x="11192" y="63110"/>
                    <a:pt x="8699" y="63110"/>
                    <a:pt x="6549" y="62079"/>
                  </a:cubicBezTo>
                  <a:cubicBezTo>
                    <a:pt x="4528" y="61047"/>
                    <a:pt x="2895" y="59456"/>
                    <a:pt x="1820" y="57479"/>
                  </a:cubicBezTo>
                  <a:cubicBezTo>
                    <a:pt x="229" y="53695"/>
                    <a:pt x="-330" y="49568"/>
                    <a:pt x="186" y="45527"/>
                  </a:cubicBezTo>
                  <a:cubicBezTo>
                    <a:pt x="530" y="37961"/>
                    <a:pt x="831" y="31168"/>
                    <a:pt x="1089" y="25365"/>
                  </a:cubicBezTo>
                  <a:cubicBezTo>
                    <a:pt x="1347" y="19561"/>
                    <a:pt x="1648" y="15176"/>
                    <a:pt x="1820" y="11779"/>
                  </a:cubicBezTo>
                  <a:cubicBezTo>
                    <a:pt x="1820" y="10275"/>
                    <a:pt x="1820" y="9071"/>
                    <a:pt x="2078" y="8082"/>
                  </a:cubicBezTo>
                  <a:cubicBezTo>
                    <a:pt x="2035" y="7652"/>
                    <a:pt x="2035" y="7222"/>
                    <a:pt x="2078" y="6793"/>
                  </a:cubicBezTo>
                  <a:cubicBezTo>
                    <a:pt x="2164" y="7222"/>
                    <a:pt x="2164" y="7652"/>
                    <a:pt x="2078" y="8082"/>
                  </a:cubicBezTo>
                  <a:lnTo>
                    <a:pt x="2078" y="11779"/>
                  </a:lnTo>
                  <a:cubicBezTo>
                    <a:pt x="2078" y="15176"/>
                    <a:pt x="2078" y="19776"/>
                    <a:pt x="1734" y="25407"/>
                  </a:cubicBezTo>
                  <a:cubicBezTo>
                    <a:pt x="1390" y="31039"/>
                    <a:pt x="1347" y="38004"/>
                    <a:pt x="1089" y="45570"/>
                  </a:cubicBezTo>
                  <a:cubicBezTo>
                    <a:pt x="616" y="49439"/>
                    <a:pt x="1132" y="53351"/>
                    <a:pt x="2680" y="56920"/>
                  </a:cubicBezTo>
                  <a:cubicBezTo>
                    <a:pt x="3626" y="58682"/>
                    <a:pt x="5130" y="60101"/>
                    <a:pt x="6979" y="60961"/>
                  </a:cubicBezTo>
                  <a:cubicBezTo>
                    <a:pt x="8784" y="61864"/>
                    <a:pt x="10934" y="61864"/>
                    <a:pt x="12740" y="60961"/>
                  </a:cubicBezTo>
                  <a:cubicBezTo>
                    <a:pt x="14459" y="60015"/>
                    <a:pt x="15835" y="58510"/>
                    <a:pt x="16523" y="56662"/>
                  </a:cubicBezTo>
                  <a:cubicBezTo>
                    <a:pt x="17125" y="54727"/>
                    <a:pt x="17469" y="52707"/>
                    <a:pt x="17469" y="50643"/>
                  </a:cubicBezTo>
                  <a:cubicBezTo>
                    <a:pt x="17469" y="46344"/>
                    <a:pt x="17813" y="42518"/>
                    <a:pt x="18071" y="38735"/>
                  </a:cubicBezTo>
                  <a:cubicBezTo>
                    <a:pt x="18500" y="31125"/>
                    <a:pt x="19102" y="24333"/>
                    <a:pt x="19747" y="18615"/>
                  </a:cubicBezTo>
                  <a:cubicBezTo>
                    <a:pt x="20392" y="12897"/>
                    <a:pt x="20951" y="8254"/>
                    <a:pt x="21424" y="5073"/>
                  </a:cubicBezTo>
                  <a:cubicBezTo>
                    <a:pt x="21682" y="3482"/>
                    <a:pt x="21897" y="2278"/>
                    <a:pt x="22026" y="1419"/>
                  </a:cubicBezTo>
                  <a:cubicBezTo>
                    <a:pt x="22026" y="946"/>
                    <a:pt x="22155" y="473"/>
                    <a:pt x="22284" y="0"/>
                  </a:cubicBezTo>
                  <a:lnTo>
                    <a:pt x="22284"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7" name="Google Shape;1397;p76"/>
            <p:cNvSpPr/>
            <p:nvPr/>
          </p:nvSpPr>
          <p:spPr>
            <a:xfrm>
              <a:off x="4419568" y="3668737"/>
              <a:ext cx="29244" cy="37794"/>
            </a:xfrm>
            <a:custGeom>
              <a:avLst/>
              <a:gdLst/>
              <a:ahLst/>
              <a:cxnLst/>
              <a:rect l="l" t="t" r="r" b="b"/>
              <a:pathLst>
                <a:path w="29244" h="37794" extrusionOk="0">
                  <a:moveTo>
                    <a:pt x="29244" y="10108"/>
                  </a:moveTo>
                  <a:cubicBezTo>
                    <a:pt x="24945" y="8603"/>
                    <a:pt x="17809" y="3874"/>
                    <a:pt x="13596" y="1768"/>
                  </a:cubicBezTo>
                  <a:cubicBezTo>
                    <a:pt x="10586" y="-210"/>
                    <a:pt x="6803" y="-554"/>
                    <a:pt x="3493" y="865"/>
                  </a:cubicBezTo>
                  <a:cubicBezTo>
                    <a:pt x="1042" y="2671"/>
                    <a:pt x="-290" y="5637"/>
                    <a:pt x="54" y="8689"/>
                  </a:cubicBezTo>
                  <a:cubicBezTo>
                    <a:pt x="311" y="12516"/>
                    <a:pt x="1687" y="16213"/>
                    <a:pt x="4009" y="19265"/>
                  </a:cubicBezTo>
                  <a:cubicBezTo>
                    <a:pt x="4868" y="20469"/>
                    <a:pt x="5814" y="21544"/>
                    <a:pt x="6846" y="22575"/>
                  </a:cubicBezTo>
                  <a:cubicBezTo>
                    <a:pt x="7964" y="23521"/>
                    <a:pt x="9254" y="24295"/>
                    <a:pt x="10586" y="24854"/>
                  </a:cubicBezTo>
                  <a:cubicBezTo>
                    <a:pt x="11016" y="25026"/>
                    <a:pt x="11360" y="25327"/>
                    <a:pt x="11618" y="25671"/>
                  </a:cubicBezTo>
                  <a:cubicBezTo>
                    <a:pt x="12048" y="26702"/>
                    <a:pt x="12306" y="27777"/>
                    <a:pt x="12392" y="28895"/>
                  </a:cubicBezTo>
                  <a:cubicBezTo>
                    <a:pt x="13166" y="31732"/>
                    <a:pt x="14670" y="34312"/>
                    <a:pt x="16691" y="36418"/>
                  </a:cubicBezTo>
                  <a:cubicBezTo>
                    <a:pt x="17121" y="36891"/>
                    <a:pt x="17637" y="37364"/>
                    <a:pt x="18110" y="37794"/>
                  </a:cubicBezTo>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8" name="Google Shape;1398;p76"/>
            <p:cNvSpPr/>
            <p:nvPr/>
          </p:nvSpPr>
          <p:spPr>
            <a:xfrm>
              <a:off x="4418891" y="3667963"/>
              <a:ext cx="29792" cy="38481"/>
            </a:xfrm>
            <a:custGeom>
              <a:avLst/>
              <a:gdLst/>
              <a:ahLst/>
              <a:cxnLst/>
              <a:rect l="l" t="t" r="r" b="b"/>
              <a:pathLst>
                <a:path w="29792" h="38481" extrusionOk="0">
                  <a:moveTo>
                    <a:pt x="18486" y="38482"/>
                  </a:moveTo>
                  <a:lnTo>
                    <a:pt x="17884" y="38052"/>
                  </a:lnTo>
                  <a:cubicBezTo>
                    <a:pt x="17325" y="37622"/>
                    <a:pt x="16766" y="37149"/>
                    <a:pt x="16293" y="36590"/>
                  </a:cubicBezTo>
                  <a:cubicBezTo>
                    <a:pt x="14531" y="34613"/>
                    <a:pt x="13241" y="32248"/>
                    <a:pt x="12510" y="29669"/>
                  </a:cubicBezTo>
                  <a:cubicBezTo>
                    <a:pt x="12510" y="28809"/>
                    <a:pt x="12510" y="27949"/>
                    <a:pt x="12037" y="27175"/>
                  </a:cubicBezTo>
                  <a:cubicBezTo>
                    <a:pt x="11951" y="26831"/>
                    <a:pt x="11736" y="26530"/>
                    <a:pt x="11435" y="26315"/>
                  </a:cubicBezTo>
                  <a:cubicBezTo>
                    <a:pt x="11049" y="26058"/>
                    <a:pt x="10662" y="25886"/>
                    <a:pt x="10232" y="25714"/>
                  </a:cubicBezTo>
                  <a:cubicBezTo>
                    <a:pt x="8297" y="24811"/>
                    <a:pt x="6577" y="23478"/>
                    <a:pt x="5245" y="21802"/>
                  </a:cubicBezTo>
                  <a:cubicBezTo>
                    <a:pt x="1935" y="18147"/>
                    <a:pt x="86" y="13418"/>
                    <a:pt x="0" y="8475"/>
                  </a:cubicBezTo>
                  <a:cubicBezTo>
                    <a:pt x="0" y="5809"/>
                    <a:pt x="1118" y="3273"/>
                    <a:pt x="3095" y="1510"/>
                  </a:cubicBezTo>
                  <a:cubicBezTo>
                    <a:pt x="5116" y="48"/>
                    <a:pt x="7695" y="-382"/>
                    <a:pt x="10103" y="349"/>
                  </a:cubicBezTo>
                  <a:cubicBezTo>
                    <a:pt x="12123" y="908"/>
                    <a:pt x="14101" y="1725"/>
                    <a:pt x="15907" y="2800"/>
                  </a:cubicBezTo>
                  <a:cubicBezTo>
                    <a:pt x="17583" y="3745"/>
                    <a:pt x="19131" y="4691"/>
                    <a:pt x="20549" y="5551"/>
                  </a:cubicBezTo>
                  <a:cubicBezTo>
                    <a:pt x="23344" y="7271"/>
                    <a:pt x="25665" y="8603"/>
                    <a:pt x="27256" y="9463"/>
                  </a:cubicBezTo>
                  <a:cubicBezTo>
                    <a:pt x="28116" y="9850"/>
                    <a:pt x="28976" y="10280"/>
                    <a:pt x="29793" y="10796"/>
                  </a:cubicBezTo>
                  <a:cubicBezTo>
                    <a:pt x="28847" y="10667"/>
                    <a:pt x="27901" y="10366"/>
                    <a:pt x="27041" y="9893"/>
                  </a:cubicBezTo>
                  <a:cubicBezTo>
                    <a:pt x="25364" y="9162"/>
                    <a:pt x="23000" y="7916"/>
                    <a:pt x="20120" y="6282"/>
                  </a:cubicBezTo>
                  <a:lnTo>
                    <a:pt x="15390" y="3702"/>
                  </a:lnTo>
                  <a:cubicBezTo>
                    <a:pt x="13671" y="2757"/>
                    <a:pt x="11822" y="1983"/>
                    <a:pt x="9888" y="1510"/>
                  </a:cubicBezTo>
                  <a:cubicBezTo>
                    <a:pt x="7824" y="908"/>
                    <a:pt x="5589" y="1295"/>
                    <a:pt x="3869" y="2542"/>
                  </a:cubicBezTo>
                  <a:cubicBezTo>
                    <a:pt x="2193" y="4089"/>
                    <a:pt x="1247" y="6325"/>
                    <a:pt x="1290" y="8603"/>
                  </a:cubicBezTo>
                  <a:cubicBezTo>
                    <a:pt x="1376" y="13289"/>
                    <a:pt x="3138" y="17760"/>
                    <a:pt x="6234" y="21286"/>
                  </a:cubicBezTo>
                  <a:cubicBezTo>
                    <a:pt x="7480" y="22876"/>
                    <a:pt x="9028" y="24123"/>
                    <a:pt x="10833" y="24983"/>
                  </a:cubicBezTo>
                  <a:cubicBezTo>
                    <a:pt x="11307" y="25198"/>
                    <a:pt x="11736" y="25456"/>
                    <a:pt x="12166" y="25714"/>
                  </a:cubicBezTo>
                  <a:cubicBezTo>
                    <a:pt x="12596" y="26058"/>
                    <a:pt x="12897" y="26530"/>
                    <a:pt x="13069" y="27089"/>
                  </a:cubicBezTo>
                  <a:cubicBezTo>
                    <a:pt x="13327" y="28078"/>
                    <a:pt x="13327" y="28938"/>
                    <a:pt x="13499" y="29669"/>
                  </a:cubicBezTo>
                  <a:cubicBezTo>
                    <a:pt x="14101" y="32162"/>
                    <a:pt x="15219" y="34484"/>
                    <a:pt x="16809" y="36504"/>
                  </a:cubicBezTo>
                  <a:cubicBezTo>
                    <a:pt x="17411" y="37149"/>
                    <a:pt x="17970" y="37794"/>
                    <a:pt x="18486" y="38482"/>
                  </a:cubicBezTo>
                  <a:lnTo>
                    <a:pt x="18486" y="38482"/>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9" name="Google Shape;1399;p76"/>
            <p:cNvSpPr/>
            <p:nvPr/>
          </p:nvSpPr>
          <p:spPr>
            <a:xfrm>
              <a:off x="4426543" y="3644367"/>
              <a:ext cx="20764" cy="15304"/>
            </a:xfrm>
            <a:custGeom>
              <a:avLst/>
              <a:gdLst/>
              <a:ahLst/>
              <a:cxnLst/>
              <a:rect l="l" t="t" r="r" b="b"/>
              <a:pathLst>
                <a:path w="20764" h="15304" extrusionOk="0">
                  <a:moveTo>
                    <a:pt x="20765" y="0"/>
                  </a:moveTo>
                  <a:cubicBezTo>
                    <a:pt x="16078" y="7609"/>
                    <a:pt x="8641" y="13069"/>
                    <a:pt x="0" y="15305"/>
                  </a:cubicBezTo>
                  <a:cubicBezTo>
                    <a:pt x="3826" y="13327"/>
                    <a:pt x="7566" y="11092"/>
                    <a:pt x="11135" y="8684"/>
                  </a:cubicBezTo>
                  <a:cubicBezTo>
                    <a:pt x="14488" y="5976"/>
                    <a:pt x="17712" y="3052"/>
                    <a:pt x="20765" y="0"/>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0" name="Google Shape;1400;p76"/>
            <p:cNvSpPr/>
            <p:nvPr/>
          </p:nvSpPr>
          <p:spPr>
            <a:xfrm>
              <a:off x="4384625" y="3654383"/>
              <a:ext cx="27730" cy="54581"/>
            </a:xfrm>
            <a:custGeom>
              <a:avLst/>
              <a:gdLst/>
              <a:ahLst/>
              <a:cxnLst/>
              <a:rect l="l" t="t" r="r" b="b"/>
              <a:pathLst>
                <a:path w="27730" h="54581" extrusionOk="0">
                  <a:moveTo>
                    <a:pt x="26355" y="45054"/>
                  </a:moveTo>
                  <a:cubicBezTo>
                    <a:pt x="26355" y="45054"/>
                    <a:pt x="26355" y="45269"/>
                    <a:pt x="26742" y="45742"/>
                  </a:cubicBezTo>
                  <a:cubicBezTo>
                    <a:pt x="27043" y="46430"/>
                    <a:pt x="27301" y="47118"/>
                    <a:pt x="27473" y="47849"/>
                  </a:cubicBezTo>
                  <a:cubicBezTo>
                    <a:pt x="27817" y="49009"/>
                    <a:pt x="27817" y="50299"/>
                    <a:pt x="27473" y="51460"/>
                  </a:cubicBezTo>
                  <a:cubicBezTo>
                    <a:pt x="26871" y="53050"/>
                    <a:pt x="25452" y="54211"/>
                    <a:pt x="23732" y="54512"/>
                  </a:cubicBezTo>
                  <a:cubicBezTo>
                    <a:pt x="19476" y="54942"/>
                    <a:pt x="15306" y="53351"/>
                    <a:pt x="12426" y="50213"/>
                  </a:cubicBezTo>
                  <a:cubicBezTo>
                    <a:pt x="9073" y="46516"/>
                    <a:pt x="6579" y="42088"/>
                    <a:pt x="5117" y="37316"/>
                  </a:cubicBezTo>
                  <a:cubicBezTo>
                    <a:pt x="3269" y="32673"/>
                    <a:pt x="1850" y="27858"/>
                    <a:pt x="818" y="22957"/>
                  </a:cubicBezTo>
                  <a:cubicBezTo>
                    <a:pt x="45" y="18959"/>
                    <a:pt x="-170" y="14875"/>
                    <a:pt x="131" y="10791"/>
                  </a:cubicBezTo>
                  <a:cubicBezTo>
                    <a:pt x="346" y="8039"/>
                    <a:pt x="904" y="5374"/>
                    <a:pt x="1764" y="2751"/>
                  </a:cubicBezTo>
                  <a:cubicBezTo>
                    <a:pt x="2022" y="1763"/>
                    <a:pt x="2452" y="860"/>
                    <a:pt x="3011" y="0"/>
                  </a:cubicBezTo>
                  <a:cubicBezTo>
                    <a:pt x="1893" y="3525"/>
                    <a:pt x="1248" y="7179"/>
                    <a:pt x="991" y="10877"/>
                  </a:cubicBezTo>
                  <a:cubicBezTo>
                    <a:pt x="818" y="14875"/>
                    <a:pt x="1119" y="18873"/>
                    <a:pt x="1936" y="22785"/>
                  </a:cubicBezTo>
                  <a:cubicBezTo>
                    <a:pt x="3011" y="27600"/>
                    <a:pt x="4430" y="32286"/>
                    <a:pt x="6235" y="36886"/>
                  </a:cubicBezTo>
                  <a:cubicBezTo>
                    <a:pt x="7611" y="41529"/>
                    <a:pt x="10018" y="45871"/>
                    <a:pt x="13200" y="49525"/>
                  </a:cubicBezTo>
                  <a:cubicBezTo>
                    <a:pt x="15822" y="52448"/>
                    <a:pt x="19605" y="54039"/>
                    <a:pt x="23518" y="53824"/>
                  </a:cubicBezTo>
                  <a:cubicBezTo>
                    <a:pt x="24936" y="53609"/>
                    <a:pt x="26183" y="52707"/>
                    <a:pt x="26785" y="51374"/>
                  </a:cubicBezTo>
                  <a:cubicBezTo>
                    <a:pt x="27086" y="50299"/>
                    <a:pt x="27086" y="49138"/>
                    <a:pt x="26785" y="48064"/>
                  </a:cubicBezTo>
                  <a:cubicBezTo>
                    <a:pt x="26699" y="46086"/>
                    <a:pt x="26269" y="45097"/>
                    <a:pt x="26355" y="45054"/>
                  </a:cubicBezTo>
                  <a:lnTo>
                    <a:pt x="26355" y="45054"/>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1" name="Google Shape;1401;p76"/>
            <p:cNvSpPr/>
            <p:nvPr/>
          </p:nvSpPr>
          <p:spPr>
            <a:xfrm>
              <a:off x="4402558" y="3652879"/>
              <a:ext cx="2652" cy="19775"/>
            </a:xfrm>
            <a:custGeom>
              <a:avLst/>
              <a:gdLst/>
              <a:ahLst/>
              <a:cxnLst/>
              <a:rect l="l" t="t" r="r" b="b"/>
              <a:pathLst>
                <a:path w="2652" h="19775" extrusionOk="0">
                  <a:moveTo>
                    <a:pt x="684" y="0"/>
                  </a:moveTo>
                  <a:cubicBezTo>
                    <a:pt x="1157" y="3267"/>
                    <a:pt x="1458" y="6578"/>
                    <a:pt x="1544" y="9888"/>
                  </a:cubicBezTo>
                  <a:cubicBezTo>
                    <a:pt x="2017" y="15348"/>
                    <a:pt x="2920" y="19690"/>
                    <a:pt x="2576" y="19776"/>
                  </a:cubicBezTo>
                  <a:cubicBezTo>
                    <a:pt x="1157" y="16723"/>
                    <a:pt x="383" y="13370"/>
                    <a:pt x="297" y="10017"/>
                  </a:cubicBezTo>
                  <a:cubicBezTo>
                    <a:pt x="-219" y="6664"/>
                    <a:pt x="-46" y="3267"/>
                    <a:pt x="684" y="0"/>
                  </a:cubicBezTo>
                  <a:lnTo>
                    <a:pt x="684"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2" name="Google Shape;1402;p76"/>
            <p:cNvSpPr/>
            <p:nvPr/>
          </p:nvSpPr>
          <p:spPr>
            <a:xfrm>
              <a:off x="4379268" y="3695782"/>
              <a:ext cx="16235" cy="7487"/>
            </a:xfrm>
            <a:custGeom>
              <a:avLst/>
              <a:gdLst/>
              <a:ahLst/>
              <a:cxnLst/>
              <a:rect l="l" t="t" r="r" b="b"/>
              <a:pathLst>
                <a:path w="16235" h="7487" extrusionOk="0">
                  <a:moveTo>
                    <a:pt x="16235" y="5934"/>
                  </a:moveTo>
                  <a:cubicBezTo>
                    <a:pt x="16235" y="5934"/>
                    <a:pt x="15419" y="6708"/>
                    <a:pt x="13699" y="7181"/>
                  </a:cubicBezTo>
                  <a:cubicBezTo>
                    <a:pt x="11421" y="7740"/>
                    <a:pt x="9013" y="7525"/>
                    <a:pt x="6821" y="6622"/>
                  </a:cubicBezTo>
                  <a:cubicBezTo>
                    <a:pt x="4628" y="5805"/>
                    <a:pt x="2736" y="4386"/>
                    <a:pt x="1275" y="2538"/>
                  </a:cubicBezTo>
                  <a:cubicBezTo>
                    <a:pt x="200" y="1119"/>
                    <a:pt x="-101" y="44"/>
                    <a:pt x="28" y="2"/>
                  </a:cubicBezTo>
                  <a:cubicBezTo>
                    <a:pt x="157" y="-41"/>
                    <a:pt x="759" y="818"/>
                    <a:pt x="1920" y="1979"/>
                  </a:cubicBezTo>
                  <a:cubicBezTo>
                    <a:pt x="3424" y="3484"/>
                    <a:pt x="5273" y="4687"/>
                    <a:pt x="7250" y="5504"/>
                  </a:cubicBezTo>
                  <a:cubicBezTo>
                    <a:pt x="9228" y="6278"/>
                    <a:pt x="11378" y="6579"/>
                    <a:pt x="13527" y="6364"/>
                  </a:cubicBezTo>
                  <a:cubicBezTo>
                    <a:pt x="15118" y="6321"/>
                    <a:pt x="16149" y="5762"/>
                    <a:pt x="16235" y="5934"/>
                  </a:cubicBezTo>
                  <a:lnTo>
                    <a:pt x="16235" y="5934"/>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3" name="Google Shape;1403;p76"/>
            <p:cNvSpPr/>
            <p:nvPr/>
          </p:nvSpPr>
          <p:spPr>
            <a:xfrm>
              <a:off x="4397997" y="3629062"/>
              <a:ext cx="177508" cy="329223"/>
            </a:xfrm>
            <a:custGeom>
              <a:avLst/>
              <a:gdLst/>
              <a:ahLst/>
              <a:cxnLst/>
              <a:rect l="l" t="t" r="r" b="b"/>
              <a:pathLst>
                <a:path w="177508" h="329223" extrusionOk="0">
                  <a:moveTo>
                    <a:pt x="177508" y="0"/>
                  </a:moveTo>
                  <a:cubicBezTo>
                    <a:pt x="177508" y="0"/>
                    <a:pt x="132239" y="15477"/>
                    <a:pt x="121062" y="41486"/>
                  </a:cubicBezTo>
                  <a:cubicBezTo>
                    <a:pt x="119127" y="46000"/>
                    <a:pt x="74202" y="160742"/>
                    <a:pt x="74202" y="160742"/>
                  </a:cubicBezTo>
                  <a:lnTo>
                    <a:pt x="0" y="268219"/>
                  </a:lnTo>
                  <a:cubicBezTo>
                    <a:pt x="0" y="268219"/>
                    <a:pt x="19303" y="331888"/>
                    <a:pt x="84262" y="329137"/>
                  </a:cubicBezTo>
                  <a:cubicBezTo>
                    <a:pt x="84262" y="329137"/>
                    <a:pt x="105757" y="329137"/>
                    <a:pt x="130391" y="290445"/>
                  </a:cubicBezTo>
                  <a:cubicBezTo>
                    <a:pt x="152359" y="256310"/>
                    <a:pt x="165815" y="194318"/>
                    <a:pt x="165815" y="194318"/>
                  </a:cubicBezTo>
                  <a:lnTo>
                    <a:pt x="177508" y="0"/>
                  </a:lnTo>
                  <a:lnTo>
                    <a:pt x="177508"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4" name="Google Shape;1404;p76"/>
            <p:cNvSpPr/>
            <p:nvPr/>
          </p:nvSpPr>
          <p:spPr>
            <a:xfrm>
              <a:off x="4372589" y="3727468"/>
              <a:ext cx="126736" cy="172091"/>
            </a:xfrm>
            <a:custGeom>
              <a:avLst/>
              <a:gdLst/>
              <a:ahLst/>
              <a:cxnLst/>
              <a:rect l="l" t="t" r="r" b="b"/>
              <a:pathLst>
                <a:path w="126736" h="172091" extrusionOk="0">
                  <a:moveTo>
                    <a:pt x="25365" y="169942"/>
                  </a:moveTo>
                  <a:lnTo>
                    <a:pt x="0" y="15520"/>
                  </a:lnTo>
                  <a:lnTo>
                    <a:pt x="91269" y="0"/>
                  </a:lnTo>
                  <a:lnTo>
                    <a:pt x="126736" y="172092"/>
                  </a:lnTo>
                  <a:lnTo>
                    <a:pt x="25365" y="16994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5" name="Google Shape;1405;p76"/>
            <p:cNvSpPr/>
            <p:nvPr/>
          </p:nvSpPr>
          <p:spPr>
            <a:xfrm>
              <a:off x="4464224" y="3727252"/>
              <a:ext cx="25747" cy="137613"/>
            </a:xfrm>
            <a:custGeom>
              <a:avLst/>
              <a:gdLst/>
              <a:ahLst/>
              <a:cxnLst/>
              <a:rect l="l" t="t" r="r" b="b"/>
              <a:pathLst>
                <a:path w="25747" h="137613" extrusionOk="0">
                  <a:moveTo>
                    <a:pt x="25730" y="137613"/>
                  </a:moveTo>
                  <a:cubicBezTo>
                    <a:pt x="25515" y="137183"/>
                    <a:pt x="25386" y="136711"/>
                    <a:pt x="25300" y="136237"/>
                  </a:cubicBezTo>
                  <a:cubicBezTo>
                    <a:pt x="25042" y="135206"/>
                    <a:pt x="24741" y="133873"/>
                    <a:pt x="24354" y="132282"/>
                  </a:cubicBezTo>
                  <a:cubicBezTo>
                    <a:pt x="23495" y="128800"/>
                    <a:pt x="22420" y="123684"/>
                    <a:pt x="21130" y="117580"/>
                  </a:cubicBezTo>
                  <a:cubicBezTo>
                    <a:pt x="18594" y="105198"/>
                    <a:pt x="15498" y="87959"/>
                    <a:pt x="12231" y="68914"/>
                  </a:cubicBezTo>
                  <a:cubicBezTo>
                    <a:pt x="8964" y="49869"/>
                    <a:pt x="6040" y="32587"/>
                    <a:pt x="3633" y="20163"/>
                  </a:cubicBezTo>
                  <a:cubicBezTo>
                    <a:pt x="2472" y="14058"/>
                    <a:pt x="1483" y="9071"/>
                    <a:pt x="795" y="5417"/>
                  </a:cubicBezTo>
                  <a:cubicBezTo>
                    <a:pt x="494" y="3783"/>
                    <a:pt x="279" y="2450"/>
                    <a:pt x="65" y="1419"/>
                  </a:cubicBezTo>
                  <a:cubicBezTo>
                    <a:pt x="-22" y="946"/>
                    <a:pt x="-22" y="473"/>
                    <a:pt x="65" y="0"/>
                  </a:cubicBezTo>
                  <a:cubicBezTo>
                    <a:pt x="236" y="430"/>
                    <a:pt x="409" y="903"/>
                    <a:pt x="494" y="1376"/>
                  </a:cubicBezTo>
                  <a:cubicBezTo>
                    <a:pt x="752" y="2408"/>
                    <a:pt x="1053" y="3697"/>
                    <a:pt x="1440" y="5331"/>
                  </a:cubicBezTo>
                  <a:cubicBezTo>
                    <a:pt x="2257" y="8770"/>
                    <a:pt x="3375" y="13929"/>
                    <a:pt x="4622" y="19991"/>
                  </a:cubicBezTo>
                  <a:cubicBezTo>
                    <a:pt x="7201" y="32415"/>
                    <a:pt x="10296" y="49654"/>
                    <a:pt x="13521" y="68699"/>
                  </a:cubicBezTo>
                  <a:cubicBezTo>
                    <a:pt x="16745" y="87744"/>
                    <a:pt x="19754" y="104983"/>
                    <a:pt x="22119" y="117451"/>
                  </a:cubicBezTo>
                  <a:lnTo>
                    <a:pt x="24913" y="132154"/>
                  </a:lnTo>
                  <a:cubicBezTo>
                    <a:pt x="25214" y="133787"/>
                    <a:pt x="25472" y="135120"/>
                    <a:pt x="25687" y="136195"/>
                  </a:cubicBezTo>
                  <a:cubicBezTo>
                    <a:pt x="25730" y="136668"/>
                    <a:pt x="25773" y="137140"/>
                    <a:pt x="25730" y="137613"/>
                  </a:cubicBezTo>
                  <a:lnTo>
                    <a:pt x="25730" y="13761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6" name="Google Shape;1406;p76"/>
            <p:cNvSpPr/>
            <p:nvPr/>
          </p:nvSpPr>
          <p:spPr>
            <a:xfrm>
              <a:off x="4475767" y="3794232"/>
              <a:ext cx="25940" cy="83098"/>
            </a:xfrm>
            <a:custGeom>
              <a:avLst/>
              <a:gdLst/>
              <a:ahLst/>
              <a:cxnLst/>
              <a:rect l="l" t="t" r="r" b="b"/>
              <a:pathLst>
                <a:path w="25940" h="83098" extrusionOk="0">
                  <a:moveTo>
                    <a:pt x="0" y="0"/>
                  </a:moveTo>
                  <a:cubicBezTo>
                    <a:pt x="14832" y="22054"/>
                    <a:pt x="23688" y="47591"/>
                    <a:pt x="25794" y="74073"/>
                  </a:cubicBezTo>
                  <a:cubicBezTo>
                    <a:pt x="26138" y="76308"/>
                    <a:pt x="25880" y="78630"/>
                    <a:pt x="24978" y="80694"/>
                  </a:cubicBezTo>
                  <a:cubicBezTo>
                    <a:pt x="23946" y="82800"/>
                    <a:pt x="21367" y="83703"/>
                    <a:pt x="19260" y="82671"/>
                  </a:cubicBezTo>
                  <a:cubicBezTo>
                    <a:pt x="18013" y="81553"/>
                    <a:pt x="17282" y="80006"/>
                    <a:pt x="17153" y="78372"/>
                  </a:cubicBezTo>
                  <a:lnTo>
                    <a:pt x="774" y="989"/>
                  </a:ln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7" name="Google Shape;1407;p76"/>
            <p:cNvSpPr/>
            <p:nvPr/>
          </p:nvSpPr>
          <p:spPr>
            <a:xfrm>
              <a:off x="4532214" y="3384402"/>
              <a:ext cx="123426" cy="202700"/>
            </a:xfrm>
            <a:custGeom>
              <a:avLst/>
              <a:gdLst/>
              <a:ahLst/>
              <a:cxnLst/>
              <a:rect l="l" t="t" r="r" b="b"/>
              <a:pathLst>
                <a:path w="123426" h="202700" extrusionOk="0">
                  <a:moveTo>
                    <a:pt x="24548" y="0"/>
                  </a:moveTo>
                  <a:cubicBezTo>
                    <a:pt x="24548" y="0"/>
                    <a:pt x="2537" y="82284"/>
                    <a:pt x="645" y="140536"/>
                  </a:cubicBezTo>
                  <a:lnTo>
                    <a:pt x="0" y="159925"/>
                  </a:lnTo>
                  <a:cubicBezTo>
                    <a:pt x="0" y="159925"/>
                    <a:pt x="48579" y="200250"/>
                    <a:pt x="89292" y="202701"/>
                  </a:cubicBezTo>
                  <a:lnTo>
                    <a:pt x="123426" y="118783"/>
                  </a:lnTo>
                  <a:lnTo>
                    <a:pt x="24548" y="0"/>
                  </a:lnTo>
                  <a:lnTo>
                    <a:pt x="24548"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8" name="Google Shape;1408;p76"/>
            <p:cNvSpPr/>
            <p:nvPr/>
          </p:nvSpPr>
          <p:spPr>
            <a:xfrm>
              <a:off x="4547111" y="3298187"/>
              <a:ext cx="229535" cy="257318"/>
            </a:xfrm>
            <a:custGeom>
              <a:avLst/>
              <a:gdLst/>
              <a:ahLst/>
              <a:cxnLst/>
              <a:rect l="l" t="t" r="r" b="b"/>
              <a:pathLst>
                <a:path w="229535" h="257318" extrusionOk="0">
                  <a:moveTo>
                    <a:pt x="225335" y="136686"/>
                  </a:moveTo>
                  <a:cubicBezTo>
                    <a:pt x="216049" y="96576"/>
                    <a:pt x="212438" y="49845"/>
                    <a:pt x="179120" y="23707"/>
                  </a:cubicBezTo>
                  <a:cubicBezTo>
                    <a:pt x="154358" y="4275"/>
                    <a:pt x="126156" y="-1142"/>
                    <a:pt x="94686" y="191"/>
                  </a:cubicBezTo>
                  <a:cubicBezTo>
                    <a:pt x="79210" y="836"/>
                    <a:pt x="61713" y="7972"/>
                    <a:pt x="48257" y="15625"/>
                  </a:cubicBezTo>
                  <a:cubicBezTo>
                    <a:pt x="29771" y="26071"/>
                    <a:pt x="21903" y="47309"/>
                    <a:pt x="13004" y="66568"/>
                  </a:cubicBezTo>
                  <a:cubicBezTo>
                    <a:pt x="-4880" y="105260"/>
                    <a:pt x="-2601" y="157537"/>
                    <a:pt x="9479" y="172068"/>
                  </a:cubicBezTo>
                  <a:lnTo>
                    <a:pt x="170909" y="257318"/>
                  </a:lnTo>
                  <a:cubicBezTo>
                    <a:pt x="203152" y="240509"/>
                    <a:pt x="223357" y="233845"/>
                    <a:pt x="228516" y="190898"/>
                  </a:cubicBezTo>
                  <a:cubicBezTo>
                    <a:pt x="230580" y="172798"/>
                    <a:pt x="229505" y="154442"/>
                    <a:pt x="225335" y="13668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9" name="Google Shape;1409;p76"/>
            <p:cNvSpPr/>
            <p:nvPr/>
          </p:nvSpPr>
          <p:spPr>
            <a:xfrm>
              <a:off x="4556597" y="3323435"/>
              <a:ext cx="182652" cy="331929"/>
            </a:xfrm>
            <a:custGeom>
              <a:avLst/>
              <a:gdLst/>
              <a:ahLst/>
              <a:cxnLst/>
              <a:rect l="l" t="t" r="r" b="b"/>
              <a:pathLst>
                <a:path w="182652" h="331929" extrusionOk="0">
                  <a:moveTo>
                    <a:pt x="166152" y="30486"/>
                  </a:moveTo>
                  <a:lnTo>
                    <a:pt x="64522" y="393"/>
                  </a:lnTo>
                  <a:cubicBezTo>
                    <a:pt x="31806" y="-4379"/>
                    <a:pt x="8376" y="35258"/>
                    <a:pt x="4980" y="68146"/>
                  </a:cubicBezTo>
                  <a:cubicBezTo>
                    <a:pt x="1239" y="104688"/>
                    <a:pt x="-1899" y="149442"/>
                    <a:pt x="1368" y="176956"/>
                  </a:cubicBezTo>
                  <a:cubicBezTo>
                    <a:pt x="7946" y="232285"/>
                    <a:pt x="49819" y="240926"/>
                    <a:pt x="49819" y="240926"/>
                  </a:cubicBezTo>
                  <a:cubicBezTo>
                    <a:pt x="49819" y="240926"/>
                    <a:pt x="49819" y="241786"/>
                    <a:pt x="49561" y="258122"/>
                  </a:cubicBezTo>
                  <a:lnTo>
                    <a:pt x="48443" y="284561"/>
                  </a:lnTo>
                  <a:cubicBezTo>
                    <a:pt x="47798" y="295352"/>
                    <a:pt x="50980" y="305971"/>
                    <a:pt x="57385" y="314655"/>
                  </a:cubicBezTo>
                  <a:cubicBezTo>
                    <a:pt x="72389" y="334043"/>
                    <a:pt x="99688" y="336666"/>
                    <a:pt x="131888" y="324758"/>
                  </a:cubicBezTo>
                  <a:cubicBezTo>
                    <a:pt x="150546" y="317836"/>
                    <a:pt x="163529" y="303950"/>
                    <a:pt x="164948" y="285034"/>
                  </a:cubicBezTo>
                  <a:lnTo>
                    <a:pt x="182617" y="50778"/>
                  </a:lnTo>
                  <a:cubicBezTo>
                    <a:pt x="183219" y="40761"/>
                    <a:pt x="176082" y="31948"/>
                    <a:pt x="166152" y="30486"/>
                  </a:cubicBezTo>
                  <a:lnTo>
                    <a:pt x="166152" y="30486"/>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0" name="Google Shape;1410;p76"/>
            <p:cNvSpPr/>
            <p:nvPr/>
          </p:nvSpPr>
          <p:spPr>
            <a:xfrm>
              <a:off x="4579238" y="3432376"/>
              <a:ext cx="14072" cy="13547"/>
            </a:xfrm>
            <a:custGeom>
              <a:avLst/>
              <a:gdLst/>
              <a:ahLst/>
              <a:cxnLst/>
              <a:rect l="l" t="t" r="r" b="b"/>
              <a:pathLst>
                <a:path w="14072" h="13547" extrusionOk="0">
                  <a:moveTo>
                    <a:pt x="7" y="6108"/>
                  </a:moveTo>
                  <a:cubicBezTo>
                    <a:pt x="-165" y="9934"/>
                    <a:pt x="2716" y="13201"/>
                    <a:pt x="6542" y="13502"/>
                  </a:cubicBezTo>
                  <a:cubicBezTo>
                    <a:pt x="10282" y="13932"/>
                    <a:pt x="13635" y="11224"/>
                    <a:pt x="14065" y="7526"/>
                  </a:cubicBezTo>
                  <a:lnTo>
                    <a:pt x="14065" y="7397"/>
                  </a:lnTo>
                  <a:cubicBezTo>
                    <a:pt x="14237" y="3571"/>
                    <a:pt x="11357" y="304"/>
                    <a:pt x="7531" y="46"/>
                  </a:cubicBezTo>
                  <a:cubicBezTo>
                    <a:pt x="3834" y="-384"/>
                    <a:pt x="480" y="2239"/>
                    <a:pt x="7" y="5936"/>
                  </a:cubicBezTo>
                  <a:lnTo>
                    <a:pt x="7" y="6108"/>
                  </a:lnTo>
                  <a:lnTo>
                    <a:pt x="7" y="610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1" name="Google Shape;1411;p76"/>
            <p:cNvSpPr/>
            <p:nvPr/>
          </p:nvSpPr>
          <p:spPr>
            <a:xfrm>
              <a:off x="4569991" y="3417745"/>
              <a:ext cx="28176" cy="7962"/>
            </a:xfrm>
            <a:custGeom>
              <a:avLst/>
              <a:gdLst/>
              <a:ahLst/>
              <a:cxnLst/>
              <a:rect l="l" t="t" r="r" b="b"/>
              <a:pathLst>
                <a:path w="28176" h="7962" extrusionOk="0">
                  <a:moveTo>
                    <a:pt x="98" y="6896"/>
                  </a:moveTo>
                  <a:cubicBezTo>
                    <a:pt x="958" y="7842"/>
                    <a:pt x="6418" y="4102"/>
                    <a:pt x="14027" y="4403"/>
                  </a:cubicBezTo>
                  <a:cubicBezTo>
                    <a:pt x="21636" y="4704"/>
                    <a:pt x="26924" y="8702"/>
                    <a:pt x="27870" y="7842"/>
                  </a:cubicBezTo>
                  <a:cubicBezTo>
                    <a:pt x="28816" y="6982"/>
                    <a:pt x="27483" y="5779"/>
                    <a:pt x="25119" y="3887"/>
                  </a:cubicBezTo>
                  <a:cubicBezTo>
                    <a:pt x="21937" y="1480"/>
                    <a:pt x="18068" y="147"/>
                    <a:pt x="14070" y="18"/>
                  </a:cubicBezTo>
                  <a:cubicBezTo>
                    <a:pt x="10115" y="-154"/>
                    <a:pt x="6246" y="921"/>
                    <a:pt x="2935" y="3113"/>
                  </a:cubicBezTo>
                  <a:cubicBezTo>
                    <a:pt x="657" y="4919"/>
                    <a:pt x="-332" y="6466"/>
                    <a:pt x="98" y="6896"/>
                  </a:cubicBezTo>
                  <a:lnTo>
                    <a:pt x="98" y="689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2" name="Google Shape;1412;p76"/>
            <p:cNvSpPr/>
            <p:nvPr/>
          </p:nvSpPr>
          <p:spPr>
            <a:xfrm>
              <a:off x="4651592" y="3432505"/>
              <a:ext cx="14072" cy="13418"/>
            </a:xfrm>
            <a:custGeom>
              <a:avLst/>
              <a:gdLst/>
              <a:ahLst/>
              <a:cxnLst/>
              <a:rect l="l" t="t" r="r" b="b"/>
              <a:pathLst>
                <a:path w="14072" h="13418" extrusionOk="0">
                  <a:moveTo>
                    <a:pt x="7" y="5979"/>
                  </a:moveTo>
                  <a:cubicBezTo>
                    <a:pt x="-165" y="9805"/>
                    <a:pt x="2716" y="13072"/>
                    <a:pt x="6542" y="13373"/>
                  </a:cubicBezTo>
                  <a:cubicBezTo>
                    <a:pt x="10282" y="13803"/>
                    <a:pt x="13635" y="11138"/>
                    <a:pt x="14065" y="7398"/>
                  </a:cubicBezTo>
                  <a:lnTo>
                    <a:pt x="14065" y="7398"/>
                  </a:lnTo>
                  <a:cubicBezTo>
                    <a:pt x="14237" y="3571"/>
                    <a:pt x="11357" y="304"/>
                    <a:pt x="7531" y="46"/>
                  </a:cubicBezTo>
                  <a:cubicBezTo>
                    <a:pt x="3833" y="-384"/>
                    <a:pt x="480" y="2239"/>
                    <a:pt x="7" y="5936"/>
                  </a:cubicBezTo>
                  <a:lnTo>
                    <a:pt x="7" y="6022"/>
                  </a:lnTo>
                  <a:lnTo>
                    <a:pt x="7" y="6022"/>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3" name="Google Shape;1413;p76"/>
            <p:cNvSpPr/>
            <p:nvPr/>
          </p:nvSpPr>
          <p:spPr>
            <a:xfrm>
              <a:off x="4644631" y="3418648"/>
              <a:ext cx="28167" cy="7963"/>
            </a:xfrm>
            <a:custGeom>
              <a:avLst/>
              <a:gdLst/>
              <a:ahLst/>
              <a:cxnLst/>
              <a:rect l="l" t="t" r="r" b="b"/>
              <a:pathLst>
                <a:path w="28167" h="7963" extrusionOk="0">
                  <a:moveTo>
                    <a:pt x="89" y="6896"/>
                  </a:moveTo>
                  <a:cubicBezTo>
                    <a:pt x="949" y="7842"/>
                    <a:pt x="6452" y="4102"/>
                    <a:pt x="14018" y="4403"/>
                  </a:cubicBezTo>
                  <a:cubicBezTo>
                    <a:pt x="21584" y="4704"/>
                    <a:pt x="26915" y="8702"/>
                    <a:pt x="27861" y="7842"/>
                  </a:cubicBezTo>
                  <a:cubicBezTo>
                    <a:pt x="28807" y="6982"/>
                    <a:pt x="27474" y="5779"/>
                    <a:pt x="25110" y="3887"/>
                  </a:cubicBezTo>
                  <a:cubicBezTo>
                    <a:pt x="21928" y="1480"/>
                    <a:pt x="18059" y="147"/>
                    <a:pt x="14061" y="18"/>
                  </a:cubicBezTo>
                  <a:cubicBezTo>
                    <a:pt x="10106" y="-154"/>
                    <a:pt x="6237" y="921"/>
                    <a:pt x="2927" y="3113"/>
                  </a:cubicBezTo>
                  <a:cubicBezTo>
                    <a:pt x="562" y="4833"/>
                    <a:pt x="-298" y="6466"/>
                    <a:pt x="89" y="6896"/>
                  </a:cubicBezTo>
                  <a:lnTo>
                    <a:pt x="89" y="689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4" name="Google Shape;1414;p76"/>
            <p:cNvSpPr/>
            <p:nvPr/>
          </p:nvSpPr>
          <p:spPr>
            <a:xfrm>
              <a:off x="4596385" y="3411653"/>
              <a:ext cx="24808" cy="63244"/>
            </a:xfrm>
            <a:custGeom>
              <a:avLst/>
              <a:gdLst/>
              <a:ahLst/>
              <a:cxnLst/>
              <a:rect l="l" t="t" r="r" b="b"/>
              <a:pathLst>
                <a:path w="24808" h="63244" extrusionOk="0">
                  <a:moveTo>
                    <a:pt x="18801" y="63073"/>
                  </a:moveTo>
                  <a:cubicBezTo>
                    <a:pt x="14846" y="61654"/>
                    <a:pt x="10718" y="60751"/>
                    <a:pt x="6549" y="60364"/>
                  </a:cubicBezTo>
                  <a:cubicBezTo>
                    <a:pt x="4614" y="60063"/>
                    <a:pt x="2808" y="59633"/>
                    <a:pt x="2550" y="58301"/>
                  </a:cubicBezTo>
                  <a:cubicBezTo>
                    <a:pt x="2421" y="56280"/>
                    <a:pt x="2980" y="54303"/>
                    <a:pt x="4055" y="52583"/>
                  </a:cubicBezTo>
                  <a:cubicBezTo>
                    <a:pt x="6076" y="47983"/>
                    <a:pt x="8139" y="43125"/>
                    <a:pt x="10375" y="38095"/>
                  </a:cubicBezTo>
                  <a:cubicBezTo>
                    <a:pt x="18973" y="17374"/>
                    <a:pt x="25593" y="349"/>
                    <a:pt x="24733" y="5"/>
                  </a:cubicBezTo>
                  <a:cubicBezTo>
                    <a:pt x="23874" y="-339"/>
                    <a:pt x="16135" y="16127"/>
                    <a:pt x="7537" y="36848"/>
                  </a:cubicBezTo>
                  <a:lnTo>
                    <a:pt x="1476" y="51465"/>
                  </a:lnTo>
                  <a:cubicBezTo>
                    <a:pt x="143" y="53744"/>
                    <a:pt x="-287" y="56452"/>
                    <a:pt x="186" y="59031"/>
                  </a:cubicBezTo>
                  <a:cubicBezTo>
                    <a:pt x="702" y="60450"/>
                    <a:pt x="1819" y="61525"/>
                    <a:pt x="3238" y="61955"/>
                  </a:cubicBezTo>
                  <a:cubicBezTo>
                    <a:pt x="4313" y="62299"/>
                    <a:pt x="5388" y="62514"/>
                    <a:pt x="6505" y="62557"/>
                  </a:cubicBezTo>
                  <a:cubicBezTo>
                    <a:pt x="10547" y="63245"/>
                    <a:pt x="14717" y="63417"/>
                    <a:pt x="18801" y="63073"/>
                  </a:cubicBezTo>
                  <a:lnTo>
                    <a:pt x="18801" y="6307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5" name="Google Shape;1415;p76"/>
            <p:cNvSpPr/>
            <p:nvPr/>
          </p:nvSpPr>
          <p:spPr>
            <a:xfrm>
              <a:off x="4606244" y="3547594"/>
              <a:ext cx="74545" cy="31376"/>
            </a:xfrm>
            <a:custGeom>
              <a:avLst/>
              <a:gdLst/>
              <a:ahLst/>
              <a:cxnLst/>
              <a:rect l="l" t="t" r="r" b="b"/>
              <a:pathLst>
                <a:path w="74545" h="31376" extrusionOk="0">
                  <a:moveTo>
                    <a:pt x="172" y="16723"/>
                  </a:moveTo>
                  <a:cubicBezTo>
                    <a:pt x="-2665" y="16466"/>
                    <a:pt x="43937" y="16723"/>
                    <a:pt x="74546" y="0"/>
                  </a:cubicBezTo>
                  <a:cubicBezTo>
                    <a:pt x="74546" y="0"/>
                    <a:pt x="54856" y="37746"/>
                    <a:pt x="0" y="30437"/>
                  </a:cubicBezTo>
                  <a:lnTo>
                    <a:pt x="172" y="16723"/>
                  </a:lnTo>
                  <a:lnTo>
                    <a:pt x="172" y="16723"/>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6" name="Google Shape;1416;p76"/>
            <p:cNvSpPr/>
            <p:nvPr/>
          </p:nvSpPr>
          <p:spPr>
            <a:xfrm>
              <a:off x="4613003" y="3485287"/>
              <a:ext cx="27276" cy="23677"/>
            </a:xfrm>
            <a:custGeom>
              <a:avLst/>
              <a:gdLst/>
              <a:ahLst/>
              <a:cxnLst/>
              <a:rect l="l" t="t" r="r" b="b"/>
              <a:pathLst>
                <a:path w="27276" h="23677" extrusionOk="0">
                  <a:moveTo>
                    <a:pt x="25871" y="6463"/>
                  </a:moveTo>
                  <a:cubicBezTo>
                    <a:pt x="23765" y="2938"/>
                    <a:pt x="20024" y="745"/>
                    <a:pt x="15940" y="530"/>
                  </a:cubicBezTo>
                  <a:cubicBezTo>
                    <a:pt x="11039" y="186"/>
                    <a:pt x="8374" y="-2221"/>
                    <a:pt x="1194" y="7108"/>
                  </a:cubicBezTo>
                  <a:cubicBezTo>
                    <a:pt x="34" y="9300"/>
                    <a:pt x="-310" y="11794"/>
                    <a:pt x="292" y="14201"/>
                  </a:cubicBezTo>
                  <a:cubicBezTo>
                    <a:pt x="764" y="15448"/>
                    <a:pt x="292" y="14846"/>
                    <a:pt x="1281" y="15706"/>
                  </a:cubicBezTo>
                  <a:cubicBezTo>
                    <a:pt x="4333" y="19059"/>
                    <a:pt x="8116" y="21639"/>
                    <a:pt x="12372" y="23187"/>
                  </a:cubicBezTo>
                  <a:cubicBezTo>
                    <a:pt x="17144" y="24605"/>
                    <a:pt x="22303" y="22886"/>
                    <a:pt x="25269" y="18887"/>
                  </a:cubicBezTo>
                  <a:cubicBezTo>
                    <a:pt x="27720" y="15147"/>
                    <a:pt x="27935" y="10418"/>
                    <a:pt x="25871" y="6463"/>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7" name="Google Shape;1417;p76"/>
            <p:cNvSpPr/>
            <p:nvPr/>
          </p:nvSpPr>
          <p:spPr>
            <a:xfrm>
              <a:off x="4611311" y="3484355"/>
              <a:ext cx="26156" cy="21009"/>
            </a:xfrm>
            <a:custGeom>
              <a:avLst/>
              <a:gdLst/>
              <a:ahLst/>
              <a:cxnLst/>
              <a:rect l="l" t="t" r="r" b="b"/>
              <a:pathLst>
                <a:path w="26156" h="21009" extrusionOk="0">
                  <a:moveTo>
                    <a:pt x="25112" y="0"/>
                  </a:moveTo>
                  <a:cubicBezTo>
                    <a:pt x="23866" y="0"/>
                    <a:pt x="23479" y="8125"/>
                    <a:pt x="16170" y="13628"/>
                  </a:cubicBezTo>
                  <a:cubicBezTo>
                    <a:pt x="8862" y="19131"/>
                    <a:pt x="135" y="17927"/>
                    <a:pt x="6" y="19002"/>
                  </a:cubicBezTo>
                  <a:cubicBezTo>
                    <a:pt x="-123" y="20077"/>
                    <a:pt x="1897" y="20679"/>
                    <a:pt x="5595" y="20979"/>
                  </a:cubicBezTo>
                  <a:cubicBezTo>
                    <a:pt x="10409" y="21237"/>
                    <a:pt x="15181" y="19819"/>
                    <a:pt x="19051" y="16938"/>
                  </a:cubicBezTo>
                  <a:cubicBezTo>
                    <a:pt x="22748" y="14187"/>
                    <a:pt x="25284" y="10060"/>
                    <a:pt x="26015" y="5503"/>
                  </a:cubicBezTo>
                  <a:cubicBezTo>
                    <a:pt x="26488" y="2064"/>
                    <a:pt x="25671" y="0"/>
                    <a:pt x="25112" y="0"/>
                  </a:cubicBezTo>
                  <a:lnTo>
                    <a:pt x="25112"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8" name="Google Shape;1418;p76"/>
            <p:cNvSpPr/>
            <p:nvPr/>
          </p:nvSpPr>
          <p:spPr>
            <a:xfrm>
              <a:off x="4641823" y="3393398"/>
              <a:ext cx="34360" cy="12012"/>
            </a:xfrm>
            <a:custGeom>
              <a:avLst/>
              <a:gdLst/>
              <a:ahLst/>
              <a:cxnLst/>
              <a:rect l="l" t="t" r="r" b="b"/>
              <a:pathLst>
                <a:path w="34360" h="12012" extrusionOk="0">
                  <a:moveTo>
                    <a:pt x="17" y="4374"/>
                  </a:moveTo>
                  <a:cubicBezTo>
                    <a:pt x="576" y="6481"/>
                    <a:pt x="8228" y="6266"/>
                    <a:pt x="16999" y="8200"/>
                  </a:cubicBezTo>
                  <a:cubicBezTo>
                    <a:pt x="25769" y="10135"/>
                    <a:pt x="32690" y="13230"/>
                    <a:pt x="34195" y="11511"/>
                  </a:cubicBezTo>
                  <a:cubicBezTo>
                    <a:pt x="34797" y="10651"/>
                    <a:pt x="33765" y="8630"/>
                    <a:pt x="31056" y="6352"/>
                  </a:cubicBezTo>
                  <a:cubicBezTo>
                    <a:pt x="23748" y="677"/>
                    <a:pt x="14247" y="-1344"/>
                    <a:pt x="5262" y="892"/>
                  </a:cubicBezTo>
                  <a:cubicBezTo>
                    <a:pt x="1608" y="1881"/>
                    <a:pt x="-198" y="3471"/>
                    <a:pt x="17" y="4374"/>
                  </a:cubicBezTo>
                  <a:lnTo>
                    <a:pt x="17" y="437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9" name="Google Shape;1419;p76"/>
            <p:cNvSpPr/>
            <p:nvPr/>
          </p:nvSpPr>
          <p:spPr>
            <a:xfrm>
              <a:off x="4570388" y="3394030"/>
              <a:ext cx="28649" cy="10644"/>
            </a:xfrm>
            <a:custGeom>
              <a:avLst/>
              <a:gdLst/>
              <a:ahLst/>
              <a:cxnLst/>
              <a:rect l="l" t="t" r="r" b="b"/>
              <a:pathLst>
                <a:path w="28649" h="10644" extrusionOk="0">
                  <a:moveTo>
                    <a:pt x="259" y="10190"/>
                  </a:moveTo>
                  <a:cubicBezTo>
                    <a:pt x="1979" y="11695"/>
                    <a:pt x="7482" y="9073"/>
                    <a:pt x="14446" y="7998"/>
                  </a:cubicBezTo>
                  <a:cubicBezTo>
                    <a:pt x="21411" y="6923"/>
                    <a:pt x="27343" y="7267"/>
                    <a:pt x="28547" y="5290"/>
                  </a:cubicBezTo>
                  <a:cubicBezTo>
                    <a:pt x="29020" y="4344"/>
                    <a:pt x="27859" y="2753"/>
                    <a:pt x="25022" y="1506"/>
                  </a:cubicBezTo>
                  <a:cubicBezTo>
                    <a:pt x="21239" y="2"/>
                    <a:pt x="17068" y="-385"/>
                    <a:pt x="13070" y="389"/>
                  </a:cubicBezTo>
                  <a:cubicBezTo>
                    <a:pt x="9029" y="990"/>
                    <a:pt x="5289" y="2753"/>
                    <a:pt x="2237" y="5462"/>
                  </a:cubicBezTo>
                  <a:cubicBezTo>
                    <a:pt x="259" y="7568"/>
                    <a:pt x="-428" y="9460"/>
                    <a:pt x="259" y="10190"/>
                  </a:cubicBezTo>
                  <a:lnTo>
                    <a:pt x="259" y="1019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0" name="Google Shape;1420;p76"/>
            <p:cNvSpPr/>
            <p:nvPr/>
          </p:nvSpPr>
          <p:spPr>
            <a:xfrm>
              <a:off x="4622322" y="3317809"/>
              <a:ext cx="257" cy="1203"/>
            </a:xfrm>
            <a:custGeom>
              <a:avLst/>
              <a:gdLst/>
              <a:ahLst/>
              <a:cxnLst/>
              <a:rect l="l" t="t" r="r" b="b"/>
              <a:pathLst>
                <a:path w="257" h="1203" extrusionOk="0">
                  <a:moveTo>
                    <a:pt x="258" y="0"/>
                  </a:moveTo>
                  <a:cubicBezTo>
                    <a:pt x="258" y="430"/>
                    <a:pt x="258" y="817"/>
                    <a:pt x="0" y="1204"/>
                  </a:cubicBezTo>
                  <a:lnTo>
                    <a:pt x="0" y="1204"/>
                  </a:lnTo>
                  <a:cubicBezTo>
                    <a:pt x="215" y="860"/>
                    <a:pt x="215" y="430"/>
                    <a:pt x="258"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1" name="Google Shape;1421;p76"/>
            <p:cNvSpPr/>
            <p:nvPr/>
          </p:nvSpPr>
          <p:spPr>
            <a:xfrm>
              <a:off x="4551376" y="3304355"/>
              <a:ext cx="245402" cy="274880"/>
            </a:xfrm>
            <a:custGeom>
              <a:avLst/>
              <a:gdLst/>
              <a:ahLst/>
              <a:cxnLst/>
              <a:rect l="l" t="t" r="r" b="b"/>
              <a:pathLst>
                <a:path w="245402" h="274880" extrusionOk="0">
                  <a:moveTo>
                    <a:pt x="68797" y="27556"/>
                  </a:moveTo>
                  <a:cubicBezTo>
                    <a:pt x="69270" y="42688"/>
                    <a:pt x="72580" y="57649"/>
                    <a:pt x="78513" y="71578"/>
                  </a:cubicBezTo>
                  <a:cubicBezTo>
                    <a:pt x="80749" y="77425"/>
                    <a:pt x="84188" y="82713"/>
                    <a:pt x="88573" y="87184"/>
                  </a:cubicBezTo>
                  <a:cubicBezTo>
                    <a:pt x="93087" y="91655"/>
                    <a:pt x="99492" y="93718"/>
                    <a:pt x="105769" y="92730"/>
                  </a:cubicBezTo>
                  <a:cubicBezTo>
                    <a:pt x="96440" y="80391"/>
                    <a:pt x="91238" y="65430"/>
                    <a:pt x="90808" y="49997"/>
                  </a:cubicBezTo>
                  <a:cubicBezTo>
                    <a:pt x="97300" y="65645"/>
                    <a:pt x="103964" y="81595"/>
                    <a:pt x="114969" y="94449"/>
                  </a:cubicBezTo>
                  <a:cubicBezTo>
                    <a:pt x="123997" y="105455"/>
                    <a:pt x="136722" y="112763"/>
                    <a:pt x="150737" y="115085"/>
                  </a:cubicBezTo>
                  <a:cubicBezTo>
                    <a:pt x="154005" y="139632"/>
                    <a:pt x="162947" y="164868"/>
                    <a:pt x="156412" y="188599"/>
                  </a:cubicBezTo>
                  <a:cubicBezTo>
                    <a:pt x="152371" y="203430"/>
                    <a:pt x="142483" y="216543"/>
                    <a:pt x="140678" y="231589"/>
                  </a:cubicBezTo>
                  <a:cubicBezTo>
                    <a:pt x="139001" y="245991"/>
                    <a:pt x="144977" y="260436"/>
                    <a:pt x="143257" y="274881"/>
                  </a:cubicBezTo>
                  <a:lnTo>
                    <a:pt x="245403" y="246378"/>
                  </a:lnTo>
                  <a:lnTo>
                    <a:pt x="245403" y="246378"/>
                  </a:lnTo>
                  <a:cubicBezTo>
                    <a:pt x="244285" y="142384"/>
                    <a:pt x="229109" y="94234"/>
                    <a:pt x="206109" y="52920"/>
                  </a:cubicBezTo>
                  <a:lnTo>
                    <a:pt x="205551" y="51931"/>
                  </a:lnTo>
                  <a:cubicBezTo>
                    <a:pt x="193040" y="31769"/>
                    <a:pt x="174296" y="16163"/>
                    <a:pt x="152156" y="7565"/>
                  </a:cubicBezTo>
                  <a:cubicBezTo>
                    <a:pt x="125760" y="-990"/>
                    <a:pt x="97558" y="-2323"/>
                    <a:pt x="70474" y="3739"/>
                  </a:cubicBezTo>
                  <a:lnTo>
                    <a:pt x="70001" y="5931"/>
                  </a:lnTo>
                  <a:lnTo>
                    <a:pt x="70001" y="6705"/>
                  </a:lnTo>
                  <a:lnTo>
                    <a:pt x="68754" y="6189"/>
                  </a:lnTo>
                  <a:cubicBezTo>
                    <a:pt x="58436" y="772"/>
                    <a:pt x="51558" y="-5332"/>
                    <a:pt x="35436" y="8855"/>
                  </a:cubicBezTo>
                  <a:cubicBezTo>
                    <a:pt x="26065" y="17668"/>
                    <a:pt x="18498" y="28201"/>
                    <a:pt x="13167" y="39894"/>
                  </a:cubicBezTo>
                  <a:cubicBezTo>
                    <a:pt x="7493" y="50427"/>
                    <a:pt x="3322" y="61690"/>
                    <a:pt x="786" y="73384"/>
                  </a:cubicBezTo>
                  <a:cubicBezTo>
                    <a:pt x="-1621" y="88473"/>
                    <a:pt x="2119" y="139245"/>
                    <a:pt x="3752" y="155367"/>
                  </a:cubicBezTo>
                  <a:cubicBezTo>
                    <a:pt x="6031" y="141223"/>
                    <a:pt x="8051" y="98920"/>
                    <a:pt x="13554" y="87915"/>
                  </a:cubicBezTo>
                  <a:cubicBezTo>
                    <a:pt x="18584" y="77941"/>
                    <a:pt x="21508" y="65559"/>
                    <a:pt x="27010" y="55800"/>
                  </a:cubicBezTo>
                  <a:cubicBezTo>
                    <a:pt x="26838" y="55843"/>
                    <a:pt x="45281" y="24761"/>
                    <a:pt x="68797" y="27556"/>
                  </a:cubicBezTo>
                  <a:lnTo>
                    <a:pt x="68797" y="2755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2" name="Google Shape;1422;p76"/>
            <p:cNvSpPr/>
            <p:nvPr/>
          </p:nvSpPr>
          <p:spPr>
            <a:xfrm>
              <a:off x="4739601" y="3644317"/>
              <a:ext cx="68183" cy="75025"/>
            </a:xfrm>
            <a:custGeom>
              <a:avLst/>
              <a:gdLst/>
              <a:ahLst/>
              <a:cxnLst/>
              <a:rect l="l" t="t" r="r" b="b"/>
              <a:pathLst>
                <a:path w="68183" h="75025" extrusionOk="0">
                  <a:moveTo>
                    <a:pt x="129" y="75025"/>
                  </a:moveTo>
                  <a:cubicBezTo>
                    <a:pt x="-43" y="73606"/>
                    <a:pt x="-43" y="72145"/>
                    <a:pt x="129" y="70726"/>
                  </a:cubicBezTo>
                  <a:cubicBezTo>
                    <a:pt x="516" y="66814"/>
                    <a:pt x="1247" y="62945"/>
                    <a:pt x="2236" y="59162"/>
                  </a:cubicBezTo>
                  <a:cubicBezTo>
                    <a:pt x="8985" y="33582"/>
                    <a:pt x="27772" y="12904"/>
                    <a:pt x="52578" y="3704"/>
                  </a:cubicBezTo>
                  <a:cubicBezTo>
                    <a:pt x="56275" y="2371"/>
                    <a:pt x="60058" y="1296"/>
                    <a:pt x="63884" y="522"/>
                  </a:cubicBezTo>
                  <a:cubicBezTo>
                    <a:pt x="65303" y="136"/>
                    <a:pt x="66722" y="-37"/>
                    <a:pt x="68183" y="6"/>
                  </a:cubicBezTo>
                  <a:cubicBezTo>
                    <a:pt x="68183" y="350"/>
                    <a:pt x="62208" y="1253"/>
                    <a:pt x="53094" y="4950"/>
                  </a:cubicBezTo>
                  <a:cubicBezTo>
                    <a:pt x="29062" y="14580"/>
                    <a:pt x="10791" y="34700"/>
                    <a:pt x="3525" y="59549"/>
                  </a:cubicBezTo>
                  <a:cubicBezTo>
                    <a:pt x="817" y="69049"/>
                    <a:pt x="473" y="75025"/>
                    <a:pt x="129" y="7502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3" name="Google Shape;1423;p76"/>
            <p:cNvSpPr/>
            <p:nvPr/>
          </p:nvSpPr>
          <p:spPr>
            <a:xfrm>
              <a:off x="4566348" y="3587533"/>
              <a:ext cx="148145" cy="173553"/>
            </a:xfrm>
            <a:custGeom>
              <a:avLst/>
              <a:gdLst/>
              <a:ahLst/>
              <a:cxnLst/>
              <a:rect l="l" t="t" r="r" b="b"/>
              <a:pathLst>
                <a:path w="148145" h="173553" extrusionOk="0">
                  <a:moveTo>
                    <a:pt x="148146" y="0"/>
                  </a:moveTo>
                  <a:cubicBezTo>
                    <a:pt x="148146" y="0"/>
                    <a:pt x="86712" y="46430"/>
                    <a:pt x="56791" y="41185"/>
                  </a:cubicBezTo>
                  <a:cubicBezTo>
                    <a:pt x="32802" y="36886"/>
                    <a:pt x="36929" y="516"/>
                    <a:pt x="36929" y="516"/>
                  </a:cubicBezTo>
                  <a:lnTo>
                    <a:pt x="25279" y="25709"/>
                  </a:lnTo>
                  <a:lnTo>
                    <a:pt x="0" y="126264"/>
                  </a:lnTo>
                  <a:lnTo>
                    <a:pt x="10619" y="173554"/>
                  </a:lnTo>
                  <a:lnTo>
                    <a:pt x="67710" y="138301"/>
                  </a:lnTo>
                  <a:lnTo>
                    <a:pt x="148146"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4" name="Google Shape;1424;p76"/>
            <p:cNvSpPr/>
            <p:nvPr/>
          </p:nvSpPr>
          <p:spPr>
            <a:xfrm>
              <a:off x="4503668" y="3575194"/>
              <a:ext cx="323547" cy="499981"/>
            </a:xfrm>
            <a:custGeom>
              <a:avLst/>
              <a:gdLst/>
              <a:ahLst/>
              <a:cxnLst/>
              <a:rect l="l" t="t" r="r" b="b"/>
              <a:pathLst>
                <a:path w="323547" h="499981" extrusionOk="0">
                  <a:moveTo>
                    <a:pt x="323548" y="499982"/>
                  </a:moveTo>
                  <a:cubicBezTo>
                    <a:pt x="314047" y="428832"/>
                    <a:pt x="275656" y="342765"/>
                    <a:pt x="275656" y="342765"/>
                  </a:cubicBezTo>
                  <a:lnTo>
                    <a:pt x="300548" y="278880"/>
                  </a:lnTo>
                  <a:lnTo>
                    <a:pt x="307727" y="60875"/>
                  </a:lnTo>
                  <a:lnTo>
                    <a:pt x="238254" y="22398"/>
                  </a:lnTo>
                  <a:lnTo>
                    <a:pt x="222606" y="0"/>
                  </a:lnTo>
                  <a:lnTo>
                    <a:pt x="143417" y="83961"/>
                  </a:lnTo>
                  <a:lnTo>
                    <a:pt x="73084" y="151886"/>
                  </a:lnTo>
                  <a:cubicBezTo>
                    <a:pt x="74847" y="150209"/>
                    <a:pt x="87357" y="67925"/>
                    <a:pt x="87357" y="67925"/>
                  </a:cubicBezTo>
                  <a:lnTo>
                    <a:pt x="99953" y="11522"/>
                  </a:lnTo>
                  <a:lnTo>
                    <a:pt x="87314" y="31942"/>
                  </a:lnTo>
                  <a:cubicBezTo>
                    <a:pt x="87314" y="31942"/>
                    <a:pt x="7523" y="146899"/>
                    <a:pt x="1075" y="213234"/>
                  </a:cubicBezTo>
                  <a:cubicBezTo>
                    <a:pt x="-5374" y="279568"/>
                    <a:pt x="19303" y="348096"/>
                    <a:pt x="19303" y="348096"/>
                  </a:cubicBezTo>
                  <a:cubicBezTo>
                    <a:pt x="19303" y="348096"/>
                    <a:pt x="8383" y="454927"/>
                    <a:pt x="6921" y="499982"/>
                  </a:cubicBezTo>
                  <a:lnTo>
                    <a:pt x="323548" y="499982"/>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5" name="Google Shape;1425;p76"/>
            <p:cNvSpPr/>
            <p:nvPr/>
          </p:nvSpPr>
          <p:spPr>
            <a:xfrm>
              <a:off x="4524089" y="3623860"/>
              <a:ext cx="55372" cy="108336"/>
            </a:xfrm>
            <a:custGeom>
              <a:avLst/>
              <a:gdLst/>
              <a:ahLst/>
              <a:cxnLst/>
              <a:rect l="l" t="t" r="r" b="b"/>
              <a:pathLst>
                <a:path w="55372" h="108336" extrusionOk="0">
                  <a:moveTo>
                    <a:pt x="55372" y="0"/>
                  </a:moveTo>
                  <a:cubicBezTo>
                    <a:pt x="55372" y="0"/>
                    <a:pt x="25751" y="12596"/>
                    <a:pt x="16122" y="27729"/>
                  </a:cubicBezTo>
                  <a:cubicBezTo>
                    <a:pt x="6492" y="42862"/>
                    <a:pt x="0" y="108337"/>
                    <a:pt x="0" y="108337"/>
                  </a:cubicBezTo>
                  <a:lnTo>
                    <a:pt x="47032" y="29191"/>
                  </a:lnTo>
                  <a:lnTo>
                    <a:pt x="55372" y="0"/>
                  </a:lnTo>
                  <a:lnTo>
                    <a:pt x="55372"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6" name="Google Shape;1426;p76"/>
            <p:cNvSpPr/>
            <p:nvPr/>
          </p:nvSpPr>
          <p:spPr>
            <a:xfrm>
              <a:off x="4567724" y="3597464"/>
              <a:ext cx="174241" cy="135463"/>
            </a:xfrm>
            <a:custGeom>
              <a:avLst/>
              <a:gdLst/>
              <a:ahLst/>
              <a:cxnLst/>
              <a:rect l="l" t="t" r="r" b="b"/>
              <a:pathLst>
                <a:path w="174241" h="135463" extrusionOk="0">
                  <a:moveTo>
                    <a:pt x="11736" y="26396"/>
                  </a:moveTo>
                  <a:cubicBezTo>
                    <a:pt x="11779" y="27213"/>
                    <a:pt x="11779" y="27987"/>
                    <a:pt x="11736" y="28804"/>
                  </a:cubicBezTo>
                  <a:lnTo>
                    <a:pt x="11221" y="35768"/>
                  </a:lnTo>
                  <a:cubicBezTo>
                    <a:pt x="10705" y="42002"/>
                    <a:pt x="9974" y="50815"/>
                    <a:pt x="9071" y="61906"/>
                  </a:cubicBezTo>
                  <a:lnTo>
                    <a:pt x="9071" y="62207"/>
                  </a:lnTo>
                  <a:lnTo>
                    <a:pt x="8813" y="62207"/>
                  </a:lnTo>
                  <a:lnTo>
                    <a:pt x="860" y="66764"/>
                  </a:lnTo>
                  <a:lnTo>
                    <a:pt x="1161" y="66205"/>
                  </a:lnTo>
                  <a:cubicBezTo>
                    <a:pt x="2494" y="84520"/>
                    <a:pt x="4213" y="107820"/>
                    <a:pt x="6148" y="134217"/>
                  </a:cubicBezTo>
                  <a:lnTo>
                    <a:pt x="4987" y="133443"/>
                  </a:lnTo>
                  <a:lnTo>
                    <a:pt x="68183" y="110615"/>
                  </a:lnTo>
                  <a:lnTo>
                    <a:pt x="88389" y="103349"/>
                  </a:lnTo>
                  <a:lnTo>
                    <a:pt x="87787" y="104338"/>
                  </a:lnTo>
                  <a:cubicBezTo>
                    <a:pt x="86798" y="97417"/>
                    <a:pt x="85809" y="90624"/>
                    <a:pt x="84864" y="83961"/>
                  </a:cubicBezTo>
                  <a:lnTo>
                    <a:pt x="84649" y="82499"/>
                  </a:lnTo>
                  <a:lnTo>
                    <a:pt x="86067" y="82972"/>
                  </a:lnTo>
                  <a:lnTo>
                    <a:pt x="110099" y="91570"/>
                  </a:lnTo>
                  <a:lnTo>
                    <a:pt x="109110" y="91914"/>
                  </a:lnTo>
                  <a:cubicBezTo>
                    <a:pt x="128069" y="64959"/>
                    <a:pt x="144234" y="41959"/>
                    <a:pt x="155798" y="25579"/>
                  </a:cubicBezTo>
                  <a:lnTo>
                    <a:pt x="169254" y="6664"/>
                  </a:lnTo>
                  <a:cubicBezTo>
                    <a:pt x="170802" y="4600"/>
                    <a:pt x="172006" y="2923"/>
                    <a:pt x="172908" y="1676"/>
                  </a:cubicBezTo>
                  <a:cubicBezTo>
                    <a:pt x="173338" y="1075"/>
                    <a:pt x="173768" y="516"/>
                    <a:pt x="174241" y="0"/>
                  </a:cubicBezTo>
                  <a:cubicBezTo>
                    <a:pt x="173940" y="645"/>
                    <a:pt x="173596" y="1290"/>
                    <a:pt x="173166" y="1849"/>
                  </a:cubicBezTo>
                  <a:lnTo>
                    <a:pt x="169727" y="6964"/>
                  </a:lnTo>
                  <a:cubicBezTo>
                    <a:pt x="166632" y="11564"/>
                    <a:pt x="162204" y="18013"/>
                    <a:pt x="156830" y="26138"/>
                  </a:cubicBezTo>
                  <a:lnTo>
                    <a:pt x="110400" y="92989"/>
                  </a:lnTo>
                  <a:lnTo>
                    <a:pt x="110056" y="93505"/>
                  </a:lnTo>
                  <a:lnTo>
                    <a:pt x="109411" y="93290"/>
                  </a:lnTo>
                  <a:lnTo>
                    <a:pt x="85336" y="84691"/>
                  </a:lnTo>
                  <a:lnTo>
                    <a:pt x="86497" y="83703"/>
                  </a:lnTo>
                  <a:cubicBezTo>
                    <a:pt x="87486" y="90366"/>
                    <a:pt x="88475" y="97159"/>
                    <a:pt x="89507" y="104080"/>
                  </a:cubicBezTo>
                  <a:lnTo>
                    <a:pt x="89507" y="104811"/>
                  </a:lnTo>
                  <a:lnTo>
                    <a:pt x="88819" y="105069"/>
                  </a:lnTo>
                  <a:lnTo>
                    <a:pt x="68613" y="112334"/>
                  </a:lnTo>
                  <a:lnTo>
                    <a:pt x="5374" y="135077"/>
                  </a:lnTo>
                  <a:lnTo>
                    <a:pt x="4299" y="135463"/>
                  </a:lnTo>
                  <a:lnTo>
                    <a:pt x="4299" y="134346"/>
                  </a:lnTo>
                  <a:cubicBezTo>
                    <a:pt x="2536" y="107906"/>
                    <a:pt x="1032" y="84606"/>
                    <a:pt x="0" y="66292"/>
                  </a:cubicBezTo>
                  <a:lnTo>
                    <a:pt x="0" y="65948"/>
                  </a:lnTo>
                  <a:lnTo>
                    <a:pt x="344" y="65948"/>
                  </a:lnTo>
                  <a:lnTo>
                    <a:pt x="8383" y="61648"/>
                  </a:lnTo>
                  <a:lnTo>
                    <a:pt x="8082" y="62078"/>
                  </a:lnTo>
                  <a:cubicBezTo>
                    <a:pt x="9243" y="51030"/>
                    <a:pt x="10146" y="42174"/>
                    <a:pt x="10791" y="35983"/>
                  </a:cubicBezTo>
                  <a:cubicBezTo>
                    <a:pt x="11092" y="33060"/>
                    <a:pt x="11350" y="30738"/>
                    <a:pt x="11565" y="29061"/>
                  </a:cubicBezTo>
                  <a:cubicBezTo>
                    <a:pt x="11565" y="28159"/>
                    <a:pt x="11565" y="27256"/>
                    <a:pt x="11736" y="26396"/>
                  </a:cubicBezTo>
                  <a:lnTo>
                    <a:pt x="11736" y="2639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7" name="Google Shape;1427;p76"/>
            <p:cNvSpPr/>
            <p:nvPr/>
          </p:nvSpPr>
          <p:spPr>
            <a:xfrm>
              <a:off x="4501689" y="3639509"/>
              <a:ext cx="68958" cy="376469"/>
            </a:xfrm>
            <a:custGeom>
              <a:avLst/>
              <a:gdLst/>
              <a:ahLst/>
              <a:cxnLst/>
              <a:rect l="l" t="t" r="r" b="b"/>
              <a:pathLst>
                <a:path w="68958" h="376469" extrusionOk="0">
                  <a:moveTo>
                    <a:pt x="20938" y="376469"/>
                  </a:moveTo>
                  <a:cubicBezTo>
                    <a:pt x="20895" y="375910"/>
                    <a:pt x="20895" y="375352"/>
                    <a:pt x="20938" y="374793"/>
                  </a:cubicBezTo>
                  <a:lnTo>
                    <a:pt x="20938" y="369935"/>
                  </a:lnTo>
                  <a:cubicBezTo>
                    <a:pt x="20938" y="365636"/>
                    <a:pt x="20938" y="359273"/>
                    <a:pt x="20637" y="351406"/>
                  </a:cubicBezTo>
                  <a:cubicBezTo>
                    <a:pt x="20637" y="335284"/>
                    <a:pt x="20250" y="312714"/>
                    <a:pt x="19992" y="285071"/>
                  </a:cubicBezTo>
                  <a:lnTo>
                    <a:pt x="19992" y="285286"/>
                  </a:lnTo>
                  <a:cubicBezTo>
                    <a:pt x="15693" y="270669"/>
                    <a:pt x="12082" y="254462"/>
                    <a:pt x="8470" y="237094"/>
                  </a:cubicBezTo>
                  <a:cubicBezTo>
                    <a:pt x="6665" y="228496"/>
                    <a:pt x="4988" y="219467"/>
                    <a:pt x="3354" y="210267"/>
                  </a:cubicBezTo>
                  <a:cubicBezTo>
                    <a:pt x="1506" y="200853"/>
                    <a:pt x="431" y="191308"/>
                    <a:pt x="87" y="181722"/>
                  </a:cubicBezTo>
                  <a:cubicBezTo>
                    <a:pt x="-687" y="156099"/>
                    <a:pt x="3698" y="130563"/>
                    <a:pt x="12984" y="106660"/>
                  </a:cubicBezTo>
                  <a:lnTo>
                    <a:pt x="12984" y="106660"/>
                  </a:lnTo>
                  <a:cubicBezTo>
                    <a:pt x="18530" y="91355"/>
                    <a:pt x="25108" y="76438"/>
                    <a:pt x="32760" y="62036"/>
                  </a:cubicBezTo>
                  <a:cubicBezTo>
                    <a:pt x="39467" y="49138"/>
                    <a:pt x="45657" y="37832"/>
                    <a:pt x="51160" y="28632"/>
                  </a:cubicBezTo>
                  <a:cubicBezTo>
                    <a:pt x="56663" y="19432"/>
                    <a:pt x="60962" y="12252"/>
                    <a:pt x="64057" y="7395"/>
                  </a:cubicBezTo>
                  <a:lnTo>
                    <a:pt x="67626" y="1849"/>
                  </a:lnTo>
                  <a:cubicBezTo>
                    <a:pt x="68012" y="1204"/>
                    <a:pt x="68442" y="559"/>
                    <a:pt x="68958" y="0"/>
                  </a:cubicBezTo>
                  <a:cubicBezTo>
                    <a:pt x="68657" y="688"/>
                    <a:pt x="68271" y="1333"/>
                    <a:pt x="67884" y="1978"/>
                  </a:cubicBezTo>
                  <a:lnTo>
                    <a:pt x="64530" y="7695"/>
                  </a:lnTo>
                  <a:cubicBezTo>
                    <a:pt x="61564" y="12639"/>
                    <a:pt x="57308" y="19905"/>
                    <a:pt x="52063" y="29191"/>
                  </a:cubicBezTo>
                  <a:cubicBezTo>
                    <a:pt x="46818" y="38477"/>
                    <a:pt x="40627" y="49697"/>
                    <a:pt x="34050" y="62724"/>
                  </a:cubicBezTo>
                  <a:cubicBezTo>
                    <a:pt x="26570" y="77082"/>
                    <a:pt x="20078" y="91957"/>
                    <a:pt x="14618" y="107219"/>
                  </a:cubicBezTo>
                  <a:lnTo>
                    <a:pt x="14618" y="107219"/>
                  </a:lnTo>
                  <a:cubicBezTo>
                    <a:pt x="5547" y="130907"/>
                    <a:pt x="1248" y="156185"/>
                    <a:pt x="2022" y="181550"/>
                  </a:cubicBezTo>
                  <a:cubicBezTo>
                    <a:pt x="2366" y="191051"/>
                    <a:pt x="3441" y="200466"/>
                    <a:pt x="5246" y="209794"/>
                  </a:cubicBezTo>
                  <a:cubicBezTo>
                    <a:pt x="6880" y="218994"/>
                    <a:pt x="8556" y="227937"/>
                    <a:pt x="10319" y="236621"/>
                  </a:cubicBezTo>
                  <a:cubicBezTo>
                    <a:pt x="13844" y="253817"/>
                    <a:pt x="17498" y="270196"/>
                    <a:pt x="21582" y="284727"/>
                  </a:cubicBezTo>
                  <a:lnTo>
                    <a:pt x="21582" y="284727"/>
                  </a:lnTo>
                  <a:lnTo>
                    <a:pt x="21582" y="374449"/>
                  </a:lnTo>
                  <a:cubicBezTo>
                    <a:pt x="21454" y="375137"/>
                    <a:pt x="21239" y="375824"/>
                    <a:pt x="20938" y="376469"/>
                  </a:cubicBezTo>
                  <a:lnTo>
                    <a:pt x="20938" y="37646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8" name="Google Shape;1428;p76"/>
            <p:cNvSpPr/>
            <p:nvPr/>
          </p:nvSpPr>
          <p:spPr>
            <a:xfrm>
              <a:off x="4738784" y="3747630"/>
              <a:ext cx="62551" cy="123555"/>
            </a:xfrm>
            <a:custGeom>
              <a:avLst/>
              <a:gdLst/>
              <a:ahLst/>
              <a:cxnLst/>
              <a:rect l="l" t="t" r="r" b="b"/>
              <a:pathLst>
                <a:path w="62551" h="123555" extrusionOk="0">
                  <a:moveTo>
                    <a:pt x="62551" y="123555"/>
                  </a:moveTo>
                  <a:cubicBezTo>
                    <a:pt x="23860" y="95869"/>
                    <a:pt x="645" y="47591"/>
                    <a:pt x="0" y="0"/>
                  </a:cubicBezTo>
                  <a:lnTo>
                    <a:pt x="62551" y="123555"/>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9" name="Google Shape;1429;p76"/>
            <p:cNvSpPr/>
            <p:nvPr/>
          </p:nvSpPr>
          <p:spPr>
            <a:xfrm>
              <a:off x="4707229" y="3623602"/>
              <a:ext cx="218261" cy="451531"/>
            </a:xfrm>
            <a:custGeom>
              <a:avLst/>
              <a:gdLst/>
              <a:ahLst/>
              <a:cxnLst/>
              <a:rect l="l" t="t" r="r" b="b"/>
              <a:pathLst>
                <a:path w="218261" h="451531" extrusionOk="0">
                  <a:moveTo>
                    <a:pt x="76738" y="0"/>
                  </a:moveTo>
                  <a:cubicBezTo>
                    <a:pt x="76738" y="0"/>
                    <a:pt x="109798" y="6449"/>
                    <a:pt x="122824" y="34780"/>
                  </a:cubicBezTo>
                  <a:cubicBezTo>
                    <a:pt x="135850" y="63110"/>
                    <a:pt x="212116" y="264178"/>
                    <a:pt x="216415" y="278752"/>
                  </a:cubicBezTo>
                  <a:cubicBezTo>
                    <a:pt x="222519" y="299516"/>
                    <a:pt x="212503" y="329395"/>
                    <a:pt x="200766" y="345473"/>
                  </a:cubicBezTo>
                  <a:cubicBezTo>
                    <a:pt x="184172" y="368172"/>
                    <a:pt x="119987" y="451531"/>
                    <a:pt x="119987" y="451531"/>
                  </a:cubicBezTo>
                  <a:lnTo>
                    <a:pt x="0" y="451531"/>
                  </a:lnTo>
                  <a:lnTo>
                    <a:pt x="109153" y="280213"/>
                  </a:lnTo>
                  <a:lnTo>
                    <a:pt x="31985" y="121148"/>
                  </a:lnTo>
                  <a:cubicBezTo>
                    <a:pt x="31985" y="121148"/>
                    <a:pt x="37703" y="11651"/>
                    <a:pt x="76738" y="0"/>
                  </a:cubicBezTo>
                  <a:lnTo>
                    <a:pt x="76738" y="0"/>
                  </a:ln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0" name="Google Shape;1430;p76"/>
            <p:cNvSpPr/>
            <p:nvPr/>
          </p:nvSpPr>
          <p:spPr>
            <a:xfrm>
              <a:off x="4819564" y="3903157"/>
              <a:ext cx="46171" cy="21895"/>
            </a:xfrm>
            <a:custGeom>
              <a:avLst/>
              <a:gdLst/>
              <a:ahLst/>
              <a:cxnLst/>
              <a:rect l="l" t="t" r="r" b="b"/>
              <a:pathLst>
                <a:path w="46171" h="21895" extrusionOk="0">
                  <a:moveTo>
                    <a:pt x="46172" y="21895"/>
                  </a:moveTo>
                  <a:cubicBezTo>
                    <a:pt x="39121" y="17037"/>
                    <a:pt x="31813" y="12566"/>
                    <a:pt x="24204" y="8611"/>
                  </a:cubicBezTo>
                  <a:cubicBezTo>
                    <a:pt x="16293" y="5258"/>
                    <a:pt x="8211" y="2377"/>
                    <a:pt x="0" y="13"/>
                  </a:cubicBezTo>
                  <a:cubicBezTo>
                    <a:pt x="2579" y="-73"/>
                    <a:pt x="5116" y="271"/>
                    <a:pt x="7566" y="1002"/>
                  </a:cubicBezTo>
                  <a:cubicBezTo>
                    <a:pt x="13585" y="2334"/>
                    <a:pt x="19432" y="4355"/>
                    <a:pt x="24978" y="7020"/>
                  </a:cubicBezTo>
                  <a:cubicBezTo>
                    <a:pt x="30566" y="9686"/>
                    <a:pt x="35811" y="12910"/>
                    <a:pt x="40669" y="16736"/>
                  </a:cubicBezTo>
                  <a:cubicBezTo>
                    <a:pt x="42776" y="18155"/>
                    <a:pt x="44624" y="19918"/>
                    <a:pt x="46172" y="21895"/>
                  </a:cubicBezTo>
                  <a:lnTo>
                    <a:pt x="46172" y="2189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1" name="Google Shape;1431;p76"/>
            <p:cNvSpPr/>
            <p:nvPr/>
          </p:nvSpPr>
          <p:spPr>
            <a:xfrm>
              <a:off x="4819649" y="3890702"/>
              <a:ext cx="41701" cy="11651"/>
            </a:xfrm>
            <a:custGeom>
              <a:avLst/>
              <a:gdLst/>
              <a:ahLst/>
              <a:cxnLst/>
              <a:rect l="l" t="t" r="r" b="b"/>
              <a:pathLst>
                <a:path w="41701" h="11651" extrusionOk="0">
                  <a:moveTo>
                    <a:pt x="41701" y="603"/>
                  </a:moveTo>
                  <a:cubicBezTo>
                    <a:pt x="34479" y="1290"/>
                    <a:pt x="27299" y="2408"/>
                    <a:pt x="20206" y="3956"/>
                  </a:cubicBezTo>
                  <a:cubicBezTo>
                    <a:pt x="13327" y="6105"/>
                    <a:pt x="6578" y="8685"/>
                    <a:pt x="0" y="11651"/>
                  </a:cubicBezTo>
                  <a:cubicBezTo>
                    <a:pt x="5761" y="7008"/>
                    <a:pt x="12510" y="3741"/>
                    <a:pt x="19733" y="2150"/>
                  </a:cubicBezTo>
                  <a:cubicBezTo>
                    <a:pt x="26826" y="-42"/>
                    <a:pt x="34350" y="-558"/>
                    <a:pt x="41701" y="60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2" name="Google Shape;1432;p76"/>
            <p:cNvSpPr/>
            <p:nvPr/>
          </p:nvSpPr>
          <p:spPr>
            <a:xfrm>
              <a:off x="4739601" y="3644317"/>
              <a:ext cx="68183" cy="75025"/>
            </a:xfrm>
            <a:custGeom>
              <a:avLst/>
              <a:gdLst/>
              <a:ahLst/>
              <a:cxnLst/>
              <a:rect l="l" t="t" r="r" b="b"/>
              <a:pathLst>
                <a:path w="68183" h="75025" extrusionOk="0">
                  <a:moveTo>
                    <a:pt x="129" y="75025"/>
                  </a:moveTo>
                  <a:cubicBezTo>
                    <a:pt x="-43" y="73606"/>
                    <a:pt x="-43" y="72145"/>
                    <a:pt x="129" y="70726"/>
                  </a:cubicBezTo>
                  <a:cubicBezTo>
                    <a:pt x="516" y="66814"/>
                    <a:pt x="1247" y="62945"/>
                    <a:pt x="2236" y="59162"/>
                  </a:cubicBezTo>
                  <a:cubicBezTo>
                    <a:pt x="8985" y="33582"/>
                    <a:pt x="27772" y="12904"/>
                    <a:pt x="52578" y="3704"/>
                  </a:cubicBezTo>
                  <a:cubicBezTo>
                    <a:pt x="56275" y="2371"/>
                    <a:pt x="60058" y="1296"/>
                    <a:pt x="63884" y="522"/>
                  </a:cubicBezTo>
                  <a:cubicBezTo>
                    <a:pt x="65303" y="136"/>
                    <a:pt x="66722" y="-37"/>
                    <a:pt x="68183" y="6"/>
                  </a:cubicBezTo>
                  <a:cubicBezTo>
                    <a:pt x="68183" y="350"/>
                    <a:pt x="62208" y="1253"/>
                    <a:pt x="53094" y="4950"/>
                  </a:cubicBezTo>
                  <a:cubicBezTo>
                    <a:pt x="29062" y="14580"/>
                    <a:pt x="10791" y="34700"/>
                    <a:pt x="3525" y="59549"/>
                  </a:cubicBezTo>
                  <a:cubicBezTo>
                    <a:pt x="817" y="69049"/>
                    <a:pt x="473" y="75025"/>
                    <a:pt x="129" y="7502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3" name="Google Shape;1433;p76"/>
            <p:cNvSpPr/>
            <p:nvPr/>
          </p:nvSpPr>
          <p:spPr>
            <a:xfrm>
              <a:off x="4572883" y="3681467"/>
              <a:ext cx="104553" cy="50384"/>
            </a:xfrm>
            <a:custGeom>
              <a:avLst/>
              <a:gdLst/>
              <a:ahLst/>
              <a:cxnLst/>
              <a:rect l="l" t="t" r="r" b="b"/>
              <a:pathLst>
                <a:path w="104553" h="50384" extrusionOk="0">
                  <a:moveTo>
                    <a:pt x="104553" y="8469"/>
                  </a:moveTo>
                  <a:lnTo>
                    <a:pt x="84821" y="7867"/>
                  </a:lnTo>
                  <a:lnTo>
                    <a:pt x="88905" y="27815"/>
                  </a:lnTo>
                  <a:lnTo>
                    <a:pt x="0" y="50385"/>
                  </a:lnTo>
                  <a:lnTo>
                    <a:pt x="83445" y="20335"/>
                  </a:lnTo>
                  <a:lnTo>
                    <a:pt x="80478" y="0"/>
                  </a:lnTo>
                  <a:lnTo>
                    <a:pt x="104553" y="8469"/>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4" name="Google Shape;1434;p76"/>
            <p:cNvSpPr/>
            <p:nvPr/>
          </p:nvSpPr>
          <p:spPr>
            <a:xfrm>
              <a:off x="4719954" y="3580252"/>
              <a:ext cx="31554" cy="97561"/>
            </a:xfrm>
            <a:custGeom>
              <a:avLst/>
              <a:gdLst/>
              <a:ahLst/>
              <a:cxnLst/>
              <a:rect l="l" t="t" r="r" b="b"/>
              <a:pathLst>
                <a:path w="31554" h="97561" extrusionOk="0">
                  <a:moveTo>
                    <a:pt x="4815" y="97561"/>
                  </a:moveTo>
                  <a:lnTo>
                    <a:pt x="0" y="95541"/>
                  </a:lnTo>
                  <a:cubicBezTo>
                    <a:pt x="0" y="95283"/>
                    <a:pt x="10877" y="69446"/>
                    <a:pt x="21495" y="42060"/>
                  </a:cubicBezTo>
                  <a:cubicBezTo>
                    <a:pt x="25322" y="33634"/>
                    <a:pt x="26912" y="24348"/>
                    <a:pt x="26009" y="15148"/>
                  </a:cubicBezTo>
                  <a:cubicBezTo>
                    <a:pt x="24849" y="9001"/>
                    <a:pt x="19346" y="4659"/>
                    <a:pt x="13112" y="5003"/>
                  </a:cubicBezTo>
                  <a:lnTo>
                    <a:pt x="9845" y="274"/>
                  </a:lnTo>
                  <a:cubicBezTo>
                    <a:pt x="19561" y="-1403"/>
                    <a:pt x="28933" y="4788"/>
                    <a:pt x="31254" y="14374"/>
                  </a:cubicBezTo>
                  <a:cubicBezTo>
                    <a:pt x="32286" y="24520"/>
                    <a:pt x="30652" y="34752"/>
                    <a:pt x="26482" y="44038"/>
                  </a:cubicBezTo>
                  <a:cubicBezTo>
                    <a:pt x="15692" y="71423"/>
                    <a:pt x="4901" y="97303"/>
                    <a:pt x="4815" y="97561"/>
                  </a:cubicBezTo>
                  <a:lnTo>
                    <a:pt x="4815" y="97561"/>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5" name="Google Shape;1435;p76"/>
            <p:cNvSpPr/>
            <p:nvPr/>
          </p:nvSpPr>
          <p:spPr>
            <a:xfrm>
              <a:off x="4671074" y="3672393"/>
              <a:ext cx="72334" cy="65822"/>
            </a:xfrm>
            <a:custGeom>
              <a:avLst/>
              <a:gdLst/>
              <a:ahLst/>
              <a:cxnLst/>
              <a:rect l="l" t="t" r="r" b="b"/>
              <a:pathLst>
                <a:path w="72334" h="65822" extrusionOk="0">
                  <a:moveTo>
                    <a:pt x="61477" y="65822"/>
                  </a:moveTo>
                  <a:lnTo>
                    <a:pt x="54813" y="63243"/>
                  </a:lnTo>
                  <a:cubicBezTo>
                    <a:pt x="60273" y="49228"/>
                    <a:pt x="67710" y="24551"/>
                    <a:pt x="64529" y="17372"/>
                  </a:cubicBezTo>
                  <a:cubicBezTo>
                    <a:pt x="61348" y="12299"/>
                    <a:pt x="56146" y="8860"/>
                    <a:pt x="50213" y="7914"/>
                  </a:cubicBezTo>
                  <a:cubicBezTo>
                    <a:pt x="42991" y="5979"/>
                    <a:pt x="35252" y="7570"/>
                    <a:pt x="29363" y="12213"/>
                  </a:cubicBezTo>
                  <a:cubicBezTo>
                    <a:pt x="21753" y="18619"/>
                    <a:pt x="10275" y="41361"/>
                    <a:pt x="6492" y="49572"/>
                  </a:cubicBezTo>
                  <a:lnTo>
                    <a:pt x="0" y="46606"/>
                  </a:lnTo>
                  <a:cubicBezTo>
                    <a:pt x="602" y="45316"/>
                    <a:pt x="14402" y="15523"/>
                    <a:pt x="24763" y="6753"/>
                  </a:cubicBezTo>
                  <a:cubicBezTo>
                    <a:pt x="32372" y="691"/>
                    <a:pt x="42346" y="-1458"/>
                    <a:pt x="51761" y="992"/>
                  </a:cubicBezTo>
                  <a:cubicBezTo>
                    <a:pt x="59843" y="2325"/>
                    <a:pt x="66937" y="7269"/>
                    <a:pt x="70978" y="14406"/>
                  </a:cubicBezTo>
                  <a:cubicBezTo>
                    <a:pt x="76395" y="26142"/>
                    <a:pt x="64013" y="59288"/>
                    <a:pt x="61477" y="65822"/>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6" name="Google Shape;1436;p76"/>
            <p:cNvSpPr/>
            <p:nvPr/>
          </p:nvSpPr>
          <p:spPr>
            <a:xfrm>
              <a:off x="4636896" y="3734389"/>
              <a:ext cx="94880" cy="112205"/>
            </a:xfrm>
            <a:custGeom>
              <a:avLst/>
              <a:gdLst/>
              <a:ahLst/>
              <a:cxnLst/>
              <a:rect l="l" t="t" r="r" b="b"/>
              <a:pathLst>
                <a:path w="94880" h="112205" extrusionOk="0">
                  <a:moveTo>
                    <a:pt x="24032" y="112206"/>
                  </a:moveTo>
                  <a:cubicBezTo>
                    <a:pt x="15821" y="112206"/>
                    <a:pt x="7739" y="107906"/>
                    <a:pt x="0" y="99050"/>
                  </a:cubicBezTo>
                  <a:lnTo>
                    <a:pt x="2537" y="96686"/>
                  </a:lnTo>
                  <a:cubicBezTo>
                    <a:pt x="11135" y="106316"/>
                    <a:pt x="19733" y="110142"/>
                    <a:pt x="28589" y="108079"/>
                  </a:cubicBezTo>
                  <a:cubicBezTo>
                    <a:pt x="64099" y="99738"/>
                    <a:pt x="91183" y="989"/>
                    <a:pt x="91441" y="0"/>
                  </a:cubicBezTo>
                  <a:lnTo>
                    <a:pt x="94880" y="903"/>
                  </a:lnTo>
                  <a:cubicBezTo>
                    <a:pt x="93763" y="5202"/>
                    <a:pt x="66980" y="102705"/>
                    <a:pt x="29406" y="111561"/>
                  </a:cubicBezTo>
                  <a:cubicBezTo>
                    <a:pt x="27643" y="111991"/>
                    <a:pt x="25837" y="112206"/>
                    <a:pt x="24032" y="112206"/>
                  </a:cubicBezTo>
                  <a:lnTo>
                    <a:pt x="24032" y="11220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7" name="Google Shape;1437;p76"/>
            <p:cNvSpPr/>
            <p:nvPr/>
          </p:nvSpPr>
          <p:spPr>
            <a:xfrm>
              <a:off x="4628187" y="3822869"/>
              <a:ext cx="16829" cy="15936"/>
            </a:xfrm>
            <a:custGeom>
              <a:avLst/>
              <a:gdLst/>
              <a:ahLst/>
              <a:cxnLst/>
              <a:rect l="l" t="t" r="r" b="b"/>
              <a:pathLst>
                <a:path w="16829" h="15936" extrusionOk="0">
                  <a:moveTo>
                    <a:pt x="15544" y="14741"/>
                  </a:moveTo>
                  <a:lnTo>
                    <a:pt x="15544" y="14741"/>
                  </a:lnTo>
                  <a:cubicBezTo>
                    <a:pt x="14040" y="16202"/>
                    <a:pt x="11675" y="16331"/>
                    <a:pt x="9999" y="15085"/>
                  </a:cubicBezTo>
                  <a:lnTo>
                    <a:pt x="2303" y="9367"/>
                  </a:lnTo>
                  <a:cubicBezTo>
                    <a:pt x="-61" y="7819"/>
                    <a:pt x="-706" y="4638"/>
                    <a:pt x="842" y="2273"/>
                  </a:cubicBezTo>
                  <a:lnTo>
                    <a:pt x="842" y="2273"/>
                  </a:lnTo>
                  <a:cubicBezTo>
                    <a:pt x="2432" y="-91"/>
                    <a:pt x="5570" y="-693"/>
                    <a:pt x="7935" y="855"/>
                  </a:cubicBezTo>
                  <a:cubicBezTo>
                    <a:pt x="8193" y="1027"/>
                    <a:pt x="8451" y="1242"/>
                    <a:pt x="8709" y="1500"/>
                  </a:cubicBezTo>
                  <a:lnTo>
                    <a:pt x="15630" y="8722"/>
                  </a:lnTo>
                  <a:cubicBezTo>
                    <a:pt x="17264" y="10399"/>
                    <a:pt x="17221" y="13107"/>
                    <a:pt x="15544" y="1474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8" name="Google Shape;1438;p76"/>
            <p:cNvSpPr/>
            <p:nvPr/>
          </p:nvSpPr>
          <p:spPr>
            <a:xfrm>
              <a:off x="4645229" y="3719643"/>
              <a:ext cx="37709" cy="130259"/>
            </a:xfrm>
            <a:custGeom>
              <a:avLst/>
              <a:gdLst/>
              <a:ahLst/>
              <a:cxnLst/>
              <a:rect l="l" t="t" r="r" b="b"/>
              <a:pathLst>
                <a:path w="37709" h="130259" extrusionOk="0">
                  <a:moveTo>
                    <a:pt x="30616" y="130176"/>
                  </a:moveTo>
                  <a:cubicBezTo>
                    <a:pt x="21201" y="130907"/>
                    <a:pt x="12087" y="126822"/>
                    <a:pt x="6370" y="119342"/>
                  </a:cubicBezTo>
                  <a:cubicBezTo>
                    <a:pt x="-15470" y="88690"/>
                    <a:pt x="25715" y="3611"/>
                    <a:pt x="27478" y="0"/>
                  </a:cubicBezTo>
                  <a:lnTo>
                    <a:pt x="30702" y="1591"/>
                  </a:lnTo>
                  <a:cubicBezTo>
                    <a:pt x="30272" y="2450"/>
                    <a:pt x="-11342" y="88346"/>
                    <a:pt x="9207" y="117278"/>
                  </a:cubicBezTo>
                  <a:cubicBezTo>
                    <a:pt x="14581" y="124802"/>
                    <a:pt x="24039" y="127811"/>
                    <a:pt x="37280" y="126178"/>
                  </a:cubicBezTo>
                  <a:lnTo>
                    <a:pt x="37710" y="129703"/>
                  </a:lnTo>
                  <a:cubicBezTo>
                    <a:pt x="35345" y="130004"/>
                    <a:pt x="32981" y="130176"/>
                    <a:pt x="30616" y="130176"/>
                  </a:cubicBezTo>
                  <a:lnTo>
                    <a:pt x="30616" y="13017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9" name="Google Shape;1439;p76"/>
            <p:cNvSpPr/>
            <p:nvPr/>
          </p:nvSpPr>
          <p:spPr>
            <a:xfrm>
              <a:off x="4675198" y="3842607"/>
              <a:ext cx="19312" cy="10098"/>
            </a:xfrm>
            <a:custGeom>
              <a:avLst/>
              <a:gdLst/>
              <a:ahLst/>
              <a:cxnLst/>
              <a:rect l="l" t="t" r="r" b="b"/>
              <a:pathLst>
                <a:path w="19312" h="10098" extrusionOk="0">
                  <a:moveTo>
                    <a:pt x="3" y="5277"/>
                  </a:moveTo>
                  <a:lnTo>
                    <a:pt x="3" y="5277"/>
                  </a:lnTo>
                  <a:cubicBezTo>
                    <a:pt x="175" y="7384"/>
                    <a:pt x="1809" y="9060"/>
                    <a:pt x="3915" y="9232"/>
                  </a:cubicBezTo>
                  <a:lnTo>
                    <a:pt x="13502" y="10049"/>
                  </a:lnTo>
                  <a:cubicBezTo>
                    <a:pt x="16296" y="10436"/>
                    <a:pt x="18833" y="8502"/>
                    <a:pt x="19263" y="5750"/>
                  </a:cubicBezTo>
                  <a:lnTo>
                    <a:pt x="19263" y="5750"/>
                  </a:lnTo>
                  <a:cubicBezTo>
                    <a:pt x="19650" y="2956"/>
                    <a:pt x="17715" y="419"/>
                    <a:pt x="14921" y="32"/>
                  </a:cubicBezTo>
                  <a:cubicBezTo>
                    <a:pt x="14577" y="-11"/>
                    <a:pt x="14233" y="-11"/>
                    <a:pt x="13889" y="32"/>
                  </a:cubicBezTo>
                  <a:lnTo>
                    <a:pt x="3915" y="849"/>
                  </a:lnTo>
                  <a:cubicBezTo>
                    <a:pt x="1637" y="1064"/>
                    <a:pt x="-83" y="3042"/>
                    <a:pt x="3" y="5320"/>
                  </a:cubicBezTo>
                  <a:lnTo>
                    <a:pt x="3" y="53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0" name="Google Shape;1440;p76"/>
            <p:cNvSpPr/>
            <p:nvPr/>
          </p:nvSpPr>
          <p:spPr>
            <a:xfrm>
              <a:off x="4476154" y="3736495"/>
              <a:ext cx="55801" cy="55802"/>
            </a:xfrm>
            <a:custGeom>
              <a:avLst/>
              <a:gdLst/>
              <a:ahLst/>
              <a:cxnLst/>
              <a:rect l="l" t="t" r="r" b="b"/>
              <a:pathLst>
                <a:path w="55801" h="55802" extrusionOk="0">
                  <a:moveTo>
                    <a:pt x="55802" y="27901"/>
                  </a:moveTo>
                  <a:cubicBezTo>
                    <a:pt x="55802" y="43292"/>
                    <a:pt x="43292" y="55802"/>
                    <a:pt x="27901" y="55802"/>
                  </a:cubicBezTo>
                  <a:cubicBezTo>
                    <a:pt x="12510" y="55802"/>
                    <a:pt x="0" y="43292"/>
                    <a:pt x="0" y="27901"/>
                  </a:cubicBezTo>
                  <a:cubicBezTo>
                    <a:pt x="0" y="12511"/>
                    <a:pt x="12381" y="130"/>
                    <a:pt x="27686" y="0"/>
                  </a:cubicBezTo>
                  <a:cubicBezTo>
                    <a:pt x="43120" y="-86"/>
                    <a:pt x="55716" y="12339"/>
                    <a:pt x="55802" y="27773"/>
                  </a:cubicBezTo>
                  <a:lnTo>
                    <a:pt x="55802" y="27901"/>
                  </a:lnTo>
                  <a:lnTo>
                    <a:pt x="55802" y="2790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1" name="Google Shape;1441;p76"/>
            <p:cNvSpPr/>
            <p:nvPr/>
          </p:nvSpPr>
          <p:spPr>
            <a:xfrm>
              <a:off x="4476154" y="3736495"/>
              <a:ext cx="55801" cy="55802"/>
            </a:xfrm>
            <a:custGeom>
              <a:avLst/>
              <a:gdLst/>
              <a:ahLst/>
              <a:cxnLst/>
              <a:rect l="l" t="t" r="r" b="b"/>
              <a:pathLst>
                <a:path w="55801" h="55802" extrusionOk="0">
                  <a:moveTo>
                    <a:pt x="55802" y="27901"/>
                  </a:moveTo>
                  <a:cubicBezTo>
                    <a:pt x="55802" y="43292"/>
                    <a:pt x="43292" y="55802"/>
                    <a:pt x="27901" y="55802"/>
                  </a:cubicBezTo>
                  <a:cubicBezTo>
                    <a:pt x="12510" y="55802"/>
                    <a:pt x="0" y="43292"/>
                    <a:pt x="0" y="27901"/>
                  </a:cubicBezTo>
                  <a:cubicBezTo>
                    <a:pt x="0" y="12511"/>
                    <a:pt x="12381" y="130"/>
                    <a:pt x="27686" y="0"/>
                  </a:cubicBezTo>
                  <a:cubicBezTo>
                    <a:pt x="43120" y="-86"/>
                    <a:pt x="55716" y="12339"/>
                    <a:pt x="55802" y="27773"/>
                  </a:cubicBezTo>
                  <a:lnTo>
                    <a:pt x="55802" y="27901"/>
                  </a:lnTo>
                  <a:lnTo>
                    <a:pt x="55802" y="2790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2" name="Google Shape;1442;p76"/>
            <p:cNvSpPr/>
            <p:nvPr/>
          </p:nvSpPr>
          <p:spPr>
            <a:xfrm>
              <a:off x="4483162" y="3743761"/>
              <a:ext cx="41270" cy="41270"/>
            </a:xfrm>
            <a:custGeom>
              <a:avLst/>
              <a:gdLst/>
              <a:ahLst/>
              <a:cxnLst/>
              <a:rect l="l" t="t" r="r" b="b"/>
              <a:pathLst>
                <a:path w="41270" h="41270" extrusionOk="0">
                  <a:moveTo>
                    <a:pt x="41271" y="20635"/>
                  </a:moveTo>
                  <a:cubicBezTo>
                    <a:pt x="41271" y="32028"/>
                    <a:pt x="32028" y="41271"/>
                    <a:pt x="20635" y="41271"/>
                  </a:cubicBezTo>
                  <a:cubicBezTo>
                    <a:pt x="9243" y="41271"/>
                    <a:pt x="0" y="32028"/>
                    <a:pt x="0" y="20635"/>
                  </a:cubicBezTo>
                  <a:cubicBezTo>
                    <a:pt x="0" y="9243"/>
                    <a:pt x="9243" y="0"/>
                    <a:pt x="20635" y="0"/>
                  </a:cubicBezTo>
                  <a:lnTo>
                    <a:pt x="20679" y="0"/>
                  </a:lnTo>
                  <a:cubicBezTo>
                    <a:pt x="32071" y="0"/>
                    <a:pt x="41271" y="9243"/>
                    <a:pt x="41271" y="20635"/>
                  </a:cubicBezTo>
                  <a:close/>
                </a:path>
              </a:pathLst>
            </a:custGeom>
            <a:solidFill>
              <a:srgbClr val="E0E0E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3" name="Google Shape;1443;p76"/>
            <p:cNvSpPr/>
            <p:nvPr/>
          </p:nvSpPr>
          <p:spPr>
            <a:xfrm>
              <a:off x="4510632" y="3593852"/>
              <a:ext cx="88560" cy="145394"/>
            </a:xfrm>
            <a:custGeom>
              <a:avLst/>
              <a:gdLst/>
              <a:ahLst/>
              <a:cxnLst/>
              <a:rect l="l" t="t" r="r" b="b"/>
              <a:pathLst>
                <a:path w="88560" h="145394" extrusionOk="0">
                  <a:moveTo>
                    <a:pt x="4643" y="145394"/>
                  </a:moveTo>
                  <a:lnTo>
                    <a:pt x="0" y="143030"/>
                  </a:lnTo>
                  <a:cubicBezTo>
                    <a:pt x="2365" y="138473"/>
                    <a:pt x="57522" y="31254"/>
                    <a:pt x="60832" y="26353"/>
                  </a:cubicBezTo>
                  <a:cubicBezTo>
                    <a:pt x="61391" y="25493"/>
                    <a:pt x="62122" y="24290"/>
                    <a:pt x="62895" y="22957"/>
                  </a:cubicBezTo>
                  <a:cubicBezTo>
                    <a:pt x="64572" y="20077"/>
                    <a:pt x="66421" y="17325"/>
                    <a:pt x="68398" y="14660"/>
                  </a:cubicBezTo>
                  <a:cubicBezTo>
                    <a:pt x="73987" y="7824"/>
                    <a:pt x="80608" y="1462"/>
                    <a:pt x="88561" y="0"/>
                  </a:cubicBezTo>
                  <a:lnTo>
                    <a:pt x="83918" y="7480"/>
                  </a:lnTo>
                  <a:cubicBezTo>
                    <a:pt x="79619" y="9157"/>
                    <a:pt x="77426" y="11779"/>
                    <a:pt x="72482" y="17970"/>
                  </a:cubicBezTo>
                  <a:cubicBezTo>
                    <a:pt x="70634" y="20421"/>
                    <a:pt x="68914" y="23000"/>
                    <a:pt x="67409" y="25665"/>
                  </a:cubicBezTo>
                  <a:cubicBezTo>
                    <a:pt x="66550" y="27084"/>
                    <a:pt x="65776" y="28374"/>
                    <a:pt x="65131" y="29277"/>
                  </a:cubicBezTo>
                  <a:cubicBezTo>
                    <a:pt x="62552" y="33103"/>
                    <a:pt x="20593" y="114398"/>
                    <a:pt x="4643" y="145394"/>
                  </a:cubicBezTo>
                  <a:lnTo>
                    <a:pt x="4643" y="14539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4" name="Google Shape;1444;p76"/>
            <p:cNvSpPr/>
            <p:nvPr/>
          </p:nvSpPr>
          <p:spPr>
            <a:xfrm>
              <a:off x="4552794" y="3723770"/>
              <a:ext cx="25978" cy="350589"/>
            </a:xfrm>
            <a:custGeom>
              <a:avLst/>
              <a:gdLst/>
              <a:ahLst/>
              <a:cxnLst/>
              <a:rect l="l" t="t" r="r" b="b"/>
              <a:pathLst>
                <a:path w="25978" h="350589" extrusionOk="0">
                  <a:moveTo>
                    <a:pt x="6977" y="350589"/>
                  </a:moveTo>
                  <a:cubicBezTo>
                    <a:pt x="6762" y="349428"/>
                    <a:pt x="6633" y="348224"/>
                    <a:pt x="6633" y="347021"/>
                  </a:cubicBezTo>
                  <a:cubicBezTo>
                    <a:pt x="6633" y="344442"/>
                    <a:pt x="6332" y="341002"/>
                    <a:pt x="6074" y="336703"/>
                  </a:cubicBezTo>
                  <a:cubicBezTo>
                    <a:pt x="5730" y="327546"/>
                    <a:pt x="5214" y="314649"/>
                    <a:pt x="4569" y="298828"/>
                  </a:cubicBezTo>
                  <a:cubicBezTo>
                    <a:pt x="3409" y="266800"/>
                    <a:pt x="1689" y="222649"/>
                    <a:pt x="270" y="173768"/>
                  </a:cubicBezTo>
                  <a:cubicBezTo>
                    <a:pt x="-289" y="149350"/>
                    <a:pt x="-31" y="126006"/>
                    <a:pt x="1517" y="104983"/>
                  </a:cubicBezTo>
                  <a:cubicBezTo>
                    <a:pt x="2721" y="86197"/>
                    <a:pt x="5343" y="67495"/>
                    <a:pt x="9384" y="49096"/>
                  </a:cubicBezTo>
                  <a:cubicBezTo>
                    <a:pt x="12265" y="36757"/>
                    <a:pt x="15962" y="24634"/>
                    <a:pt x="20433" y="12768"/>
                  </a:cubicBezTo>
                  <a:cubicBezTo>
                    <a:pt x="22066" y="8469"/>
                    <a:pt x="23528" y="5417"/>
                    <a:pt x="24431" y="3267"/>
                  </a:cubicBezTo>
                  <a:cubicBezTo>
                    <a:pt x="24904" y="2150"/>
                    <a:pt x="25420" y="1075"/>
                    <a:pt x="25979" y="0"/>
                  </a:cubicBezTo>
                  <a:cubicBezTo>
                    <a:pt x="25721" y="1161"/>
                    <a:pt x="25334" y="2322"/>
                    <a:pt x="24861" y="3439"/>
                  </a:cubicBezTo>
                  <a:lnTo>
                    <a:pt x="21250" y="13069"/>
                  </a:lnTo>
                  <a:cubicBezTo>
                    <a:pt x="17166" y="24978"/>
                    <a:pt x="13769" y="37144"/>
                    <a:pt x="11104" y="49482"/>
                  </a:cubicBezTo>
                  <a:cubicBezTo>
                    <a:pt x="7321" y="67796"/>
                    <a:pt x="4870" y="86368"/>
                    <a:pt x="3752" y="105069"/>
                  </a:cubicBezTo>
                  <a:cubicBezTo>
                    <a:pt x="2334" y="126135"/>
                    <a:pt x="2162" y="149393"/>
                    <a:pt x="2678" y="173854"/>
                  </a:cubicBezTo>
                  <a:cubicBezTo>
                    <a:pt x="4010" y="222606"/>
                    <a:pt x="5257" y="266714"/>
                    <a:pt x="6117" y="298914"/>
                  </a:cubicBezTo>
                  <a:cubicBezTo>
                    <a:pt x="6461" y="314735"/>
                    <a:pt x="6762" y="327632"/>
                    <a:pt x="6977" y="336832"/>
                  </a:cubicBezTo>
                  <a:lnTo>
                    <a:pt x="6977" y="347107"/>
                  </a:lnTo>
                  <a:cubicBezTo>
                    <a:pt x="7063" y="348267"/>
                    <a:pt x="7063" y="349428"/>
                    <a:pt x="6977" y="350589"/>
                  </a:cubicBezTo>
                  <a:lnTo>
                    <a:pt x="6977" y="35058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5" name="Google Shape;1445;p76"/>
            <p:cNvSpPr/>
            <p:nvPr/>
          </p:nvSpPr>
          <p:spPr>
            <a:xfrm>
              <a:off x="4707229" y="3759668"/>
              <a:ext cx="110400" cy="315508"/>
            </a:xfrm>
            <a:custGeom>
              <a:avLst/>
              <a:gdLst/>
              <a:ahLst/>
              <a:cxnLst/>
              <a:rect l="l" t="t" r="r" b="b"/>
              <a:pathLst>
                <a:path w="110400" h="315508" extrusionOk="0">
                  <a:moveTo>
                    <a:pt x="0" y="315509"/>
                  </a:moveTo>
                  <a:cubicBezTo>
                    <a:pt x="516" y="314391"/>
                    <a:pt x="1118" y="313316"/>
                    <a:pt x="1806" y="312284"/>
                  </a:cubicBezTo>
                  <a:cubicBezTo>
                    <a:pt x="3181" y="310049"/>
                    <a:pt x="5030" y="307039"/>
                    <a:pt x="7308" y="303213"/>
                  </a:cubicBezTo>
                  <a:cubicBezTo>
                    <a:pt x="12338" y="295217"/>
                    <a:pt x="19346" y="283953"/>
                    <a:pt x="27987" y="270153"/>
                  </a:cubicBezTo>
                  <a:lnTo>
                    <a:pt x="96772" y="161473"/>
                  </a:lnTo>
                  <a:lnTo>
                    <a:pt x="108164" y="143589"/>
                  </a:lnTo>
                  <a:lnTo>
                    <a:pt x="108164" y="144663"/>
                  </a:lnTo>
                  <a:cubicBezTo>
                    <a:pt x="88217" y="104080"/>
                    <a:pt x="70548" y="68097"/>
                    <a:pt x="57693" y="42045"/>
                  </a:cubicBezTo>
                  <a:lnTo>
                    <a:pt x="42862" y="11264"/>
                  </a:lnTo>
                  <a:lnTo>
                    <a:pt x="38950" y="2966"/>
                  </a:lnTo>
                  <a:cubicBezTo>
                    <a:pt x="38434" y="2020"/>
                    <a:pt x="38047" y="1032"/>
                    <a:pt x="37746" y="0"/>
                  </a:cubicBezTo>
                  <a:cubicBezTo>
                    <a:pt x="38348" y="860"/>
                    <a:pt x="38863" y="1806"/>
                    <a:pt x="39336" y="2751"/>
                  </a:cubicBezTo>
                  <a:lnTo>
                    <a:pt x="43635" y="10920"/>
                  </a:lnTo>
                  <a:lnTo>
                    <a:pt x="59026" y="41357"/>
                  </a:lnTo>
                  <a:lnTo>
                    <a:pt x="110142" y="143675"/>
                  </a:lnTo>
                  <a:lnTo>
                    <a:pt x="110400" y="144234"/>
                  </a:lnTo>
                  <a:lnTo>
                    <a:pt x="110056" y="144793"/>
                  </a:lnTo>
                  <a:lnTo>
                    <a:pt x="98706" y="162677"/>
                  </a:lnTo>
                  <a:cubicBezTo>
                    <a:pt x="71665" y="204893"/>
                    <a:pt x="47118" y="243112"/>
                    <a:pt x="29320" y="271013"/>
                  </a:cubicBezTo>
                  <a:lnTo>
                    <a:pt x="8082" y="303686"/>
                  </a:lnTo>
                  <a:cubicBezTo>
                    <a:pt x="5589" y="307383"/>
                    <a:pt x="3783" y="310350"/>
                    <a:pt x="2192" y="312542"/>
                  </a:cubicBezTo>
                  <a:cubicBezTo>
                    <a:pt x="1548" y="313574"/>
                    <a:pt x="817" y="314606"/>
                    <a:pt x="0" y="315509"/>
                  </a:cubicBezTo>
                  <a:lnTo>
                    <a:pt x="0" y="31550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6" name="Google Shape;1446;p76"/>
            <p:cNvSpPr/>
            <p:nvPr/>
          </p:nvSpPr>
          <p:spPr>
            <a:xfrm>
              <a:off x="4610371" y="4002393"/>
              <a:ext cx="139160" cy="74717"/>
            </a:xfrm>
            <a:custGeom>
              <a:avLst/>
              <a:gdLst/>
              <a:ahLst/>
              <a:cxnLst/>
              <a:rect l="l" t="t" r="r" b="b"/>
              <a:pathLst>
                <a:path w="139160" h="74717" extrusionOk="0">
                  <a:moveTo>
                    <a:pt x="139161" y="0"/>
                  </a:moveTo>
                  <a:cubicBezTo>
                    <a:pt x="139161" y="0"/>
                    <a:pt x="138602" y="516"/>
                    <a:pt x="137484" y="1290"/>
                  </a:cubicBezTo>
                  <a:lnTo>
                    <a:pt x="132368" y="4600"/>
                  </a:lnTo>
                  <a:cubicBezTo>
                    <a:pt x="130090" y="5933"/>
                    <a:pt x="127210" y="7351"/>
                    <a:pt x="123770" y="9114"/>
                  </a:cubicBezTo>
                  <a:cubicBezTo>
                    <a:pt x="120331" y="10877"/>
                    <a:pt x="116462" y="12467"/>
                    <a:pt x="111948" y="13843"/>
                  </a:cubicBezTo>
                  <a:cubicBezTo>
                    <a:pt x="88475" y="22011"/>
                    <a:pt x="63239" y="23774"/>
                    <a:pt x="38863" y="18959"/>
                  </a:cubicBezTo>
                  <a:cubicBezTo>
                    <a:pt x="27385" y="16810"/>
                    <a:pt x="16379" y="12639"/>
                    <a:pt x="6363" y="6621"/>
                  </a:cubicBezTo>
                  <a:lnTo>
                    <a:pt x="7996" y="5847"/>
                  </a:lnTo>
                  <a:cubicBezTo>
                    <a:pt x="5847" y="25709"/>
                    <a:pt x="4041" y="42819"/>
                    <a:pt x="2708" y="55372"/>
                  </a:cubicBezTo>
                  <a:cubicBezTo>
                    <a:pt x="1978" y="61219"/>
                    <a:pt x="1419" y="65991"/>
                    <a:pt x="989" y="69602"/>
                  </a:cubicBezTo>
                  <a:cubicBezTo>
                    <a:pt x="860" y="71322"/>
                    <a:pt x="559" y="73041"/>
                    <a:pt x="129" y="74718"/>
                  </a:cubicBezTo>
                  <a:cubicBezTo>
                    <a:pt x="-43" y="72998"/>
                    <a:pt x="-43" y="71279"/>
                    <a:pt x="129" y="69559"/>
                  </a:cubicBezTo>
                  <a:cubicBezTo>
                    <a:pt x="387" y="65905"/>
                    <a:pt x="774" y="60961"/>
                    <a:pt x="1204" y="55243"/>
                  </a:cubicBezTo>
                  <a:cubicBezTo>
                    <a:pt x="2364" y="42690"/>
                    <a:pt x="3912" y="25536"/>
                    <a:pt x="5503" y="5632"/>
                  </a:cubicBezTo>
                  <a:lnTo>
                    <a:pt x="5503" y="3955"/>
                  </a:lnTo>
                  <a:lnTo>
                    <a:pt x="6964" y="4815"/>
                  </a:lnTo>
                  <a:cubicBezTo>
                    <a:pt x="16809" y="10619"/>
                    <a:pt x="27600" y="14660"/>
                    <a:pt x="38821" y="16766"/>
                  </a:cubicBezTo>
                  <a:cubicBezTo>
                    <a:pt x="62767" y="21495"/>
                    <a:pt x="87572" y="19991"/>
                    <a:pt x="110787" y="12467"/>
                  </a:cubicBezTo>
                  <a:cubicBezTo>
                    <a:pt x="120632" y="9243"/>
                    <a:pt x="130133" y="5073"/>
                    <a:pt x="139161" y="0"/>
                  </a:cubicBezTo>
                  <a:lnTo>
                    <a:pt x="139161"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7" name="Google Shape;1447;p76"/>
            <p:cNvSpPr/>
            <p:nvPr/>
          </p:nvSpPr>
          <p:spPr>
            <a:xfrm>
              <a:off x="4371730" y="3727252"/>
              <a:ext cx="149994" cy="231945"/>
            </a:xfrm>
            <a:custGeom>
              <a:avLst/>
              <a:gdLst/>
              <a:ahLst/>
              <a:cxnLst/>
              <a:rect l="l" t="t" r="r" b="b"/>
              <a:pathLst>
                <a:path w="149994" h="231945" extrusionOk="0">
                  <a:moveTo>
                    <a:pt x="92473" y="0"/>
                  </a:moveTo>
                  <a:cubicBezTo>
                    <a:pt x="91957" y="215"/>
                    <a:pt x="91398" y="344"/>
                    <a:pt x="90839" y="430"/>
                  </a:cubicBezTo>
                  <a:lnTo>
                    <a:pt x="85981" y="1419"/>
                  </a:lnTo>
                  <a:lnTo>
                    <a:pt x="67452" y="4815"/>
                  </a:lnTo>
                  <a:lnTo>
                    <a:pt x="1161" y="16595"/>
                  </a:lnTo>
                  <a:lnTo>
                    <a:pt x="1935" y="15520"/>
                  </a:lnTo>
                  <a:cubicBezTo>
                    <a:pt x="7222" y="47720"/>
                    <a:pt x="13499" y="86325"/>
                    <a:pt x="20292" y="127811"/>
                  </a:cubicBezTo>
                  <a:cubicBezTo>
                    <a:pt x="22785" y="143073"/>
                    <a:pt x="25150" y="157905"/>
                    <a:pt x="27471" y="172135"/>
                  </a:cubicBezTo>
                  <a:lnTo>
                    <a:pt x="27471" y="171920"/>
                  </a:lnTo>
                  <a:cubicBezTo>
                    <a:pt x="35553" y="191696"/>
                    <a:pt x="49482" y="208591"/>
                    <a:pt x="67367" y="220284"/>
                  </a:cubicBezTo>
                  <a:cubicBezTo>
                    <a:pt x="75105" y="225056"/>
                    <a:pt x="83703" y="228238"/>
                    <a:pt x="92688" y="229613"/>
                  </a:cubicBezTo>
                  <a:lnTo>
                    <a:pt x="98879" y="230387"/>
                  </a:lnTo>
                  <a:cubicBezTo>
                    <a:pt x="100899" y="230516"/>
                    <a:pt x="102877" y="230516"/>
                    <a:pt x="104897" y="230387"/>
                  </a:cubicBezTo>
                  <a:lnTo>
                    <a:pt x="110615" y="230387"/>
                  </a:lnTo>
                  <a:cubicBezTo>
                    <a:pt x="112378" y="230086"/>
                    <a:pt x="114140" y="229613"/>
                    <a:pt x="115860" y="229054"/>
                  </a:cubicBezTo>
                  <a:cubicBezTo>
                    <a:pt x="126479" y="225314"/>
                    <a:pt x="135808" y="218651"/>
                    <a:pt x="142858" y="209880"/>
                  </a:cubicBezTo>
                  <a:cubicBezTo>
                    <a:pt x="147802" y="203733"/>
                    <a:pt x="149780" y="199821"/>
                    <a:pt x="149995" y="199950"/>
                  </a:cubicBezTo>
                  <a:cubicBezTo>
                    <a:pt x="148189" y="203647"/>
                    <a:pt x="145996" y="207129"/>
                    <a:pt x="143460" y="210354"/>
                  </a:cubicBezTo>
                  <a:cubicBezTo>
                    <a:pt x="136495" y="219511"/>
                    <a:pt x="127080" y="226475"/>
                    <a:pt x="116290" y="230387"/>
                  </a:cubicBezTo>
                  <a:cubicBezTo>
                    <a:pt x="114484" y="231032"/>
                    <a:pt x="112679" y="231505"/>
                    <a:pt x="110787" y="231849"/>
                  </a:cubicBezTo>
                  <a:lnTo>
                    <a:pt x="104897" y="231849"/>
                  </a:lnTo>
                  <a:cubicBezTo>
                    <a:pt x="102877" y="231978"/>
                    <a:pt x="100813" y="231978"/>
                    <a:pt x="98793" y="231849"/>
                  </a:cubicBezTo>
                  <a:lnTo>
                    <a:pt x="92430" y="231118"/>
                  </a:lnTo>
                  <a:cubicBezTo>
                    <a:pt x="83187" y="229785"/>
                    <a:pt x="74331" y="226604"/>
                    <a:pt x="66378" y="221746"/>
                  </a:cubicBezTo>
                  <a:cubicBezTo>
                    <a:pt x="47935" y="209967"/>
                    <a:pt x="33576" y="192813"/>
                    <a:pt x="25193" y="172608"/>
                  </a:cubicBezTo>
                  <a:lnTo>
                    <a:pt x="25193" y="172608"/>
                  </a:lnTo>
                  <a:cubicBezTo>
                    <a:pt x="22914" y="158421"/>
                    <a:pt x="20507" y="143546"/>
                    <a:pt x="18013" y="128284"/>
                  </a:cubicBezTo>
                  <a:lnTo>
                    <a:pt x="0" y="15950"/>
                  </a:lnTo>
                  <a:lnTo>
                    <a:pt x="0" y="15047"/>
                  </a:lnTo>
                  <a:lnTo>
                    <a:pt x="903" y="15047"/>
                  </a:lnTo>
                  <a:lnTo>
                    <a:pt x="67495" y="4084"/>
                  </a:lnTo>
                  <a:lnTo>
                    <a:pt x="86110" y="1161"/>
                  </a:lnTo>
                  <a:lnTo>
                    <a:pt x="91011" y="430"/>
                  </a:lnTo>
                  <a:cubicBezTo>
                    <a:pt x="91484" y="258"/>
                    <a:pt x="91957" y="86"/>
                    <a:pt x="92473" y="0"/>
                  </a:cubicBezTo>
                  <a:lnTo>
                    <a:pt x="92473"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8" name="Google Shape;1448;p76"/>
            <p:cNvSpPr/>
            <p:nvPr/>
          </p:nvSpPr>
          <p:spPr>
            <a:xfrm>
              <a:off x="4741836" y="3597593"/>
              <a:ext cx="185324" cy="477588"/>
            </a:xfrm>
            <a:custGeom>
              <a:avLst/>
              <a:gdLst/>
              <a:ahLst/>
              <a:cxnLst/>
              <a:rect l="l" t="t" r="r" b="b"/>
              <a:pathLst>
                <a:path w="185324" h="477588" extrusionOk="0">
                  <a:moveTo>
                    <a:pt x="85379" y="477583"/>
                  </a:moveTo>
                  <a:lnTo>
                    <a:pt x="85938" y="476681"/>
                  </a:lnTo>
                  <a:lnTo>
                    <a:pt x="87744" y="474144"/>
                  </a:lnTo>
                  <a:lnTo>
                    <a:pt x="94880" y="464385"/>
                  </a:lnTo>
                  <a:lnTo>
                    <a:pt x="121750" y="428230"/>
                  </a:lnTo>
                  <a:cubicBezTo>
                    <a:pt x="133314" y="412840"/>
                    <a:pt x="147157" y="394353"/>
                    <a:pt x="162720" y="373546"/>
                  </a:cubicBezTo>
                  <a:lnTo>
                    <a:pt x="168695" y="365593"/>
                  </a:lnTo>
                  <a:cubicBezTo>
                    <a:pt x="170673" y="362927"/>
                    <a:pt x="172436" y="360090"/>
                    <a:pt x="174241" y="356994"/>
                  </a:cubicBezTo>
                  <a:cubicBezTo>
                    <a:pt x="177594" y="350933"/>
                    <a:pt x="180088" y="344398"/>
                    <a:pt x="181679" y="337649"/>
                  </a:cubicBezTo>
                  <a:cubicBezTo>
                    <a:pt x="184688" y="323161"/>
                    <a:pt x="183054" y="308114"/>
                    <a:pt x="177036" y="294615"/>
                  </a:cubicBezTo>
                  <a:lnTo>
                    <a:pt x="177036" y="294615"/>
                  </a:lnTo>
                  <a:cubicBezTo>
                    <a:pt x="169211" y="273593"/>
                    <a:pt x="160871" y="251151"/>
                    <a:pt x="152316" y="228022"/>
                  </a:cubicBezTo>
                  <a:cubicBezTo>
                    <a:pt x="138387" y="190921"/>
                    <a:pt x="124845" y="155712"/>
                    <a:pt x="112077" y="123856"/>
                  </a:cubicBezTo>
                  <a:cubicBezTo>
                    <a:pt x="105714" y="107950"/>
                    <a:pt x="99180" y="92903"/>
                    <a:pt x="93333" y="78931"/>
                  </a:cubicBezTo>
                  <a:cubicBezTo>
                    <a:pt x="90108" y="72009"/>
                    <a:pt x="87228" y="65217"/>
                    <a:pt x="83875" y="59026"/>
                  </a:cubicBezTo>
                  <a:cubicBezTo>
                    <a:pt x="81338" y="52793"/>
                    <a:pt x="77168" y="47376"/>
                    <a:pt x="71837" y="43335"/>
                  </a:cubicBezTo>
                  <a:cubicBezTo>
                    <a:pt x="62423" y="36499"/>
                    <a:pt x="52621" y="30180"/>
                    <a:pt x="42561" y="24376"/>
                  </a:cubicBezTo>
                  <a:cubicBezTo>
                    <a:pt x="33662" y="19131"/>
                    <a:pt x="25923" y="14746"/>
                    <a:pt x="19604" y="11177"/>
                  </a:cubicBezTo>
                  <a:lnTo>
                    <a:pt x="5073" y="2923"/>
                  </a:lnTo>
                  <a:lnTo>
                    <a:pt x="1290" y="817"/>
                  </a:lnTo>
                  <a:lnTo>
                    <a:pt x="0" y="0"/>
                  </a:lnTo>
                  <a:cubicBezTo>
                    <a:pt x="473" y="129"/>
                    <a:pt x="946" y="344"/>
                    <a:pt x="1376" y="602"/>
                  </a:cubicBezTo>
                  <a:lnTo>
                    <a:pt x="5288" y="2537"/>
                  </a:lnTo>
                  <a:cubicBezTo>
                    <a:pt x="8684" y="4256"/>
                    <a:pt x="13671" y="6836"/>
                    <a:pt x="20077" y="10318"/>
                  </a:cubicBezTo>
                  <a:cubicBezTo>
                    <a:pt x="26482" y="13800"/>
                    <a:pt x="34263" y="18013"/>
                    <a:pt x="43206" y="23215"/>
                  </a:cubicBezTo>
                  <a:cubicBezTo>
                    <a:pt x="53394" y="28976"/>
                    <a:pt x="63325" y="35252"/>
                    <a:pt x="72869" y="42045"/>
                  </a:cubicBezTo>
                  <a:cubicBezTo>
                    <a:pt x="78415" y="46215"/>
                    <a:pt x="82757" y="51804"/>
                    <a:pt x="85465" y="58167"/>
                  </a:cubicBezTo>
                  <a:cubicBezTo>
                    <a:pt x="88862" y="64443"/>
                    <a:pt x="91785" y="71064"/>
                    <a:pt x="95052" y="78114"/>
                  </a:cubicBezTo>
                  <a:cubicBezTo>
                    <a:pt x="101200" y="92086"/>
                    <a:pt x="107606" y="107133"/>
                    <a:pt x="114011" y="123039"/>
                  </a:cubicBezTo>
                  <a:cubicBezTo>
                    <a:pt x="126909" y="154852"/>
                    <a:pt x="140493" y="190105"/>
                    <a:pt x="154465" y="227163"/>
                  </a:cubicBezTo>
                  <a:cubicBezTo>
                    <a:pt x="163064" y="250292"/>
                    <a:pt x="171447" y="272733"/>
                    <a:pt x="179099" y="293841"/>
                  </a:cubicBezTo>
                  <a:lnTo>
                    <a:pt x="179099" y="293841"/>
                  </a:lnTo>
                  <a:cubicBezTo>
                    <a:pt x="185333" y="307856"/>
                    <a:pt x="186923" y="323505"/>
                    <a:pt x="183699" y="338509"/>
                  </a:cubicBezTo>
                  <a:cubicBezTo>
                    <a:pt x="182108" y="345473"/>
                    <a:pt x="179486" y="352180"/>
                    <a:pt x="175961" y="358413"/>
                  </a:cubicBezTo>
                  <a:cubicBezTo>
                    <a:pt x="174155" y="361337"/>
                    <a:pt x="172264" y="364260"/>
                    <a:pt x="170286" y="367011"/>
                  </a:cubicBezTo>
                  <a:lnTo>
                    <a:pt x="164138" y="374621"/>
                  </a:lnTo>
                  <a:lnTo>
                    <a:pt x="122738" y="429047"/>
                  </a:lnTo>
                  <a:lnTo>
                    <a:pt x="95353" y="464858"/>
                  </a:lnTo>
                  <a:lnTo>
                    <a:pt x="88045" y="474273"/>
                  </a:lnTo>
                  <a:cubicBezTo>
                    <a:pt x="87271" y="475305"/>
                    <a:pt x="86626" y="476079"/>
                    <a:pt x="86110" y="476724"/>
                  </a:cubicBezTo>
                  <a:cubicBezTo>
                    <a:pt x="85594" y="477368"/>
                    <a:pt x="85422" y="477626"/>
                    <a:pt x="85379" y="477583"/>
                  </a:cubicBezTo>
                  <a:lnTo>
                    <a:pt x="85379" y="47758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9" name="Google Shape;1449;p76"/>
            <p:cNvSpPr/>
            <p:nvPr/>
          </p:nvSpPr>
          <p:spPr>
            <a:xfrm>
              <a:off x="4684358" y="3514105"/>
              <a:ext cx="121276" cy="142849"/>
            </a:xfrm>
            <a:custGeom>
              <a:avLst/>
              <a:gdLst/>
              <a:ahLst/>
              <a:cxnLst/>
              <a:rect l="l" t="t" r="r" b="b"/>
              <a:pathLst>
                <a:path w="121276" h="142849" extrusionOk="0">
                  <a:moveTo>
                    <a:pt x="108508" y="0"/>
                  </a:moveTo>
                  <a:lnTo>
                    <a:pt x="9157" y="60746"/>
                  </a:lnTo>
                  <a:cubicBezTo>
                    <a:pt x="12854" y="77684"/>
                    <a:pt x="2063" y="90839"/>
                    <a:pt x="5245" y="100899"/>
                  </a:cubicBezTo>
                  <a:cubicBezTo>
                    <a:pt x="7093" y="106617"/>
                    <a:pt x="10662" y="111948"/>
                    <a:pt x="10920" y="118095"/>
                  </a:cubicBezTo>
                  <a:cubicBezTo>
                    <a:pt x="11307" y="126350"/>
                    <a:pt x="5503" y="133400"/>
                    <a:pt x="0" y="139591"/>
                  </a:cubicBezTo>
                  <a:cubicBezTo>
                    <a:pt x="16207" y="147071"/>
                    <a:pt x="34951" y="139805"/>
                    <a:pt x="52491" y="136323"/>
                  </a:cubicBezTo>
                  <a:cubicBezTo>
                    <a:pt x="75921" y="131723"/>
                    <a:pt x="102017" y="133615"/>
                    <a:pt x="121277" y="119600"/>
                  </a:cubicBezTo>
                  <a:cubicBezTo>
                    <a:pt x="115989" y="79791"/>
                    <a:pt x="111733" y="39938"/>
                    <a:pt x="108508" y="0"/>
                  </a:cubicBezTo>
                  <a:lnTo>
                    <a:pt x="108508"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450" name="Google Shape;1450;p76"/>
          <p:cNvGrpSpPr/>
          <p:nvPr/>
        </p:nvGrpSpPr>
        <p:grpSpPr>
          <a:xfrm>
            <a:off x="1802980" y="2395290"/>
            <a:ext cx="2816683" cy="2227514"/>
            <a:chOff x="4980509" y="2301521"/>
            <a:chExt cx="1005348" cy="795058"/>
          </a:xfrm>
        </p:grpSpPr>
        <p:sp>
          <p:nvSpPr>
            <p:cNvPr id="1451" name="Google Shape;1451;p76"/>
            <p:cNvSpPr/>
            <p:nvPr/>
          </p:nvSpPr>
          <p:spPr>
            <a:xfrm>
              <a:off x="5069339" y="2648832"/>
              <a:ext cx="195650" cy="347212"/>
            </a:xfrm>
            <a:custGeom>
              <a:avLst/>
              <a:gdLst/>
              <a:ahLst/>
              <a:cxnLst/>
              <a:rect l="l" t="t" r="r" b="b"/>
              <a:pathLst>
                <a:path w="195650" h="347212" extrusionOk="0">
                  <a:moveTo>
                    <a:pt x="130778" y="108766"/>
                  </a:moveTo>
                  <a:cubicBezTo>
                    <a:pt x="120030" y="187138"/>
                    <a:pt x="116935" y="212761"/>
                    <a:pt x="116935" y="212761"/>
                  </a:cubicBezTo>
                  <a:lnTo>
                    <a:pt x="48752" y="130047"/>
                  </a:lnTo>
                  <a:lnTo>
                    <a:pt x="0" y="172522"/>
                  </a:lnTo>
                  <a:cubicBezTo>
                    <a:pt x="0" y="172522"/>
                    <a:pt x="41142" y="239888"/>
                    <a:pt x="80092" y="294830"/>
                  </a:cubicBezTo>
                  <a:cubicBezTo>
                    <a:pt x="105886" y="331458"/>
                    <a:pt x="139161" y="358112"/>
                    <a:pt x="181378" y="342808"/>
                  </a:cubicBezTo>
                  <a:lnTo>
                    <a:pt x="181378" y="342808"/>
                  </a:lnTo>
                  <a:cubicBezTo>
                    <a:pt x="186666" y="338509"/>
                    <a:pt x="195651" y="319120"/>
                    <a:pt x="195651" y="312198"/>
                  </a:cubicBezTo>
                  <a:lnTo>
                    <a:pt x="185118" y="0"/>
                  </a:lnTo>
                  <a:cubicBezTo>
                    <a:pt x="142170" y="10705"/>
                    <a:pt x="137570" y="59112"/>
                    <a:pt x="130778" y="108766"/>
                  </a:cubicBezTo>
                  <a:lnTo>
                    <a:pt x="130778" y="108766"/>
                  </a:lnTo>
                  <a:close/>
                </a:path>
              </a:pathLst>
            </a:custGeom>
            <a:solidFill>
              <a:srgbClr val="C8877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2" name="Google Shape;1452;p76"/>
            <p:cNvSpPr/>
            <p:nvPr/>
          </p:nvSpPr>
          <p:spPr>
            <a:xfrm>
              <a:off x="5276302" y="2301521"/>
              <a:ext cx="139655" cy="108478"/>
            </a:xfrm>
            <a:custGeom>
              <a:avLst/>
              <a:gdLst/>
              <a:ahLst/>
              <a:cxnLst/>
              <a:rect l="l" t="t" r="r" b="b"/>
              <a:pathLst>
                <a:path w="139655" h="108478" extrusionOk="0">
                  <a:moveTo>
                    <a:pt x="137564" y="18131"/>
                  </a:moveTo>
                  <a:cubicBezTo>
                    <a:pt x="133137" y="9748"/>
                    <a:pt x="123937" y="5105"/>
                    <a:pt x="114564" y="6481"/>
                  </a:cubicBezTo>
                  <a:cubicBezTo>
                    <a:pt x="103516" y="-2160"/>
                    <a:pt x="88040" y="-2160"/>
                    <a:pt x="76991" y="6481"/>
                  </a:cubicBezTo>
                  <a:cubicBezTo>
                    <a:pt x="64223" y="-1343"/>
                    <a:pt x="47499" y="2655"/>
                    <a:pt x="39675" y="15423"/>
                  </a:cubicBezTo>
                  <a:cubicBezTo>
                    <a:pt x="37353" y="19206"/>
                    <a:pt x="35977" y="23548"/>
                    <a:pt x="35720" y="27976"/>
                  </a:cubicBezTo>
                  <a:cubicBezTo>
                    <a:pt x="23381" y="25827"/>
                    <a:pt x="11688" y="34124"/>
                    <a:pt x="9539" y="46462"/>
                  </a:cubicBezTo>
                  <a:cubicBezTo>
                    <a:pt x="8335" y="53470"/>
                    <a:pt x="10484" y="60692"/>
                    <a:pt x="15385" y="65851"/>
                  </a:cubicBezTo>
                  <a:cubicBezTo>
                    <a:pt x="3863" y="69376"/>
                    <a:pt x="-2585" y="81586"/>
                    <a:pt x="983" y="93107"/>
                  </a:cubicBezTo>
                  <a:cubicBezTo>
                    <a:pt x="4036" y="103038"/>
                    <a:pt x="13665" y="109401"/>
                    <a:pt x="23983" y="108369"/>
                  </a:cubicBezTo>
                  <a:lnTo>
                    <a:pt x="133180" y="43324"/>
                  </a:lnTo>
                  <a:cubicBezTo>
                    <a:pt x="139757" y="36660"/>
                    <a:pt x="141520" y="26600"/>
                    <a:pt x="137564" y="18131"/>
                  </a:cubicBezTo>
                  <a:lnTo>
                    <a:pt x="137564" y="1813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3" name="Google Shape;1453;p76"/>
            <p:cNvSpPr/>
            <p:nvPr/>
          </p:nvSpPr>
          <p:spPr>
            <a:xfrm>
              <a:off x="5288591" y="2329486"/>
              <a:ext cx="179496" cy="303610"/>
            </a:xfrm>
            <a:custGeom>
              <a:avLst/>
              <a:gdLst/>
              <a:ahLst/>
              <a:cxnLst/>
              <a:rect l="l" t="t" r="r" b="b"/>
              <a:pathLst>
                <a:path w="179496" h="303610" extrusionOk="0">
                  <a:moveTo>
                    <a:pt x="8598" y="83671"/>
                  </a:moveTo>
                  <a:cubicBezTo>
                    <a:pt x="13198" y="35693"/>
                    <a:pt x="53824" y="-720"/>
                    <a:pt x="102017" y="11"/>
                  </a:cubicBezTo>
                  <a:lnTo>
                    <a:pt x="106789" y="11"/>
                  </a:lnTo>
                  <a:cubicBezTo>
                    <a:pt x="158378" y="3794"/>
                    <a:pt x="184172" y="49708"/>
                    <a:pt x="178799" y="101168"/>
                  </a:cubicBezTo>
                  <a:lnTo>
                    <a:pt x="168824" y="273131"/>
                  </a:lnTo>
                  <a:lnTo>
                    <a:pt x="168266" y="281471"/>
                  </a:lnTo>
                  <a:lnTo>
                    <a:pt x="48795" y="303611"/>
                  </a:lnTo>
                  <a:lnTo>
                    <a:pt x="49568" y="259803"/>
                  </a:lnTo>
                  <a:cubicBezTo>
                    <a:pt x="49568" y="259803"/>
                    <a:pt x="0" y="251205"/>
                    <a:pt x="0" y="201594"/>
                  </a:cubicBezTo>
                  <a:cubicBezTo>
                    <a:pt x="0" y="177476"/>
                    <a:pt x="4299" y="128295"/>
                    <a:pt x="8598" y="83671"/>
                  </a:cubicBezTo>
                  <a:close/>
                </a:path>
              </a:pathLst>
            </a:custGeom>
            <a:solidFill>
              <a:srgbClr val="C8877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4" name="Google Shape;1454;p76"/>
            <p:cNvSpPr/>
            <p:nvPr/>
          </p:nvSpPr>
          <p:spPr>
            <a:xfrm>
              <a:off x="5337601" y="2571018"/>
              <a:ext cx="65303" cy="30655"/>
            </a:xfrm>
            <a:custGeom>
              <a:avLst/>
              <a:gdLst/>
              <a:ahLst/>
              <a:cxnLst/>
              <a:rect l="l" t="t" r="r" b="b"/>
              <a:pathLst>
                <a:path w="65303" h="30655" extrusionOk="0">
                  <a:moveTo>
                    <a:pt x="0" y="18099"/>
                  </a:moveTo>
                  <a:cubicBezTo>
                    <a:pt x="23043" y="18443"/>
                    <a:pt x="45699" y="12166"/>
                    <a:pt x="65303" y="0"/>
                  </a:cubicBezTo>
                  <a:cubicBezTo>
                    <a:pt x="65303" y="0"/>
                    <a:pt x="49482" y="35510"/>
                    <a:pt x="43" y="30093"/>
                  </a:cubicBezTo>
                  <a:lnTo>
                    <a:pt x="43" y="18099"/>
                  </a:lnTo>
                  <a:lnTo>
                    <a:pt x="43" y="18099"/>
                  </a:lnTo>
                  <a:close/>
                </a:path>
              </a:pathLst>
            </a:custGeom>
            <a:solidFill>
              <a:srgbClr val="A0676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5" name="Google Shape;1455;p76"/>
            <p:cNvSpPr/>
            <p:nvPr/>
          </p:nvSpPr>
          <p:spPr>
            <a:xfrm>
              <a:off x="5316534" y="2452851"/>
              <a:ext cx="14106" cy="13557"/>
            </a:xfrm>
            <a:custGeom>
              <a:avLst/>
              <a:gdLst/>
              <a:ahLst/>
              <a:cxnLst/>
              <a:rect l="l" t="t" r="r" b="b"/>
              <a:pathLst>
                <a:path w="14106" h="13557" extrusionOk="0">
                  <a:moveTo>
                    <a:pt x="2" y="6306"/>
                  </a:moveTo>
                  <a:cubicBezTo>
                    <a:pt x="-84" y="10132"/>
                    <a:pt x="2882" y="13314"/>
                    <a:pt x="6709" y="13528"/>
                  </a:cubicBezTo>
                  <a:cubicBezTo>
                    <a:pt x="10406" y="13872"/>
                    <a:pt x="13716" y="11164"/>
                    <a:pt x="14103" y="7467"/>
                  </a:cubicBezTo>
                  <a:lnTo>
                    <a:pt x="14103" y="7252"/>
                  </a:lnTo>
                  <a:cubicBezTo>
                    <a:pt x="14232" y="3426"/>
                    <a:pt x="11223" y="201"/>
                    <a:pt x="7397" y="29"/>
                  </a:cubicBezTo>
                  <a:cubicBezTo>
                    <a:pt x="3699" y="-315"/>
                    <a:pt x="389" y="2394"/>
                    <a:pt x="2" y="6091"/>
                  </a:cubicBezTo>
                  <a:lnTo>
                    <a:pt x="2" y="630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6" name="Google Shape;1456;p76"/>
            <p:cNvSpPr/>
            <p:nvPr/>
          </p:nvSpPr>
          <p:spPr>
            <a:xfrm>
              <a:off x="5307226" y="2430353"/>
              <a:ext cx="28260" cy="7659"/>
            </a:xfrm>
            <a:custGeom>
              <a:avLst/>
              <a:gdLst/>
              <a:ahLst/>
              <a:cxnLst/>
              <a:rect l="l" t="t" r="r" b="b"/>
              <a:pathLst>
                <a:path w="28260" h="7659" extrusionOk="0">
                  <a:moveTo>
                    <a:pt x="110" y="7223"/>
                  </a:moveTo>
                  <a:cubicBezTo>
                    <a:pt x="969" y="8168"/>
                    <a:pt x="6386" y="4299"/>
                    <a:pt x="14039" y="4428"/>
                  </a:cubicBezTo>
                  <a:cubicBezTo>
                    <a:pt x="21691" y="4557"/>
                    <a:pt x="27194" y="8426"/>
                    <a:pt x="28011" y="7523"/>
                  </a:cubicBezTo>
                  <a:cubicBezTo>
                    <a:pt x="28827" y="6621"/>
                    <a:pt x="27580" y="5417"/>
                    <a:pt x="25173" y="3611"/>
                  </a:cubicBezTo>
                  <a:cubicBezTo>
                    <a:pt x="21906" y="1290"/>
                    <a:pt x="17994" y="0"/>
                    <a:pt x="13953" y="0"/>
                  </a:cubicBezTo>
                  <a:cubicBezTo>
                    <a:pt x="9911" y="0"/>
                    <a:pt x="6085" y="1204"/>
                    <a:pt x="2861" y="3525"/>
                  </a:cubicBezTo>
                  <a:cubicBezTo>
                    <a:pt x="497" y="5159"/>
                    <a:pt x="-320" y="6836"/>
                    <a:pt x="110" y="7223"/>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7" name="Google Shape;1457;p76"/>
            <p:cNvSpPr/>
            <p:nvPr/>
          </p:nvSpPr>
          <p:spPr>
            <a:xfrm>
              <a:off x="5387466" y="2454706"/>
              <a:ext cx="14106" cy="13593"/>
            </a:xfrm>
            <a:custGeom>
              <a:avLst/>
              <a:gdLst/>
              <a:ahLst/>
              <a:cxnLst/>
              <a:rect l="l" t="t" r="r" b="b"/>
              <a:pathLst>
                <a:path w="14106" h="13593" extrusionOk="0">
                  <a:moveTo>
                    <a:pt x="4" y="6256"/>
                  </a:moveTo>
                  <a:cubicBezTo>
                    <a:pt x="-125" y="10125"/>
                    <a:pt x="2842" y="13349"/>
                    <a:pt x="6711" y="13564"/>
                  </a:cubicBezTo>
                  <a:cubicBezTo>
                    <a:pt x="10451" y="13908"/>
                    <a:pt x="13761" y="11157"/>
                    <a:pt x="14105" y="7417"/>
                  </a:cubicBezTo>
                  <a:lnTo>
                    <a:pt x="14105" y="7288"/>
                  </a:lnTo>
                  <a:cubicBezTo>
                    <a:pt x="14191" y="3461"/>
                    <a:pt x="11182" y="237"/>
                    <a:pt x="7356" y="22"/>
                  </a:cubicBezTo>
                  <a:cubicBezTo>
                    <a:pt x="3616" y="-279"/>
                    <a:pt x="305" y="2516"/>
                    <a:pt x="4" y="6256"/>
                  </a:cubicBezTo>
                  <a:lnTo>
                    <a:pt x="4" y="625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8" name="Google Shape;1458;p76"/>
            <p:cNvSpPr/>
            <p:nvPr/>
          </p:nvSpPr>
          <p:spPr>
            <a:xfrm>
              <a:off x="5382159" y="2432845"/>
              <a:ext cx="28260" cy="7671"/>
            </a:xfrm>
            <a:custGeom>
              <a:avLst/>
              <a:gdLst/>
              <a:ahLst/>
              <a:cxnLst/>
              <a:rect l="l" t="t" r="r" b="b"/>
              <a:pathLst>
                <a:path w="28260" h="7671" extrusionOk="0">
                  <a:moveTo>
                    <a:pt x="110" y="7267"/>
                  </a:moveTo>
                  <a:cubicBezTo>
                    <a:pt x="970" y="8212"/>
                    <a:pt x="6386" y="4300"/>
                    <a:pt x="14039" y="4429"/>
                  </a:cubicBezTo>
                  <a:cubicBezTo>
                    <a:pt x="21691" y="4558"/>
                    <a:pt x="27194" y="8470"/>
                    <a:pt x="28011" y="7525"/>
                  </a:cubicBezTo>
                  <a:cubicBezTo>
                    <a:pt x="28828" y="6579"/>
                    <a:pt x="27581" y="5461"/>
                    <a:pt x="25174" y="3655"/>
                  </a:cubicBezTo>
                  <a:cubicBezTo>
                    <a:pt x="21906" y="1291"/>
                    <a:pt x="17994" y="44"/>
                    <a:pt x="13953" y="1"/>
                  </a:cubicBezTo>
                  <a:cubicBezTo>
                    <a:pt x="9998" y="-42"/>
                    <a:pt x="6128" y="1119"/>
                    <a:pt x="2861" y="3397"/>
                  </a:cubicBezTo>
                  <a:cubicBezTo>
                    <a:pt x="496" y="5332"/>
                    <a:pt x="-320" y="6837"/>
                    <a:pt x="110" y="726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9" name="Google Shape;1459;p76"/>
            <p:cNvSpPr/>
            <p:nvPr/>
          </p:nvSpPr>
          <p:spPr>
            <a:xfrm>
              <a:off x="5334327" y="2432709"/>
              <a:ext cx="23733" cy="63856"/>
            </a:xfrm>
            <a:custGeom>
              <a:avLst/>
              <a:gdLst/>
              <a:ahLst/>
              <a:cxnLst/>
              <a:rect l="l" t="t" r="r" b="b"/>
              <a:pathLst>
                <a:path w="23733" h="63856" extrusionOk="0">
                  <a:moveTo>
                    <a:pt x="19439" y="63591"/>
                  </a:moveTo>
                  <a:cubicBezTo>
                    <a:pt x="15441" y="62258"/>
                    <a:pt x="11314" y="61442"/>
                    <a:pt x="7101" y="61184"/>
                  </a:cubicBezTo>
                  <a:cubicBezTo>
                    <a:pt x="5166" y="60926"/>
                    <a:pt x="3317" y="60539"/>
                    <a:pt x="2801" y="59206"/>
                  </a:cubicBezTo>
                  <a:cubicBezTo>
                    <a:pt x="2672" y="57186"/>
                    <a:pt x="3146" y="55165"/>
                    <a:pt x="4177" y="53445"/>
                  </a:cubicBezTo>
                  <a:lnTo>
                    <a:pt x="10153" y="38700"/>
                  </a:lnTo>
                  <a:cubicBezTo>
                    <a:pt x="18450" y="17720"/>
                    <a:pt x="24512" y="438"/>
                    <a:pt x="23652" y="8"/>
                  </a:cubicBezTo>
                  <a:cubicBezTo>
                    <a:pt x="22792" y="-422"/>
                    <a:pt x="15398" y="16431"/>
                    <a:pt x="7057" y="37453"/>
                  </a:cubicBezTo>
                  <a:cubicBezTo>
                    <a:pt x="5080" y="42612"/>
                    <a:pt x="3146" y="47556"/>
                    <a:pt x="1340" y="52285"/>
                  </a:cubicBezTo>
                  <a:cubicBezTo>
                    <a:pt x="93" y="54606"/>
                    <a:pt x="-294" y="57315"/>
                    <a:pt x="222" y="59894"/>
                  </a:cubicBezTo>
                  <a:cubicBezTo>
                    <a:pt x="781" y="61270"/>
                    <a:pt x="1942" y="62345"/>
                    <a:pt x="3360" y="62774"/>
                  </a:cubicBezTo>
                  <a:cubicBezTo>
                    <a:pt x="4435" y="63075"/>
                    <a:pt x="5553" y="63247"/>
                    <a:pt x="6671" y="63290"/>
                  </a:cubicBezTo>
                  <a:cubicBezTo>
                    <a:pt x="10884" y="63935"/>
                    <a:pt x="15183" y="64021"/>
                    <a:pt x="19439" y="63591"/>
                  </a:cubicBezTo>
                  <a:lnTo>
                    <a:pt x="19439" y="6359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0" name="Google Shape;1460;p76"/>
            <p:cNvSpPr/>
            <p:nvPr/>
          </p:nvSpPr>
          <p:spPr>
            <a:xfrm>
              <a:off x="5351444" y="2501889"/>
              <a:ext cx="25824" cy="21638"/>
            </a:xfrm>
            <a:custGeom>
              <a:avLst/>
              <a:gdLst/>
              <a:ahLst/>
              <a:cxnLst/>
              <a:rect l="l" t="t" r="r" b="b"/>
              <a:pathLst>
                <a:path w="25824" h="21638" extrusionOk="0">
                  <a:moveTo>
                    <a:pt x="24677" y="1"/>
                  </a:moveTo>
                  <a:cubicBezTo>
                    <a:pt x="23473" y="1"/>
                    <a:pt x="23301" y="8169"/>
                    <a:pt x="16078" y="13973"/>
                  </a:cubicBezTo>
                  <a:cubicBezTo>
                    <a:pt x="8856" y="19776"/>
                    <a:pt x="86" y="18702"/>
                    <a:pt x="0" y="19862"/>
                  </a:cubicBezTo>
                  <a:cubicBezTo>
                    <a:pt x="0" y="20378"/>
                    <a:pt x="1977" y="21496"/>
                    <a:pt x="5675" y="21625"/>
                  </a:cubicBezTo>
                  <a:cubicBezTo>
                    <a:pt x="10489" y="21797"/>
                    <a:pt x="15261" y="20292"/>
                    <a:pt x="19088" y="17326"/>
                  </a:cubicBezTo>
                  <a:cubicBezTo>
                    <a:pt x="22699" y="14403"/>
                    <a:pt x="25106" y="10189"/>
                    <a:pt x="25708" y="5589"/>
                  </a:cubicBezTo>
                  <a:cubicBezTo>
                    <a:pt x="26138" y="2021"/>
                    <a:pt x="25278" y="-42"/>
                    <a:pt x="24677" y="1"/>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1" name="Google Shape;1461;p76"/>
            <p:cNvSpPr/>
            <p:nvPr/>
          </p:nvSpPr>
          <p:spPr>
            <a:xfrm>
              <a:off x="5380686" y="2404665"/>
              <a:ext cx="34543" cy="10513"/>
            </a:xfrm>
            <a:custGeom>
              <a:avLst/>
              <a:gdLst/>
              <a:ahLst/>
              <a:cxnLst/>
              <a:rect l="l" t="t" r="r" b="b"/>
              <a:pathLst>
                <a:path w="34543" h="10513" extrusionOk="0">
                  <a:moveTo>
                    <a:pt x="35" y="5525"/>
                  </a:moveTo>
                  <a:cubicBezTo>
                    <a:pt x="766" y="7631"/>
                    <a:pt x="8418" y="6729"/>
                    <a:pt x="17231" y="7932"/>
                  </a:cubicBezTo>
                  <a:cubicBezTo>
                    <a:pt x="26044" y="9136"/>
                    <a:pt x="33352" y="11716"/>
                    <a:pt x="34427" y="9867"/>
                  </a:cubicBezTo>
                  <a:cubicBezTo>
                    <a:pt x="34943" y="8964"/>
                    <a:pt x="33739" y="7030"/>
                    <a:pt x="30816" y="4966"/>
                  </a:cubicBezTo>
                  <a:cubicBezTo>
                    <a:pt x="26947" y="2387"/>
                    <a:pt x="22519" y="753"/>
                    <a:pt x="17919" y="280"/>
                  </a:cubicBezTo>
                  <a:cubicBezTo>
                    <a:pt x="13362" y="-365"/>
                    <a:pt x="8676" y="108"/>
                    <a:pt x="4334" y="1656"/>
                  </a:cubicBezTo>
                  <a:cubicBezTo>
                    <a:pt x="1410" y="2946"/>
                    <a:pt x="-266" y="4536"/>
                    <a:pt x="35" y="552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2" name="Google Shape;1462;p76"/>
            <p:cNvSpPr/>
            <p:nvPr/>
          </p:nvSpPr>
          <p:spPr>
            <a:xfrm>
              <a:off x="5310361" y="2407815"/>
              <a:ext cx="26076" cy="8532"/>
            </a:xfrm>
            <a:custGeom>
              <a:avLst/>
              <a:gdLst/>
              <a:ahLst/>
              <a:cxnLst/>
              <a:rect l="l" t="t" r="r" b="b"/>
              <a:pathLst>
                <a:path w="26076" h="8532" extrusionOk="0">
                  <a:moveTo>
                    <a:pt x="113" y="7749"/>
                  </a:moveTo>
                  <a:cubicBezTo>
                    <a:pt x="1403" y="9512"/>
                    <a:pt x="6691" y="7749"/>
                    <a:pt x="13010" y="7749"/>
                  </a:cubicBezTo>
                  <a:cubicBezTo>
                    <a:pt x="19330" y="7749"/>
                    <a:pt x="24661" y="9082"/>
                    <a:pt x="25908" y="7276"/>
                  </a:cubicBezTo>
                  <a:cubicBezTo>
                    <a:pt x="26467" y="6416"/>
                    <a:pt x="25649" y="4654"/>
                    <a:pt x="23328" y="2977"/>
                  </a:cubicBezTo>
                  <a:cubicBezTo>
                    <a:pt x="20233" y="914"/>
                    <a:pt x="16579" y="-118"/>
                    <a:pt x="12881" y="11"/>
                  </a:cubicBezTo>
                  <a:cubicBezTo>
                    <a:pt x="9184" y="11"/>
                    <a:pt x="5573" y="1171"/>
                    <a:pt x="2520" y="3321"/>
                  </a:cubicBezTo>
                  <a:cubicBezTo>
                    <a:pt x="285" y="5127"/>
                    <a:pt x="-274" y="6889"/>
                    <a:pt x="113" y="7749"/>
                  </a:cubicBezTo>
                  <a:lnTo>
                    <a:pt x="113" y="7749"/>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3" name="Google Shape;1463;p76"/>
            <p:cNvSpPr/>
            <p:nvPr/>
          </p:nvSpPr>
          <p:spPr>
            <a:xfrm>
              <a:off x="5302096" y="2323450"/>
              <a:ext cx="177569" cy="176502"/>
            </a:xfrm>
            <a:custGeom>
              <a:avLst/>
              <a:gdLst/>
              <a:ahLst/>
              <a:cxnLst/>
              <a:rect l="l" t="t" r="r" b="b"/>
              <a:pathLst>
                <a:path w="177569" h="176502" extrusionOk="0">
                  <a:moveTo>
                    <a:pt x="38" y="67008"/>
                  </a:moveTo>
                  <a:cubicBezTo>
                    <a:pt x="38" y="67008"/>
                    <a:pt x="13580" y="36141"/>
                    <a:pt x="28670" y="29133"/>
                  </a:cubicBezTo>
                  <a:cubicBezTo>
                    <a:pt x="46941" y="20535"/>
                    <a:pt x="54464" y="40612"/>
                    <a:pt x="71660" y="36055"/>
                  </a:cubicBezTo>
                  <a:cubicBezTo>
                    <a:pt x="88856" y="31498"/>
                    <a:pt x="106483" y="23158"/>
                    <a:pt x="123937" y="36914"/>
                  </a:cubicBezTo>
                  <a:cubicBezTo>
                    <a:pt x="143068" y="51832"/>
                    <a:pt x="133868" y="61935"/>
                    <a:pt x="134728" y="83989"/>
                  </a:cubicBezTo>
                  <a:cubicBezTo>
                    <a:pt x="138253" y="173281"/>
                    <a:pt x="154202" y="198774"/>
                    <a:pt x="159447" y="156816"/>
                  </a:cubicBezTo>
                  <a:cubicBezTo>
                    <a:pt x="160006" y="152215"/>
                    <a:pt x="172860" y="148733"/>
                    <a:pt x="175053" y="129302"/>
                  </a:cubicBezTo>
                  <a:cubicBezTo>
                    <a:pt x="177847" y="104109"/>
                    <a:pt x="179352" y="73414"/>
                    <a:pt x="173892" y="55486"/>
                  </a:cubicBezTo>
                  <a:cubicBezTo>
                    <a:pt x="169378" y="40311"/>
                    <a:pt x="160995" y="29692"/>
                    <a:pt x="145647" y="18042"/>
                  </a:cubicBezTo>
                  <a:cubicBezTo>
                    <a:pt x="121572" y="-444"/>
                    <a:pt x="88125" y="-1347"/>
                    <a:pt x="65341" y="845"/>
                  </a:cubicBezTo>
                  <a:cubicBezTo>
                    <a:pt x="42555" y="3038"/>
                    <a:pt x="-1467" y="28101"/>
                    <a:pt x="38" y="67008"/>
                  </a:cubicBezTo>
                  <a:lnTo>
                    <a:pt x="38" y="6700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4" name="Google Shape;1464;p76"/>
            <p:cNvSpPr/>
            <p:nvPr/>
          </p:nvSpPr>
          <p:spPr>
            <a:xfrm>
              <a:off x="5456512" y="2465895"/>
              <a:ext cx="35390" cy="51622"/>
            </a:xfrm>
            <a:custGeom>
              <a:avLst/>
              <a:gdLst/>
              <a:ahLst/>
              <a:cxnLst/>
              <a:rect l="l" t="t" r="r" b="b"/>
              <a:pathLst>
                <a:path w="35390" h="51622" extrusionOk="0">
                  <a:moveTo>
                    <a:pt x="2021" y="12951"/>
                  </a:moveTo>
                  <a:cubicBezTo>
                    <a:pt x="2323" y="5514"/>
                    <a:pt x="8599" y="-290"/>
                    <a:pt x="16036" y="11"/>
                  </a:cubicBezTo>
                  <a:cubicBezTo>
                    <a:pt x="16295" y="11"/>
                    <a:pt x="16509" y="11"/>
                    <a:pt x="16768" y="54"/>
                  </a:cubicBezTo>
                  <a:cubicBezTo>
                    <a:pt x="26011" y="1086"/>
                    <a:pt x="36199" y="6503"/>
                    <a:pt x="35339" y="25591"/>
                  </a:cubicBezTo>
                  <a:cubicBezTo>
                    <a:pt x="33749" y="59510"/>
                    <a:pt x="44" y="50912"/>
                    <a:pt x="1" y="49966"/>
                  </a:cubicBezTo>
                  <a:cubicBezTo>
                    <a:pt x="-42" y="49021"/>
                    <a:pt x="1248" y="27138"/>
                    <a:pt x="2021" y="12951"/>
                  </a:cubicBezTo>
                  <a:lnTo>
                    <a:pt x="2021" y="12951"/>
                  </a:lnTo>
                  <a:close/>
                </a:path>
              </a:pathLst>
            </a:custGeom>
            <a:solidFill>
              <a:srgbClr val="C8877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5" name="Google Shape;1465;p76"/>
            <p:cNvSpPr/>
            <p:nvPr/>
          </p:nvSpPr>
          <p:spPr>
            <a:xfrm>
              <a:off x="5464467" y="2476838"/>
              <a:ext cx="15666" cy="29575"/>
            </a:xfrm>
            <a:custGeom>
              <a:avLst/>
              <a:gdLst/>
              <a:ahLst/>
              <a:cxnLst/>
              <a:rect l="l" t="t" r="r" b="b"/>
              <a:pathLst>
                <a:path w="15666" h="29575" extrusionOk="0">
                  <a:moveTo>
                    <a:pt x="42" y="26728"/>
                  </a:moveTo>
                  <a:cubicBezTo>
                    <a:pt x="42" y="26728"/>
                    <a:pt x="601" y="27158"/>
                    <a:pt x="1590" y="27674"/>
                  </a:cubicBezTo>
                  <a:cubicBezTo>
                    <a:pt x="2923" y="28319"/>
                    <a:pt x="4471" y="28405"/>
                    <a:pt x="5889" y="27975"/>
                  </a:cubicBezTo>
                  <a:cubicBezTo>
                    <a:pt x="9543" y="26814"/>
                    <a:pt x="12811" y="21268"/>
                    <a:pt x="13283" y="15078"/>
                  </a:cubicBezTo>
                  <a:cubicBezTo>
                    <a:pt x="13499" y="12154"/>
                    <a:pt x="13069" y="9231"/>
                    <a:pt x="12037" y="6479"/>
                  </a:cubicBezTo>
                  <a:cubicBezTo>
                    <a:pt x="11478" y="4287"/>
                    <a:pt x="9844" y="2524"/>
                    <a:pt x="7738" y="1707"/>
                  </a:cubicBezTo>
                  <a:cubicBezTo>
                    <a:pt x="6362" y="1321"/>
                    <a:pt x="4857" y="1922"/>
                    <a:pt x="4169" y="3169"/>
                  </a:cubicBezTo>
                  <a:cubicBezTo>
                    <a:pt x="3697" y="4115"/>
                    <a:pt x="3869" y="4803"/>
                    <a:pt x="3697" y="4846"/>
                  </a:cubicBezTo>
                  <a:cubicBezTo>
                    <a:pt x="3525" y="4889"/>
                    <a:pt x="2966" y="4244"/>
                    <a:pt x="3310" y="2868"/>
                  </a:cubicBezTo>
                  <a:cubicBezTo>
                    <a:pt x="3525" y="2008"/>
                    <a:pt x="4041" y="1278"/>
                    <a:pt x="4771" y="805"/>
                  </a:cubicBezTo>
                  <a:cubicBezTo>
                    <a:pt x="5717" y="117"/>
                    <a:pt x="6921" y="-141"/>
                    <a:pt x="8082" y="74"/>
                  </a:cubicBezTo>
                  <a:cubicBezTo>
                    <a:pt x="10876" y="762"/>
                    <a:pt x="13112" y="2868"/>
                    <a:pt x="13971" y="5620"/>
                  </a:cubicBezTo>
                  <a:cubicBezTo>
                    <a:pt x="15304" y="8629"/>
                    <a:pt x="15863" y="11896"/>
                    <a:pt x="15605" y="15164"/>
                  </a:cubicBezTo>
                  <a:cubicBezTo>
                    <a:pt x="15046" y="21999"/>
                    <a:pt x="11306" y="28061"/>
                    <a:pt x="6319" y="29393"/>
                  </a:cubicBezTo>
                  <a:cubicBezTo>
                    <a:pt x="4471" y="29866"/>
                    <a:pt x="2493" y="29393"/>
                    <a:pt x="945" y="28276"/>
                  </a:cubicBezTo>
                  <a:cubicBezTo>
                    <a:pt x="42" y="27545"/>
                    <a:pt x="-87" y="26771"/>
                    <a:pt x="42" y="26728"/>
                  </a:cubicBezTo>
                  <a:lnTo>
                    <a:pt x="42" y="26728"/>
                  </a:lnTo>
                  <a:close/>
                </a:path>
              </a:pathLst>
            </a:custGeom>
            <a:solidFill>
              <a:srgbClr val="A0676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6" name="Google Shape;1466;p76"/>
            <p:cNvSpPr/>
            <p:nvPr/>
          </p:nvSpPr>
          <p:spPr>
            <a:xfrm>
              <a:off x="5327247" y="2311735"/>
              <a:ext cx="165980" cy="107926"/>
            </a:xfrm>
            <a:custGeom>
              <a:avLst/>
              <a:gdLst/>
              <a:ahLst/>
              <a:cxnLst/>
              <a:rect l="l" t="t" r="r" b="b"/>
              <a:pathLst>
                <a:path w="165980" h="107926" extrusionOk="0">
                  <a:moveTo>
                    <a:pt x="133050" y="101379"/>
                  </a:moveTo>
                  <a:cubicBezTo>
                    <a:pt x="128837" y="104689"/>
                    <a:pt x="123892" y="106925"/>
                    <a:pt x="118605" y="107827"/>
                  </a:cubicBezTo>
                  <a:cubicBezTo>
                    <a:pt x="113145" y="108558"/>
                    <a:pt x="107943" y="105162"/>
                    <a:pt x="106438" y="99874"/>
                  </a:cubicBezTo>
                  <a:cubicBezTo>
                    <a:pt x="106051" y="97510"/>
                    <a:pt x="106696" y="94758"/>
                    <a:pt x="105149" y="92910"/>
                  </a:cubicBezTo>
                  <a:cubicBezTo>
                    <a:pt x="103601" y="91061"/>
                    <a:pt x="99904" y="91362"/>
                    <a:pt x="97066" y="91620"/>
                  </a:cubicBezTo>
                  <a:cubicBezTo>
                    <a:pt x="86792" y="92351"/>
                    <a:pt x="77462" y="85687"/>
                    <a:pt x="74797" y="75756"/>
                  </a:cubicBezTo>
                  <a:cubicBezTo>
                    <a:pt x="71616" y="79196"/>
                    <a:pt x="66285" y="79626"/>
                    <a:pt x="62588" y="76702"/>
                  </a:cubicBezTo>
                  <a:cubicBezTo>
                    <a:pt x="59106" y="73822"/>
                    <a:pt x="56053" y="70469"/>
                    <a:pt x="53517" y="66728"/>
                  </a:cubicBezTo>
                  <a:cubicBezTo>
                    <a:pt x="50894" y="62945"/>
                    <a:pt x="46552" y="60667"/>
                    <a:pt x="41952" y="60710"/>
                  </a:cubicBezTo>
                  <a:cubicBezTo>
                    <a:pt x="39545" y="61483"/>
                    <a:pt x="37052" y="61999"/>
                    <a:pt x="34558" y="62214"/>
                  </a:cubicBezTo>
                  <a:cubicBezTo>
                    <a:pt x="30259" y="61784"/>
                    <a:pt x="27980" y="56539"/>
                    <a:pt x="27379" y="52111"/>
                  </a:cubicBezTo>
                  <a:cubicBezTo>
                    <a:pt x="26777" y="47683"/>
                    <a:pt x="26347" y="42482"/>
                    <a:pt x="22606" y="40031"/>
                  </a:cubicBezTo>
                  <a:cubicBezTo>
                    <a:pt x="18866" y="37581"/>
                    <a:pt x="14567" y="38999"/>
                    <a:pt x="10483" y="39515"/>
                  </a:cubicBezTo>
                  <a:cubicBezTo>
                    <a:pt x="6399" y="40031"/>
                    <a:pt x="1068" y="39042"/>
                    <a:pt x="79" y="35001"/>
                  </a:cubicBezTo>
                  <a:cubicBezTo>
                    <a:pt x="-222" y="32809"/>
                    <a:pt x="337" y="30616"/>
                    <a:pt x="1713" y="28854"/>
                  </a:cubicBezTo>
                  <a:cubicBezTo>
                    <a:pt x="7517" y="20513"/>
                    <a:pt x="18307" y="17246"/>
                    <a:pt x="27765" y="20943"/>
                  </a:cubicBezTo>
                  <a:cubicBezTo>
                    <a:pt x="32623" y="5252"/>
                    <a:pt x="49304" y="-3518"/>
                    <a:pt x="64995" y="1339"/>
                  </a:cubicBezTo>
                  <a:cubicBezTo>
                    <a:pt x="72562" y="3704"/>
                    <a:pt x="78881" y="8949"/>
                    <a:pt x="82535" y="15956"/>
                  </a:cubicBezTo>
                  <a:cubicBezTo>
                    <a:pt x="94917" y="4865"/>
                    <a:pt x="113961" y="5939"/>
                    <a:pt x="125010" y="18321"/>
                  </a:cubicBezTo>
                  <a:cubicBezTo>
                    <a:pt x="127461" y="21029"/>
                    <a:pt x="129352" y="24167"/>
                    <a:pt x="130685" y="27564"/>
                  </a:cubicBezTo>
                  <a:cubicBezTo>
                    <a:pt x="142422" y="24683"/>
                    <a:pt x="154287" y="31820"/>
                    <a:pt x="157167" y="43556"/>
                  </a:cubicBezTo>
                  <a:cubicBezTo>
                    <a:pt x="158543" y="49102"/>
                    <a:pt x="157683" y="54949"/>
                    <a:pt x="154803" y="59893"/>
                  </a:cubicBezTo>
                  <a:cubicBezTo>
                    <a:pt x="161166" y="63160"/>
                    <a:pt x="165379" y="69480"/>
                    <a:pt x="165981" y="76616"/>
                  </a:cubicBezTo>
                  <a:cubicBezTo>
                    <a:pt x="165981" y="83667"/>
                    <a:pt x="159059" y="90545"/>
                    <a:pt x="152309" y="88611"/>
                  </a:cubicBezTo>
                  <a:cubicBezTo>
                    <a:pt x="155233" y="94629"/>
                    <a:pt x="152739" y="101895"/>
                    <a:pt x="146721" y="104818"/>
                  </a:cubicBezTo>
                  <a:cubicBezTo>
                    <a:pt x="141175" y="107526"/>
                    <a:pt x="134468" y="105635"/>
                    <a:pt x="131158" y="100390"/>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7" name="Google Shape;1467;p76"/>
            <p:cNvSpPr/>
            <p:nvPr/>
          </p:nvSpPr>
          <p:spPr>
            <a:xfrm>
              <a:off x="5430875" y="2400345"/>
              <a:ext cx="49890" cy="20277"/>
            </a:xfrm>
            <a:custGeom>
              <a:avLst/>
              <a:gdLst/>
              <a:ahLst/>
              <a:cxnLst/>
              <a:rect l="l" t="t" r="r" b="b"/>
              <a:pathLst>
                <a:path w="49890" h="20277" extrusionOk="0">
                  <a:moveTo>
                    <a:pt x="49842" y="0"/>
                  </a:moveTo>
                  <a:cubicBezTo>
                    <a:pt x="50100" y="2364"/>
                    <a:pt x="49326" y="4772"/>
                    <a:pt x="47650" y="6492"/>
                  </a:cubicBezTo>
                  <a:cubicBezTo>
                    <a:pt x="45930" y="8598"/>
                    <a:pt x="43480" y="10017"/>
                    <a:pt x="40771" y="10447"/>
                  </a:cubicBezTo>
                  <a:cubicBezTo>
                    <a:pt x="37289" y="10963"/>
                    <a:pt x="33721" y="9888"/>
                    <a:pt x="31141" y="7480"/>
                  </a:cubicBezTo>
                  <a:lnTo>
                    <a:pt x="32603" y="7480"/>
                  </a:lnTo>
                  <a:cubicBezTo>
                    <a:pt x="30754" y="10619"/>
                    <a:pt x="28433" y="13413"/>
                    <a:pt x="25682" y="15821"/>
                  </a:cubicBezTo>
                  <a:cubicBezTo>
                    <a:pt x="23876" y="17454"/>
                    <a:pt x="21769" y="18744"/>
                    <a:pt x="19448" y="19561"/>
                  </a:cubicBezTo>
                  <a:cubicBezTo>
                    <a:pt x="13386" y="21495"/>
                    <a:pt x="6766" y="19432"/>
                    <a:pt x="2896" y="14359"/>
                  </a:cubicBezTo>
                  <a:cubicBezTo>
                    <a:pt x="1564" y="12166"/>
                    <a:pt x="661" y="9759"/>
                    <a:pt x="274" y="7265"/>
                  </a:cubicBezTo>
                  <a:cubicBezTo>
                    <a:pt x="16" y="6363"/>
                    <a:pt x="-70" y="5417"/>
                    <a:pt x="59" y="4514"/>
                  </a:cubicBezTo>
                  <a:cubicBezTo>
                    <a:pt x="59" y="4514"/>
                    <a:pt x="489" y="5417"/>
                    <a:pt x="1005" y="7093"/>
                  </a:cubicBezTo>
                  <a:cubicBezTo>
                    <a:pt x="1693" y="9415"/>
                    <a:pt x="2725" y="11607"/>
                    <a:pt x="4057" y="13585"/>
                  </a:cubicBezTo>
                  <a:cubicBezTo>
                    <a:pt x="9001" y="19389"/>
                    <a:pt x="17728" y="20120"/>
                    <a:pt x="23575" y="15176"/>
                  </a:cubicBezTo>
                  <a:cubicBezTo>
                    <a:pt x="23876" y="14918"/>
                    <a:pt x="24177" y="14660"/>
                    <a:pt x="24435" y="14359"/>
                  </a:cubicBezTo>
                  <a:cubicBezTo>
                    <a:pt x="27014" y="12080"/>
                    <a:pt x="29250" y="9415"/>
                    <a:pt x="31012" y="6492"/>
                  </a:cubicBezTo>
                  <a:lnTo>
                    <a:pt x="31614" y="5503"/>
                  </a:lnTo>
                  <a:lnTo>
                    <a:pt x="32431" y="6320"/>
                  </a:lnTo>
                  <a:cubicBezTo>
                    <a:pt x="34623" y="8340"/>
                    <a:pt x="37633" y="9329"/>
                    <a:pt x="40599" y="9028"/>
                  </a:cubicBezTo>
                  <a:cubicBezTo>
                    <a:pt x="42964" y="8770"/>
                    <a:pt x="45157" y="7652"/>
                    <a:pt x="46747" y="5890"/>
                  </a:cubicBezTo>
                  <a:cubicBezTo>
                    <a:pt x="48166" y="4170"/>
                    <a:pt x="49240" y="2150"/>
                    <a:pt x="49842" y="0"/>
                  </a:cubicBezTo>
                  <a:lnTo>
                    <a:pt x="49842" y="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8" name="Google Shape;1468;p76"/>
            <p:cNvSpPr/>
            <p:nvPr/>
          </p:nvSpPr>
          <p:spPr>
            <a:xfrm>
              <a:off x="5327017" y="2308302"/>
              <a:ext cx="90546" cy="44625"/>
            </a:xfrm>
            <a:custGeom>
              <a:avLst/>
              <a:gdLst/>
              <a:ahLst/>
              <a:cxnLst/>
              <a:rect l="l" t="t" r="r" b="b"/>
              <a:pathLst>
                <a:path w="90546" h="44625" extrusionOk="0">
                  <a:moveTo>
                    <a:pt x="90546" y="13844"/>
                  </a:moveTo>
                  <a:cubicBezTo>
                    <a:pt x="90546" y="13844"/>
                    <a:pt x="89687" y="13844"/>
                    <a:pt x="88139" y="14704"/>
                  </a:cubicBezTo>
                  <a:cubicBezTo>
                    <a:pt x="85946" y="15564"/>
                    <a:pt x="84098" y="17068"/>
                    <a:pt x="82808" y="19003"/>
                  </a:cubicBezTo>
                  <a:lnTo>
                    <a:pt x="82421" y="19648"/>
                  </a:lnTo>
                  <a:lnTo>
                    <a:pt x="81948" y="19003"/>
                  </a:lnTo>
                  <a:cubicBezTo>
                    <a:pt x="77864" y="13113"/>
                    <a:pt x="72361" y="8384"/>
                    <a:pt x="65913" y="5246"/>
                  </a:cubicBezTo>
                  <a:cubicBezTo>
                    <a:pt x="61743" y="3268"/>
                    <a:pt x="57186" y="2236"/>
                    <a:pt x="52586" y="2107"/>
                  </a:cubicBezTo>
                  <a:cubicBezTo>
                    <a:pt x="43429" y="2107"/>
                    <a:pt x="34787" y="6535"/>
                    <a:pt x="29500" y="14016"/>
                  </a:cubicBezTo>
                  <a:cubicBezTo>
                    <a:pt x="27393" y="17025"/>
                    <a:pt x="26060" y="20507"/>
                    <a:pt x="25630" y="24162"/>
                  </a:cubicBezTo>
                  <a:lnTo>
                    <a:pt x="25630" y="25236"/>
                  </a:lnTo>
                  <a:lnTo>
                    <a:pt x="24599" y="24935"/>
                  </a:lnTo>
                  <a:cubicBezTo>
                    <a:pt x="19870" y="23603"/>
                    <a:pt x="14840" y="24162"/>
                    <a:pt x="10498" y="26440"/>
                  </a:cubicBezTo>
                  <a:cubicBezTo>
                    <a:pt x="7102" y="28289"/>
                    <a:pt x="4350" y="31126"/>
                    <a:pt x="2630" y="34608"/>
                  </a:cubicBezTo>
                  <a:cubicBezTo>
                    <a:pt x="1212" y="37747"/>
                    <a:pt x="438" y="41186"/>
                    <a:pt x="395" y="44625"/>
                  </a:cubicBezTo>
                  <a:cubicBezTo>
                    <a:pt x="94" y="43722"/>
                    <a:pt x="-35" y="42777"/>
                    <a:pt x="8" y="41831"/>
                  </a:cubicBezTo>
                  <a:cubicBezTo>
                    <a:pt x="8" y="34909"/>
                    <a:pt x="3748" y="28547"/>
                    <a:pt x="9767" y="25150"/>
                  </a:cubicBezTo>
                  <a:cubicBezTo>
                    <a:pt x="14410" y="22485"/>
                    <a:pt x="19956" y="21797"/>
                    <a:pt x="25114" y="23216"/>
                  </a:cubicBezTo>
                  <a:lnTo>
                    <a:pt x="23954" y="23990"/>
                  </a:lnTo>
                  <a:cubicBezTo>
                    <a:pt x="24427" y="20035"/>
                    <a:pt x="25802" y="16208"/>
                    <a:pt x="28038" y="12898"/>
                  </a:cubicBezTo>
                  <a:cubicBezTo>
                    <a:pt x="30488" y="9416"/>
                    <a:pt x="33627" y="6450"/>
                    <a:pt x="37324" y="4300"/>
                  </a:cubicBezTo>
                  <a:cubicBezTo>
                    <a:pt x="41967" y="1420"/>
                    <a:pt x="47298" y="-42"/>
                    <a:pt x="52758" y="1"/>
                  </a:cubicBezTo>
                  <a:cubicBezTo>
                    <a:pt x="57616" y="130"/>
                    <a:pt x="62388" y="1334"/>
                    <a:pt x="66773" y="3483"/>
                  </a:cubicBezTo>
                  <a:cubicBezTo>
                    <a:pt x="73436" y="6750"/>
                    <a:pt x="79068" y="11737"/>
                    <a:pt x="83109" y="17928"/>
                  </a:cubicBezTo>
                  <a:lnTo>
                    <a:pt x="81948" y="17928"/>
                  </a:lnTo>
                  <a:cubicBezTo>
                    <a:pt x="83410" y="15864"/>
                    <a:pt x="85517" y="14360"/>
                    <a:pt x="87967" y="13629"/>
                  </a:cubicBezTo>
                  <a:cubicBezTo>
                    <a:pt x="89816" y="13457"/>
                    <a:pt x="90546" y="13543"/>
                    <a:pt x="90546" y="13844"/>
                  </a:cubicBezTo>
                  <a:lnTo>
                    <a:pt x="90546" y="1384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9" name="Google Shape;1469;p76"/>
            <p:cNvSpPr/>
            <p:nvPr/>
          </p:nvSpPr>
          <p:spPr>
            <a:xfrm>
              <a:off x="4980509" y="2667513"/>
              <a:ext cx="139515" cy="162910"/>
            </a:xfrm>
            <a:custGeom>
              <a:avLst/>
              <a:gdLst/>
              <a:ahLst/>
              <a:cxnLst/>
              <a:rect l="l" t="t" r="r" b="b"/>
              <a:pathLst>
                <a:path w="139515" h="162910" extrusionOk="0">
                  <a:moveTo>
                    <a:pt x="128080" y="21859"/>
                  </a:moveTo>
                  <a:cubicBezTo>
                    <a:pt x="128080" y="21859"/>
                    <a:pt x="131863" y="52382"/>
                    <a:pt x="135776" y="61109"/>
                  </a:cubicBezTo>
                  <a:cubicBezTo>
                    <a:pt x="138054" y="66010"/>
                    <a:pt x="139301" y="71298"/>
                    <a:pt x="139516" y="76672"/>
                  </a:cubicBezTo>
                  <a:lnTo>
                    <a:pt x="136851" y="124520"/>
                  </a:lnTo>
                  <a:lnTo>
                    <a:pt x="98159" y="162911"/>
                  </a:lnTo>
                  <a:lnTo>
                    <a:pt x="24860" y="93094"/>
                  </a:lnTo>
                  <a:cubicBezTo>
                    <a:pt x="24860" y="93094"/>
                    <a:pt x="1043" y="63474"/>
                    <a:pt x="9512" y="54403"/>
                  </a:cubicBezTo>
                  <a:cubicBezTo>
                    <a:pt x="9512" y="54403"/>
                    <a:pt x="13811" y="50103"/>
                    <a:pt x="19400" y="55692"/>
                  </a:cubicBezTo>
                  <a:cubicBezTo>
                    <a:pt x="19400" y="55692"/>
                    <a:pt x="-6136" y="30457"/>
                    <a:pt x="1387" y="22675"/>
                  </a:cubicBezTo>
                  <a:cubicBezTo>
                    <a:pt x="8910" y="14894"/>
                    <a:pt x="17165" y="28479"/>
                    <a:pt x="26322" y="38367"/>
                  </a:cubicBezTo>
                  <a:cubicBezTo>
                    <a:pt x="35479" y="48255"/>
                    <a:pt x="38488" y="51049"/>
                    <a:pt x="38488" y="51049"/>
                  </a:cubicBezTo>
                  <a:lnTo>
                    <a:pt x="12693" y="19236"/>
                  </a:lnTo>
                  <a:cubicBezTo>
                    <a:pt x="12693" y="19236"/>
                    <a:pt x="5299" y="10939"/>
                    <a:pt x="13338" y="5866"/>
                  </a:cubicBezTo>
                  <a:cubicBezTo>
                    <a:pt x="21378" y="793"/>
                    <a:pt x="30535" y="17001"/>
                    <a:pt x="35178" y="20741"/>
                  </a:cubicBezTo>
                  <a:cubicBezTo>
                    <a:pt x="39821" y="24481"/>
                    <a:pt x="65271" y="55133"/>
                    <a:pt x="65271" y="55133"/>
                  </a:cubicBezTo>
                  <a:cubicBezTo>
                    <a:pt x="65271" y="55133"/>
                    <a:pt x="48376" y="27318"/>
                    <a:pt x="47129" y="25728"/>
                  </a:cubicBezTo>
                  <a:cubicBezTo>
                    <a:pt x="45882" y="24137"/>
                    <a:pt x="29417" y="8532"/>
                    <a:pt x="37112" y="1438"/>
                  </a:cubicBezTo>
                  <a:cubicBezTo>
                    <a:pt x="44807" y="-5655"/>
                    <a:pt x="59769" y="15539"/>
                    <a:pt x="64927" y="20569"/>
                  </a:cubicBezTo>
                  <a:cubicBezTo>
                    <a:pt x="70086" y="25599"/>
                    <a:pt x="88486" y="53801"/>
                    <a:pt x="92957" y="56982"/>
                  </a:cubicBezTo>
                  <a:cubicBezTo>
                    <a:pt x="97428" y="60163"/>
                    <a:pt x="105209" y="68675"/>
                    <a:pt x="110798" y="66956"/>
                  </a:cubicBezTo>
                  <a:cubicBezTo>
                    <a:pt x="116387" y="65236"/>
                    <a:pt x="107918" y="43999"/>
                    <a:pt x="110454" y="37077"/>
                  </a:cubicBezTo>
                  <a:cubicBezTo>
                    <a:pt x="112991" y="30156"/>
                    <a:pt x="117763" y="16872"/>
                    <a:pt x="128080" y="21859"/>
                  </a:cubicBezTo>
                  <a:lnTo>
                    <a:pt x="128080" y="21859"/>
                  </a:lnTo>
                  <a:close/>
                </a:path>
              </a:pathLst>
            </a:custGeom>
            <a:solidFill>
              <a:srgbClr val="C8877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0" name="Google Shape;1470;p76"/>
            <p:cNvSpPr/>
            <p:nvPr/>
          </p:nvSpPr>
          <p:spPr>
            <a:xfrm>
              <a:off x="5075882" y="2731073"/>
              <a:ext cx="17790" cy="47848"/>
            </a:xfrm>
            <a:custGeom>
              <a:avLst/>
              <a:gdLst/>
              <a:ahLst/>
              <a:cxnLst/>
              <a:rect l="l" t="t" r="r" b="b"/>
              <a:pathLst>
                <a:path w="17790" h="47848" extrusionOk="0">
                  <a:moveTo>
                    <a:pt x="3259" y="47849"/>
                  </a:moveTo>
                  <a:cubicBezTo>
                    <a:pt x="2400" y="45441"/>
                    <a:pt x="1798" y="42991"/>
                    <a:pt x="1368" y="40497"/>
                  </a:cubicBezTo>
                  <a:cubicBezTo>
                    <a:pt x="1024" y="34478"/>
                    <a:pt x="2529" y="28460"/>
                    <a:pt x="5667" y="23301"/>
                  </a:cubicBezTo>
                  <a:cubicBezTo>
                    <a:pt x="9063" y="16938"/>
                    <a:pt x="13277" y="11865"/>
                    <a:pt x="15727" y="7609"/>
                  </a:cubicBezTo>
                  <a:cubicBezTo>
                    <a:pt x="16759" y="5933"/>
                    <a:pt x="17447" y="4084"/>
                    <a:pt x="17790" y="2150"/>
                  </a:cubicBezTo>
                  <a:lnTo>
                    <a:pt x="17790" y="0"/>
                  </a:lnTo>
                  <a:cubicBezTo>
                    <a:pt x="17188" y="2450"/>
                    <a:pt x="16157" y="4772"/>
                    <a:pt x="14738" y="6879"/>
                  </a:cubicBezTo>
                  <a:cubicBezTo>
                    <a:pt x="10826" y="11779"/>
                    <a:pt x="7301" y="16981"/>
                    <a:pt x="4077" y="22355"/>
                  </a:cubicBezTo>
                  <a:cubicBezTo>
                    <a:pt x="766" y="27944"/>
                    <a:pt x="-610" y="34436"/>
                    <a:pt x="250" y="40884"/>
                  </a:cubicBezTo>
                  <a:cubicBezTo>
                    <a:pt x="422" y="43464"/>
                    <a:pt x="1497" y="45957"/>
                    <a:pt x="3259" y="47849"/>
                  </a:cubicBezTo>
                  <a:lnTo>
                    <a:pt x="3259" y="47849"/>
                  </a:lnTo>
                  <a:close/>
                </a:path>
              </a:pathLst>
            </a:custGeom>
            <a:solidFill>
              <a:srgbClr val="A0676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1" name="Google Shape;1471;p76"/>
            <p:cNvSpPr/>
            <p:nvPr/>
          </p:nvSpPr>
          <p:spPr>
            <a:xfrm>
              <a:off x="4998620" y="2722224"/>
              <a:ext cx="29952" cy="34944"/>
            </a:xfrm>
            <a:custGeom>
              <a:avLst/>
              <a:gdLst/>
              <a:ahLst/>
              <a:cxnLst/>
              <a:rect l="l" t="t" r="r" b="b"/>
              <a:pathLst>
                <a:path w="29952" h="34944" extrusionOk="0">
                  <a:moveTo>
                    <a:pt x="29921" y="34944"/>
                  </a:moveTo>
                  <a:cubicBezTo>
                    <a:pt x="30137" y="34944"/>
                    <a:pt x="29277" y="32064"/>
                    <a:pt x="25924" y="29184"/>
                  </a:cubicBezTo>
                  <a:cubicBezTo>
                    <a:pt x="22570" y="26303"/>
                    <a:pt x="17024" y="23724"/>
                    <a:pt x="13413" y="18737"/>
                  </a:cubicBezTo>
                  <a:cubicBezTo>
                    <a:pt x="11865" y="16200"/>
                    <a:pt x="10533" y="13535"/>
                    <a:pt x="9501" y="10740"/>
                  </a:cubicBezTo>
                  <a:cubicBezTo>
                    <a:pt x="8598" y="8333"/>
                    <a:pt x="7351" y="6097"/>
                    <a:pt x="5804" y="4034"/>
                  </a:cubicBezTo>
                  <a:cubicBezTo>
                    <a:pt x="3009" y="423"/>
                    <a:pt x="0" y="-265"/>
                    <a:pt x="0" y="79"/>
                  </a:cubicBezTo>
                  <a:cubicBezTo>
                    <a:pt x="1763" y="1454"/>
                    <a:pt x="3310" y="3045"/>
                    <a:pt x="4643" y="4851"/>
                  </a:cubicBezTo>
                  <a:cubicBezTo>
                    <a:pt x="5933" y="6914"/>
                    <a:pt x="6964" y="9150"/>
                    <a:pt x="7782" y="11428"/>
                  </a:cubicBezTo>
                  <a:cubicBezTo>
                    <a:pt x="8770" y="14438"/>
                    <a:pt x="10103" y="17318"/>
                    <a:pt x="11779" y="20026"/>
                  </a:cubicBezTo>
                  <a:cubicBezTo>
                    <a:pt x="13671" y="22563"/>
                    <a:pt x="16078" y="24712"/>
                    <a:pt x="18787" y="26346"/>
                  </a:cubicBezTo>
                  <a:cubicBezTo>
                    <a:pt x="21195" y="27894"/>
                    <a:pt x="23344" y="29184"/>
                    <a:pt x="25021" y="30645"/>
                  </a:cubicBezTo>
                  <a:cubicBezTo>
                    <a:pt x="26740" y="31978"/>
                    <a:pt x="28374" y="33397"/>
                    <a:pt x="29921" y="34944"/>
                  </a:cubicBezTo>
                  <a:lnTo>
                    <a:pt x="29921" y="34944"/>
                  </a:lnTo>
                  <a:close/>
                </a:path>
              </a:pathLst>
            </a:custGeom>
            <a:solidFill>
              <a:srgbClr val="A0676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2" name="Google Shape;1472;p76"/>
            <p:cNvSpPr/>
            <p:nvPr/>
          </p:nvSpPr>
          <p:spPr>
            <a:xfrm>
              <a:off x="5233521" y="2589547"/>
              <a:ext cx="334510" cy="506989"/>
            </a:xfrm>
            <a:custGeom>
              <a:avLst/>
              <a:gdLst/>
              <a:ahLst/>
              <a:cxnLst/>
              <a:rect l="l" t="t" r="r" b="b"/>
              <a:pathLst>
                <a:path w="334510" h="506989" extrusionOk="0">
                  <a:moveTo>
                    <a:pt x="230301" y="0"/>
                  </a:moveTo>
                  <a:lnTo>
                    <a:pt x="234600" y="10877"/>
                  </a:lnTo>
                  <a:lnTo>
                    <a:pt x="334510" y="57823"/>
                  </a:lnTo>
                  <a:lnTo>
                    <a:pt x="334510" y="57823"/>
                  </a:lnTo>
                  <a:lnTo>
                    <a:pt x="297065" y="342034"/>
                  </a:lnTo>
                  <a:lnTo>
                    <a:pt x="302267" y="506000"/>
                  </a:lnTo>
                  <a:lnTo>
                    <a:pt x="115000" y="506989"/>
                  </a:lnTo>
                  <a:lnTo>
                    <a:pt x="26095" y="505269"/>
                  </a:lnTo>
                  <a:lnTo>
                    <a:pt x="0" y="505269"/>
                  </a:lnTo>
                  <a:lnTo>
                    <a:pt x="7523" y="388120"/>
                  </a:lnTo>
                  <a:lnTo>
                    <a:pt x="7523" y="56232"/>
                  </a:lnTo>
                  <a:lnTo>
                    <a:pt x="93891" y="28546"/>
                  </a:lnTo>
                  <a:lnTo>
                    <a:pt x="93891" y="28546"/>
                  </a:lnTo>
                  <a:cubicBezTo>
                    <a:pt x="90925" y="29492"/>
                    <a:pt x="99738" y="21409"/>
                    <a:pt x="99738" y="21409"/>
                  </a:cubicBezTo>
                  <a:cubicBezTo>
                    <a:pt x="112764" y="32071"/>
                    <a:pt x="129789" y="36585"/>
                    <a:pt x="146383" y="33705"/>
                  </a:cubicBezTo>
                  <a:cubicBezTo>
                    <a:pt x="176133" y="29535"/>
                    <a:pt x="230301" y="0"/>
                    <a:pt x="230301" y="0"/>
                  </a:cubicBezTo>
                  <a:lnTo>
                    <a:pt x="230301"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3" name="Google Shape;1473;p76"/>
            <p:cNvSpPr/>
            <p:nvPr/>
          </p:nvSpPr>
          <p:spPr>
            <a:xfrm>
              <a:off x="5461801" y="2677463"/>
              <a:ext cx="132930" cy="419116"/>
            </a:xfrm>
            <a:custGeom>
              <a:avLst/>
              <a:gdLst/>
              <a:ahLst/>
              <a:cxnLst/>
              <a:rect l="l" t="t" r="r" b="b"/>
              <a:pathLst>
                <a:path w="132930" h="419116" extrusionOk="0">
                  <a:moveTo>
                    <a:pt x="31168" y="83875"/>
                  </a:moveTo>
                  <a:lnTo>
                    <a:pt x="10834" y="324966"/>
                  </a:lnTo>
                  <a:lnTo>
                    <a:pt x="0" y="417998"/>
                  </a:lnTo>
                  <a:lnTo>
                    <a:pt x="97976" y="419116"/>
                  </a:lnTo>
                  <a:lnTo>
                    <a:pt x="128800" y="136237"/>
                  </a:lnTo>
                  <a:cubicBezTo>
                    <a:pt x="136711" y="71278"/>
                    <a:pt x="135206" y="32544"/>
                    <a:pt x="106832" y="0"/>
                  </a:cubicBezTo>
                  <a:lnTo>
                    <a:pt x="31168" y="83875"/>
                  </a:lnTo>
                  <a:lnTo>
                    <a:pt x="31168" y="83875"/>
                  </a:lnTo>
                  <a:close/>
                </a:path>
              </a:pathLst>
            </a:custGeom>
            <a:solidFill>
              <a:srgbClr val="C8877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4" name="Google Shape;1474;p76"/>
            <p:cNvSpPr/>
            <p:nvPr/>
          </p:nvSpPr>
          <p:spPr>
            <a:xfrm>
              <a:off x="5463736" y="2646244"/>
              <a:ext cx="146850" cy="188006"/>
            </a:xfrm>
            <a:custGeom>
              <a:avLst/>
              <a:gdLst/>
              <a:ahLst/>
              <a:cxnLst/>
              <a:rect l="l" t="t" r="r" b="b"/>
              <a:pathLst>
                <a:path w="146850" h="188006" extrusionOk="0">
                  <a:moveTo>
                    <a:pt x="25794" y="40548"/>
                  </a:moveTo>
                  <a:lnTo>
                    <a:pt x="0" y="182417"/>
                  </a:lnTo>
                  <a:lnTo>
                    <a:pt x="146383" y="188006"/>
                  </a:lnTo>
                  <a:cubicBezTo>
                    <a:pt x="146383" y="188006"/>
                    <a:pt x="150940" y="97296"/>
                    <a:pt x="131594" y="47770"/>
                  </a:cubicBezTo>
                  <a:cubicBezTo>
                    <a:pt x="112249" y="-1755"/>
                    <a:pt x="100469" y="8"/>
                    <a:pt x="100469" y="8"/>
                  </a:cubicBezTo>
                  <a:lnTo>
                    <a:pt x="25794" y="40548"/>
                  </a:lnTo>
                  <a:lnTo>
                    <a:pt x="25794" y="40548"/>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5" name="Google Shape;1475;p76"/>
            <p:cNvSpPr/>
            <p:nvPr/>
          </p:nvSpPr>
          <p:spPr>
            <a:xfrm>
              <a:off x="5476805" y="2692510"/>
              <a:ext cx="129616" cy="141880"/>
            </a:xfrm>
            <a:custGeom>
              <a:avLst/>
              <a:gdLst/>
              <a:ahLst/>
              <a:cxnLst/>
              <a:rect l="l" t="t" r="r" b="b"/>
              <a:pathLst>
                <a:path w="129616" h="141880" extrusionOk="0">
                  <a:moveTo>
                    <a:pt x="129617" y="141783"/>
                  </a:moveTo>
                  <a:cubicBezTo>
                    <a:pt x="128757" y="141912"/>
                    <a:pt x="127897" y="141912"/>
                    <a:pt x="127038" y="141783"/>
                  </a:cubicBezTo>
                  <a:lnTo>
                    <a:pt x="119600" y="141783"/>
                  </a:lnTo>
                  <a:lnTo>
                    <a:pt x="92129" y="141052"/>
                  </a:lnTo>
                  <a:lnTo>
                    <a:pt x="1161" y="137828"/>
                  </a:lnTo>
                  <a:lnTo>
                    <a:pt x="0" y="137828"/>
                  </a:lnTo>
                  <a:lnTo>
                    <a:pt x="0" y="136667"/>
                  </a:lnTo>
                  <a:cubicBezTo>
                    <a:pt x="0" y="135335"/>
                    <a:pt x="0" y="133916"/>
                    <a:pt x="301" y="132368"/>
                  </a:cubicBezTo>
                  <a:cubicBezTo>
                    <a:pt x="2881" y="95955"/>
                    <a:pt x="5245" y="62938"/>
                    <a:pt x="6964" y="38735"/>
                  </a:cubicBezTo>
                  <a:cubicBezTo>
                    <a:pt x="7911" y="26955"/>
                    <a:pt x="8684" y="17239"/>
                    <a:pt x="9243" y="10361"/>
                  </a:cubicBezTo>
                  <a:cubicBezTo>
                    <a:pt x="9544" y="7222"/>
                    <a:pt x="9802" y="4686"/>
                    <a:pt x="9974" y="2665"/>
                  </a:cubicBezTo>
                  <a:cubicBezTo>
                    <a:pt x="10017" y="1763"/>
                    <a:pt x="10146" y="860"/>
                    <a:pt x="10404" y="0"/>
                  </a:cubicBezTo>
                  <a:cubicBezTo>
                    <a:pt x="10490" y="903"/>
                    <a:pt x="10490" y="1806"/>
                    <a:pt x="10404" y="2708"/>
                  </a:cubicBezTo>
                  <a:cubicBezTo>
                    <a:pt x="10404" y="4729"/>
                    <a:pt x="10189" y="7265"/>
                    <a:pt x="10060" y="10447"/>
                  </a:cubicBezTo>
                  <a:cubicBezTo>
                    <a:pt x="9673" y="17454"/>
                    <a:pt x="9157" y="27084"/>
                    <a:pt x="8512" y="38864"/>
                  </a:cubicBezTo>
                  <a:cubicBezTo>
                    <a:pt x="6964" y="63067"/>
                    <a:pt x="4815" y="96084"/>
                    <a:pt x="2494" y="132540"/>
                  </a:cubicBezTo>
                  <a:cubicBezTo>
                    <a:pt x="2494" y="133959"/>
                    <a:pt x="2279" y="135421"/>
                    <a:pt x="2193" y="136839"/>
                  </a:cubicBezTo>
                  <a:lnTo>
                    <a:pt x="1118" y="135636"/>
                  </a:lnTo>
                  <a:lnTo>
                    <a:pt x="92086" y="139548"/>
                  </a:lnTo>
                  <a:lnTo>
                    <a:pt x="119471" y="140966"/>
                  </a:lnTo>
                  <a:lnTo>
                    <a:pt x="126909" y="141482"/>
                  </a:lnTo>
                  <a:cubicBezTo>
                    <a:pt x="127811" y="141482"/>
                    <a:pt x="128714" y="141611"/>
                    <a:pt x="129617" y="141783"/>
                  </a:cubicBezTo>
                  <a:lnTo>
                    <a:pt x="129617" y="14178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6" name="Google Shape;1476;p76"/>
            <p:cNvSpPr/>
            <p:nvPr/>
          </p:nvSpPr>
          <p:spPr>
            <a:xfrm>
              <a:off x="5327538" y="2600682"/>
              <a:ext cx="138218" cy="36196"/>
            </a:xfrm>
            <a:custGeom>
              <a:avLst/>
              <a:gdLst/>
              <a:ahLst/>
              <a:cxnLst/>
              <a:rect l="l" t="t" r="r" b="b"/>
              <a:pathLst>
                <a:path w="138218" h="36196" extrusionOk="0">
                  <a:moveTo>
                    <a:pt x="138218" y="0"/>
                  </a:moveTo>
                  <a:cubicBezTo>
                    <a:pt x="136714" y="1290"/>
                    <a:pt x="135123" y="2407"/>
                    <a:pt x="133403" y="3396"/>
                  </a:cubicBezTo>
                  <a:cubicBezTo>
                    <a:pt x="130265" y="5417"/>
                    <a:pt x="125622" y="8340"/>
                    <a:pt x="119818" y="11994"/>
                  </a:cubicBezTo>
                  <a:cubicBezTo>
                    <a:pt x="104771" y="21280"/>
                    <a:pt x="88478" y="28374"/>
                    <a:pt x="71454" y="33060"/>
                  </a:cubicBezTo>
                  <a:cubicBezTo>
                    <a:pt x="54171" y="37660"/>
                    <a:pt x="35986" y="37187"/>
                    <a:pt x="18962" y="31727"/>
                  </a:cubicBezTo>
                  <a:cubicBezTo>
                    <a:pt x="13889" y="29965"/>
                    <a:pt x="9074" y="27600"/>
                    <a:pt x="4603" y="24591"/>
                  </a:cubicBezTo>
                  <a:cubicBezTo>
                    <a:pt x="3357" y="23774"/>
                    <a:pt x="2196" y="22914"/>
                    <a:pt x="1078" y="21968"/>
                  </a:cubicBezTo>
                  <a:cubicBezTo>
                    <a:pt x="347" y="21323"/>
                    <a:pt x="-40" y="20979"/>
                    <a:pt x="3" y="20893"/>
                  </a:cubicBezTo>
                  <a:cubicBezTo>
                    <a:pt x="6108" y="24763"/>
                    <a:pt x="12642" y="27901"/>
                    <a:pt x="19478" y="30222"/>
                  </a:cubicBezTo>
                  <a:cubicBezTo>
                    <a:pt x="36287" y="35166"/>
                    <a:pt x="54128" y="35424"/>
                    <a:pt x="71067" y="30910"/>
                  </a:cubicBezTo>
                  <a:cubicBezTo>
                    <a:pt x="87876" y="26181"/>
                    <a:pt x="104040" y="19389"/>
                    <a:pt x="119173" y="10619"/>
                  </a:cubicBezTo>
                  <a:lnTo>
                    <a:pt x="133016" y="2622"/>
                  </a:lnTo>
                  <a:cubicBezTo>
                    <a:pt x="134650" y="1591"/>
                    <a:pt x="136413" y="688"/>
                    <a:pt x="138218" y="0"/>
                  </a:cubicBezTo>
                  <a:lnTo>
                    <a:pt x="138218"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7" name="Google Shape;1477;p76"/>
            <p:cNvSpPr/>
            <p:nvPr/>
          </p:nvSpPr>
          <p:spPr>
            <a:xfrm>
              <a:off x="5183222" y="2859787"/>
              <a:ext cx="29835" cy="31735"/>
            </a:xfrm>
            <a:custGeom>
              <a:avLst/>
              <a:gdLst/>
              <a:ahLst/>
              <a:cxnLst/>
              <a:rect l="l" t="t" r="r" b="b"/>
              <a:pathLst>
                <a:path w="29835" h="31735" extrusionOk="0">
                  <a:moveTo>
                    <a:pt x="29835" y="31727"/>
                  </a:moveTo>
                  <a:cubicBezTo>
                    <a:pt x="29276" y="32028"/>
                    <a:pt x="23989" y="23817"/>
                    <a:pt x="15477" y="15391"/>
                  </a:cubicBezTo>
                  <a:cubicBezTo>
                    <a:pt x="10017" y="10576"/>
                    <a:pt x="4858" y="5417"/>
                    <a:pt x="0" y="0"/>
                  </a:cubicBezTo>
                  <a:cubicBezTo>
                    <a:pt x="6363" y="3740"/>
                    <a:pt x="12166" y="8383"/>
                    <a:pt x="17196" y="13800"/>
                  </a:cubicBezTo>
                  <a:cubicBezTo>
                    <a:pt x="22699" y="18787"/>
                    <a:pt x="26998" y="24892"/>
                    <a:pt x="29835" y="31727"/>
                  </a:cubicBezTo>
                  <a:lnTo>
                    <a:pt x="29835" y="31727"/>
                  </a:lnTo>
                  <a:close/>
                </a:path>
              </a:pathLst>
            </a:custGeom>
            <a:solidFill>
              <a:srgbClr val="A0676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8" name="Google Shape;1478;p76"/>
            <p:cNvSpPr/>
            <p:nvPr/>
          </p:nvSpPr>
          <p:spPr>
            <a:xfrm>
              <a:off x="5219226" y="2639876"/>
              <a:ext cx="38737" cy="145321"/>
            </a:xfrm>
            <a:custGeom>
              <a:avLst/>
              <a:gdLst/>
              <a:ahLst/>
              <a:cxnLst/>
              <a:rect l="l" t="t" r="r" b="b"/>
              <a:pathLst>
                <a:path w="38737" h="145321" extrusionOk="0">
                  <a:moveTo>
                    <a:pt x="38456" y="5645"/>
                  </a:moveTo>
                  <a:cubicBezTo>
                    <a:pt x="37639" y="6032"/>
                    <a:pt x="34157" y="1819"/>
                    <a:pt x="33383" y="2206"/>
                  </a:cubicBezTo>
                  <a:lnTo>
                    <a:pt x="33383" y="2206"/>
                  </a:lnTo>
                  <a:cubicBezTo>
                    <a:pt x="30159" y="-846"/>
                    <a:pt x="25086" y="-717"/>
                    <a:pt x="22034" y="2507"/>
                  </a:cubicBezTo>
                  <a:cubicBezTo>
                    <a:pt x="21905" y="2636"/>
                    <a:pt x="21819" y="2765"/>
                    <a:pt x="21689" y="2894"/>
                  </a:cubicBezTo>
                  <a:cubicBezTo>
                    <a:pt x="17433" y="-158"/>
                    <a:pt x="11501" y="830"/>
                    <a:pt x="8449" y="5086"/>
                  </a:cubicBezTo>
                  <a:cubicBezTo>
                    <a:pt x="6428" y="7924"/>
                    <a:pt x="6127" y="11664"/>
                    <a:pt x="7631" y="14802"/>
                  </a:cubicBezTo>
                  <a:cubicBezTo>
                    <a:pt x="4880" y="13040"/>
                    <a:pt x="1011" y="15533"/>
                    <a:pt x="194" y="18672"/>
                  </a:cubicBezTo>
                  <a:cubicBezTo>
                    <a:pt x="-322" y="21939"/>
                    <a:pt x="194" y="25249"/>
                    <a:pt x="1699" y="28172"/>
                  </a:cubicBezTo>
                  <a:cubicBezTo>
                    <a:pt x="12662" y="56976"/>
                    <a:pt x="14596" y="116518"/>
                    <a:pt x="25645" y="145322"/>
                  </a:cubicBezTo>
                  <a:cubicBezTo>
                    <a:pt x="30331" y="109339"/>
                    <a:pt x="40562" y="42015"/>
                    <a:pt x="38456" y="5645"/>
                  </a:cubicBezTo>
                  <a:lnTo>
                    <a:pt x="38456" y="5645"/>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9" name="Google Shape;1479;p76"/>
            <p:cNvSpPr/>
            <p:nvPr/>
          </p:nvSpPr>
          <p:spPr>
            <a:xfrm>
              <a:off x="5233134" y="2665555"/>
              <a:ext cx="9283" cy="116719"/>
            </a:xfrm>
            <a:custGeom>
              <a:avLst/>
              <a:gdLst/>
              <a:ahLst/>
              <a:cxnLst/>
              <a:rect l="l" t="t" r="r" b="b"/>
              <a:pathLst>
                <a:path w="9283" h="116719" extrusionOk="0">
                  <a:moveTo>
                    <a:pt x="0" y="0"/>
                  </a:moveTo>
                  <a:cubicBezTo>
                    <a:pt x="602" y="1376"/>
                    <a:pt x="1032" y="2794"/>
                    <a:pt x="1203" y="4299"/>
                  </a:cubicBezTo>
                  <a:cubicBezTo>
                    <a:pt x="1848" y="7222"/>
                    <a:pt x="2665" y="11436"/>
                    <a:pt x="3525" y="16680"/>
                  </a:cubicBezTo>
                  <a:cubicBezTo>
                    <a:pt x="5288" y="27170"/>
                    <a:pt x="7179" y="41787"/>
                    <a:pt x="8254" y="57994"/>
                  </a:cubicBezTo>
                  <a:cubicBezTo>
                    <a:pt x="9329" y="74202"/>
                    <a:pt x="9458" y="88905"/>
                    <a:pt x="9114" y="99566"/>
                  </a:cubicBezTo>
                  <a:cubicBezTo>
                    <a:pt x="9114" y="104897"/>
                    <a:pt x="8727" y="109196"/>
                    <a:pt x="8469" y="112163"/>
                  </a:cubicBezTo>
                  <a:cubicBezTo>
                    <a:pt x="8469" y="113710"/>
                    <a:pt x="8297" y="115258"/>
                    <a:pt x="7867" y="116720"/>
                  </a:cubicBezTo>
                  <a:cubicBezTo>
                    <a:pt x="7609" y="115215"/>
                    <a:pt x="7523" y="113667"/>
                    <a:pt x="7609" y="112120"/>
                  </a:cubicBezTo>
                  <a:lnTo>
                    <a:pt x="7609" y="99523"/>
                  </a:lnTo>
                  <a:cubicBezTo>
                    <a:pt x="7609" y="88948"/>
                    <a:pt x="7179" y="74288"/>
                    <a:pt x="6104" y="58123"/>
                  </a:cubicBezTo>
                  <a:cubicBezTo>
                    <a:pt x="5030" y="41959"/>
                    <a:pt x="3396" y="27428"/>
                    <a:pt x="2063" y="16895"/>
                  </a:cubicBezTo>
                  <a:cubicBezTo>
                    <a:pt x="1419" y="12037"/>
                    <a:pt x="903" y="7867"/>
                    <a:pt x="430" y="4428"/>
                  </a:cubicBezTo>
                  <a:cubicBezTo>
                    <a:pt x="129" y="2966"/>
                    <a:pt x="0" y="1505"/>
                    <a:pt x="0"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0" name="Google Shape;1480;p76"/>
            <p:cNvSpPr/>
            <p:nvPr/>
          </p:nvSpPr>
          <p:spPr>
            <a:xfrm>
              <a:off x="5240734" y="2642770"/>
              <a:ext cx="7821" cy="37831"/>
            </a:xfrm>
            <a:custGeom>
              <a:avLst/>
              <a:gdLst/>
              <a:ahLst/>
              <a:cxnLst/>
              <a:rect l="l" t="t" r="r" b="b"/>
              <a:pathLst>
                <a:path w="7821" h="37831" extrusionOk="0">
                  <a:moveTo>
                    <a:pt x="7103" y="37832"/>
                  </a:moveTo>
                  <a:cubicBezTo>
                    <a:pt x="6458" y="37832"/>
                    <a:pt x="6286" y="29234"/>
                    <a:pt x="4351" y="18787"/>
                  </a:cubicBezTo>
                  <a:cubicBezTo>
                    <a:pt x="2417" y="8340"/>
                    <a:pt x="-421" y="258"/>
                    <a:pt x="52" y="0"/>
                  </a:cubicBezTo>
                  <a:cubicBezTo>
                    <a:pt x="3406" y="5632"/>
                    <a:pt x="5598" y="11909"/>
                    <a:pt x="6415" y="18400"/>
                  </a:cubicBezTo>
                  <a:cubicBezTo>
                    <a:pt x="8006" y="24763"/>
                    <a:pt x="8264" y="31383"/>
                    <a:pt x="7103" y="3783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1" name="Google Shape;1481;p76"/>
            <p:cNvSpPr/>
            <p:nvPr/>
          </p:nvSpPr>
          <p:spPr>
            <a:xfrm>
              <a:off x="5144057" y="2735845"/>
              <a:ext cx="45656" cy="10790"/>
            </a:xfrm>
            <a:custGeom>
              <a:avLst/>
              <a:gdLst/>
              <a:ahLst/>
              <a:cxnLst/>
              <a:rect l="l" t="t" r="r" b="b"/>
              <a:pathLst>
                <a:path w="45656" h="10790" extrusionOk="0">
                  <a:moveTo>
                    <a:pt x="45656" y="0"/>
                  </a:moveTo>
                  <a:cubicBezTo>
                    <a:pt x="38348" y="2880"/>
                    <a:pt x="30825" y="5073"/>
                    <a:pt x="23086" y="6492"/>
                  </a:cubicBezTo>
                  <a:cubicBezTo>
                    <a:pt x="15563" y="8641"/>
                    <a:pt x="7825" y="10103"/>
                    <a:pt x="0" y="10791"/>
                  </a:cubicBezTo>
                  <a:cubicBezTo>
                    <a:pt x="7309" y="7910"/>
                    <a:pt x="14875" y="5718"/>
                    <a:pt x="22570" y="4299"/>
                  </a:cubicBezTo>
                  <a:cubicBezTo>
                    <a:pt x="30093" y="2150"/>
                    <a:pt x="37832" y="688"/>
                    <a:pt x="45656"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2" name="Google Shape;1482;p76"/>
            <p:cNvSpPr/>
            <p:nvPr/>
          </p:nvSpPr>
          <p:spPr>
            <a:xfrm>
              <a:off x="5140790" y="2704590"/>
              <a:ext cx="43764" cy="13370"/>
            </a:xfrm>
            <a:custGeom>
              <a:avLst/>
              <a:gdLst/>
              <a:ahLst/>
              <a:cxnLst/>
              <a:rect l="l" t="t" r="r" b="b"/>
              <a:pathLst>
                <a:path w="43764" h="13370" extrusionOk="0">
                  <a:moveTo>
                    <a:pt x="43764" y="13370"/>
                  </a:moveTo>
                  <a:cubicBezTo>
                    <a:pt x="36155" y="12209"/>
                    <a:pt x="28717" y="10318"/>
                    <a:pt x="21495" y="7738"/>
                  </a:cubicBezTo>
                  <a:cubicBezTo>
                    <a:pt x="14101" y="5847"/>
                    <a:pt x="6921" y="3224"/>
                    <a:pt x="0" y="0"/>
                  </a:cubicBezTo>
                  <a:cubicBezTo>
                    <a:pt x="7609" y="1161"/>
                    <a:pt x="15047" y="3052"/>
                    <a:pt x="22269" y="5632"/>
                  </a:cubicBezTo>
                  <a:cubicBezTo>
                    <a:pt x="29663" y="7523"/>
                    <a:pt x="36843" y="10146"/>
                    <a:pt x="43764" y="1337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3" name="Google Shape;1483;p76"/>
            <p:cNvSpPr/>
            <p:nvPr/>
          </p:nvSpPr>
          <p:spPr>
            <a:xfrm>
              <a:off x="5183523" y="2665211"/>
              <a:ext cx="12553" cy="36714"/>
            </a:xfrm>
            <a:custGeom>
              <a:avLst/>
              <a:gdLst/>
              <a:ahLst/>
              <a:cxnLst/>
              <a:rect l="l" t="t" r="r" b="b"/>
              <a:pathLst>
                <a:path w="12553" h="36714" extrusionOk="0">
                  <a:moveTo>
                    <a:pt x="12553" y="36714"/>
                  </a:moveTo>
                  <a:cubicBezTo>
                    <a:pt x="9458" y="30996"/>
                    <a:pt x="7008" y="24978"/>
                    <a:pt x="5245" y="18701"/>
                  </a:cubicBezTo>
                  <a:cubicBezTo>
                    <a:pt x="2794" y="12682"/>
                    <a:pt x="1032" y="6406"/>
                    <a:pt x="0" y="0"/>
                  </a:cubicBezTo>
                  <a:cubicBezTo>
                    <a:pt x="3138" y="5675"/>
                    <a:pt x="5589" y="11737"/>
                    <a:pt x="7351" y="17970"/>
                  </a:cubicBezTo>
                  <a:cubicBezTo>
                    <a:pt x="9802" y="23989"/>
                    <a:pt x="11522" y="30309"/>
                    <a:pt x="12553" y="36714"/>
                  </a:cubicBezTo>
                  <a:lnTo>
                    <a:pt x="12553" y="3671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4" name="Google Shape;1484;p76"/>
            <p:cNvSpPr/>
            <p:nvPr/>
          </p:nvSpPr>
          <p:spPr>
            <a:xfrm>
              <a:off x="5641894" y="2375968"/>
              <a:ext cx="261100" cy="288692"/>
            </a:xfrm>
            <a:custGeom>
              <a:avLst/>
              <a:gdLst/>
              <a:ahLst/>
              <a:cxnLst/>
              <a:rect l="l" t="t" r="r" b="b"/>
              <a:pathLst>
                <a:path w="261100" h="288692" extrusionOk="0">
                  <a:moveTo>
                    <a:pt x="44318" y="55675"/>
                  </a:moveTo>
                  <a:cubicBezTo>
                    <a:pt x="33398" y="48753"/>
                    <a:pt x="30776" y="32675"/>
                    <a:pt x="36709" y="21282"/>
                  </a:cubicBezTo>
                  <a:cubicBezTo>
                    <a:pt x="43329" y="9890"/>
                    <a:pt x="54937" y="2237"/>
                    <a:pt x="68006" y="646"/>
                  </a:cubicBezTo>
                  <a:cubicBezTo>
                    <a:pt x="86835" y="-2148"/>
                    <a:pt x="105924" y="4215"/>
                    <a:pt x="119251" y="17843"/>
                  </a:cubicBezTo>
                  <a:cubicBezTo>
                    <a:pt x="126301" y="25108"/>
                    <a:pt x="132148" y="34566"/>
                    <a:pt x="141563" y="37919"/>
                  </a:cubicBezTo>
                  <a:cubicBezTo>
                    <a:pt x="150161" y="40800"/>
                    <a:pt x="159232" y="38177"/>
                    <a:pt x="168088" y="39338"/>
                  </a:cubicBezTo>
                  <a:cubicBezTo>
                    <a:pt x="179996" y="41488"/>
                    <a:pt x="190271" y="48882"/>
                    <a:pt x="196075" y="59501"/>
                  </a:cubicBezTo>
                  <a:cubicBezTo>
                    <a:pt x="201707" y="70033"/>
                    <a:pt x="205103" y="81641"/>
                    <a:pt x="206049" y="93592"/>
                  </a:cubicBezTo>
                  <a:cubicBezTo>
                    <a:pt x="207295" y="104426"/>
                    <a:pt x="208156" y="116334"/>
                    <a:pt x="215679" y="124288"/>
                  </a:cubicBezTo>
                  <a:cubicBezTo>
                    <a:pt x="223202" y="132241"/>
                    <a:pt x="234637" y="133660"/>
                    <a:pt x="243794" y="139162"/>
                  </a:cubicBezTo>
                  <a:cubicBezTo>
                    <a:pt x="261249" y="150641"/>
                    <a:pt x="266322" y="173942"/>
                    <a:pt x="255230" y="191654"/>
                  </a:cubicBezTo>
                  <a:cubicBezTo>
                    <a:pt x="251576" y="196942"/>
                    <a:pt x="246632" y="201757"/>
                    <a:pt x="245987" y="208162"/>
                  </a:cubicBezTo>
                  <a:cubicBezTo>
                    <a:pt x="245342" y="214568"/>
                    <a:pt x="249383" y="219168"/>
                    <a:pt x="251146" y="224757"/>
                  </a:cubicBezTo>
                  <a:cubicBezTo>
                    <a:pt x="254757" y="238557"/>
                    <a:pt x="246546" y="252658"/>
                    <a:pt x="232746" y="256269"/>
                  </a:cubicBezTo>
                  <a:cubicBezTo>
                    <a:pt x="231499" y="256613"/>
                    <a:pt x="230210" y="256828"/>
                    <a:pt x="228920" y="256957"/>
                  </a:cubicBezTo>
                  <a:cubicBezTo>
                    <a:pt x="221353" y="257430"/>
                    <a:pt x="213228" y="254463"/>
                    <a:pt x="206436" y="257860"/>
                  </a:cubicBezTo>
                  <a:cubicBezTo>
                    <a:pt x="199643" y="261256"/>
                    <a:pt x="197150" y="269338"/>
                    <a:pt x="192851" y="275529"/>
                  </a:cubicBezTo>
                  <a:cubicBezTo>
                    <a:pt x="183737" y="287867"/>
                    <a:pt x="167228" y="292123"/>
                    <a:pt x="153299" y="285761"/>
                  </a:cubicBezTo>
                  <a:cubicBezTo>
                    <a:pt x="147710" y="283009"/>
                    <a:pt x="142466" y="278495"/>
                    <a:pt x="136103" y="278925"/>
                  </a:cubicBezTo>
                  <a:cubicBezTo>
                    <a:pt x="129741" y="279355"/>
                    <a:pt x="125054" y="284600"/>
                    <a:pt x="118907" y="285804"/>
                  </a:cubicBezTo>
                  <a:cubicBezTo>
                    <a:pt x="110954" y="287351"/>
                    <a:pt x="103387" y="281505"/>
                    <a:pt x="98658" y="274884"/>
                  </a:cubicBezTo>
                  <a:cubicBezTo>
                    <a:pt x="93929" y="268263"/>
                    <a:pt x="90619" y="260525"/>
                    <a:pt x="84557" y="255151"/>
                  </a:cubicBezTo>
                  <a:cubicBezTo>
                    <a:pt x="76604" y="248101"/>
                    <a:pt x="65469" y="246553"/>
                    <a:pt x="55410" y="242899"/>
                  </a:cubicBezTo>
                  <a:cubicBezTo>
                    <a:pt x="12505" y="228067"/>
                    <a:pt x="-10280" y="181293"/>
                    <a:pt x="4509" y="138389"/>
                  </a:cubicBezTo>
                  <a:cubicBezTo>
                    <a:pt x="5755" y="134777"/>
                    <a:pt x="7260" y="131252"/>
                    <a:pt x="9022" y="127813"/>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5" name="Google Shape;1485;p76"/>
            <p:cNvSpPr/>
            <p:nvPr/>
          </p:nvSpPr>
          <p:spPr>
            <a:xfrm>
              <a:off x="5797357" y="2567820"/>
              <a:ext cx="32110" cy="36052"/>
            </a:xfrm>
            <a:custGeom>
              <a:avLst/>
              <a:gdLst/>
              <a:ahLst/>
              <a:cxnLst/>
              <a:rect l="l" t="t" r="r" b="b"/>
              <a:pathLst>
                <a:path w="32110" h="36052" extrusionOk="0">
                  <a:moveTo>
                    <a:pt x="4328" y="6551"/>
                  </a:moveTo>
                  <a:cubicBezTo>
                    <a:pt x="6778" y="3929"/>
                    <a:pt x="9831" y="1908"/>
                    <a:pt x="13184" y="705"/>
                  </a:cubicBezTo>
                  <a:lnTo>
                    <a:pt x="12539" y="705"/>
                  </a:lnTo>
                  <a:cubicBezTo>
                    <a:pt x="13141" y="533"/>
                    <a:pt x="13786" y="447"/>
                    <a:pt x="14431" y="361"/>
                  </a:cubicBezTo>
                  <a:cubicBezTo>
                    <a:pt x="16753" y="-327"/>
                    <a:pt x="19289" y="-26"/>
                    <a:pt x="21352" y="1221"/>
                  </a:cubicBezTo>
                  <a:lnTo>
                    <a:pt x="21352" y="1221"/>
                  </a:lnTo>
                  <a:cubicBezTo>
                    <a:pt x="25222" y="2596"/>
                    <a:pt x="28446" y="5391"/>
                    <a:pt x="30337" y="9002"/>
                  </a:cubicBezTo>
                  <a:cubicBezTo>
                    <a:pt x="33347" y="15579"/>
                    <a:pt x="32487" y="23275"/>
                    <a:pt x="28059" y="28992"/>
                  </a:cubicBezTo>
                  <a:cubicBezTo>
                    <a:pt x="23760" y="35957"/>
                    <a:pt x="14646" y="38149"/>
                    <a:pt x="7639" y="33850"/>
                  </a:cubicBezTo>
                  <a:cubicBezTo>
                    <a:pt x="4070" y="31658"/>
                    <a:pt x="1577" y="28047"/>
                    <a:pt x="846" y="23920"/>
                  </a:cubicBezTo>
                  <a:cubicBezTo>
                    <a:pt x="-1046" y="17901"/>
                    <a:pt x="287" y="11366"/>
                    <a:pt x="4328" y="6551"/>
                  </a:cubicBezTo>
                  <a:lnTo>
                    <a:pt x="4328" y="6551"/>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6" name="Google Shape;1486;p76"/>
            <p:cNvSpPr/>
            <p:nvPr/>
          </p:nvSpPr>
          <p:spPr>
            <a:xfrm>
              <a:off x="5646079" y="2431475"/>
              <a:ext cx="169608" cy="369199"/>
            </a:xfrm>
            <a:custGeom>
              <a:avLst/>
              <a:gdLst/>
              <a:ahLst/>
              <a:cxnLst/>
              <a:rect l="l" t="t" r="r" b="b"/>
              <a:pathLst>
                <a:path w="169608" h="369199" extrusionOk="0">
                  <a:moveTo>
                    <a:pt x="11588" y="258971"/>
                  </a:moveTo>
                  <a:lnTo>
                    <a:pt x="23" y="46081"/>
                  </a:lnTo>
                  <a:cubicBezTo>
                    <a:pt x="-450" y="36709"/>
                    <a:pt x="6343" y="28541"/>
                    <a:pt x="15629" y="27294"/>
                  </a:cubicBezTo>
                  <a:lnTo>
                    <a:pt x="110853" y="339"/>
                  </a:lnTo>
                  <a:cubicBezTo>
                    <a:pt x="141463" y="-3960"/>
                    <a:pt x="162958" y="33442"/>
                    <a:pt x="165752" y="64180"/>
                  </a:cubicBezTo>
                  <a:cubicBezTo>
                    <a:pt x="168891" y="98358"/>
                    <a:pt x="171341" y="140231"/>
                    <a:pt x="168031" y="165853"/>
                  </a:cubicBezTo>
                  <a:cubicBezTo>
                    <a:pt x="161324" y="217442"/>
                    <a:pt x="122160" y="225137"/>
                    <a:pt x="122160" y="225137"/>
                  </a:cubicBezTo>
                  <a:lnTo>
                    <a:pt x="122719" y="254543"/>
                  </a:lnTo>
                  <a:lnTo>
                    <a:pt x="129941" y="369199"/>
                  </a:lnTo>
                  <a:lnTo>
                    <a:pt x="11588" y="258971"/>
                  </a:lnTo>
                  <a:lnTo>
                    <a:pt x="11588" y="258971"/>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7" name="Google Shape;1487;p76"/>
            <p:cNvSpPr/>
            <p:nvPr/>
          </p:nvSpPr>
          <p:spPr>
            <a:xfrm>
              <a:off x="5781604" y="2528719"/>
              <a:ext cx="13118" cy="12674"/>
            </a:xfrm>
            <a:custGeom>
              <a:avLst/>
              <a:gdLst/>
              <a:ahLst/>
              <a:cxnLst/>
              <a:rect l="l" t="t" r="r" b="b"/>
              <a:pathLst>
                <a:path w="13118" h="12674" extrusionOk="0">
                  <a:moveTo>
                    <a:pt x="13117" y="5886"/>
                  </a:moveTo>
                  <a:cubicBezTo>
                    <a:pt x="13202" y="9412"/>
                    <a:pt x="10494" y="12421"/>
                    <a:pt x="6969" y="12636"/>
                  </a:cubicBezTo>
                  <a:cubicBezTo>
                    <a:pt x="3487" y="13023"/>
                    <a:pt x="391" y="10486"/>
                    <a:pt x="4" y="7004"/>
                  </a:cubicBezTo>
                  <a:lnTo>
                    <a:pt x="4" y="6875"/>
                  </a:lnTo>
                  <a:cubicBezTo>
                    <a:pt x="-125" y="3307"/>
                    <a:pt x="2584" y="254"/>
                    <a:pt x="6152" y="40"/>
                  </a:cubicBezTo>
                  <a:cubicBezTo>
                    <a:pt x="9591" y="-347"/>
                    <a:pt x="12686" y="2146"/>
                    <a:pt x="13074" y="5585"/>
                  </a:cubicBezTo>
                  <a:lnTo>
                    <a:pt x="13074" y="5886"/>
                  </a:lnTo>
                  <a:lnTo>
                    <a:pt x="13117" y="588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8" name="Google Shape;1488;p76"/>
            <p:cNvSpPr/>
            <p:nvPr/>
          </p:nvSpPr>
          <p:spPr>
            <a:xfrm>
              <a:off x="5777349" y="2511208"/>
              <a:ext cx="26108" cy="7307"/>
            </a:xfrm>
            <a:custGeom>
              <a:avLst/>
              <a:gdLst/>
              <a:ahLst/>
              <a:cxnLst/>
              <a:rect l="l" t="t" r="r" b="b"/>
              <a:pathLst>
                <a:path w="26108" h="7307" extrusionOk="0">
                  <a:moveTo>
                    <a:pt x="26013" y="6545"/>
                  </a:moveTo>
                  <a:cubicBezTo>
                    <a:pt x="25239" y="7448"/>
                    <a:pt x="20123" y="3880"/>
                    <a:pt x="13116" y="4095"/>
                  </a:cubicBezTo>
                  <a:cubicBezTo>
                    <a:pt x="6108" y="4310"/>
                    <a:pt x="949" y="8007"/>
                    <a:pt x="219" y="7190"/>
                  </a:cubicBezTo>
                  <a:cubicBezTo>
                    <a:pt x="-513" y="6373"/>
                    <a:pt x="648" y="5213"/>
                    <a:pt x="2841" y="3493"/>
                  </a:cubicBezTo>
                  <a:cubicBezTo>
                    <a:pt x="5850" y="1301"/>
                    <a:pt x="9461" y="97"/>
                    <a:pt x="13201" y="11"/>
                  </a:cubicBezTo>
                  <a:cubicBezTo>
                    <a:pt x="16899" y="-118"/>
                    <a:pt x="20510" y="914"/>
                    <a:pt x="23562" y="3020"/>
                  </a:cubicBezTo>
                  <a:cubicBezTo>
                    <a:pt x="25626" y="4611"/>
                    <a:pt x="26400" y="6159"/>
                    <a:pt x="26013" y="6545"/>
                  </a:cubicBezTo>
                  <a:lnTo>
                    <a:pt x="26013" y="654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9" name="Google Shape;1489;p76"/>
            <p:cNvSpPr/>
            <p:nvPr/>
          </p:nvSpPr>
          <p:spPr>
            <a:xfrm>
              <a:off x="5714195" y="2528806"/>
              <a:ext cx="13118" cy="12588"/>
            </a:xfrm>
            <a:custGeom>
              <a:avLst/>
              <a:gdLst/>
              <a:ahLst/>
              <a:cxnLst/>
              <a:rect l="l" t="t" r="r" b="b"/>
              <a:pathLst>
                <a:path w="13118" h="12588" extrusionOk="0">
                  <a:moveTo>
                    <a:pt x="13117" y="5800"/>
                  </a:moveTo>
                  <a:cubicBezTo>
                    <a:pt x="13203" y="9325"/>
                    <a:pt x="10494" y="12334"/>
                    <a:pt x="6969" y="12549"/>
                  </a:cubicBezTo>
                  <a:cubicBezTo>
                    <a:pt x="3487" y="12936"/>
                    <a:pt x="392" y="10400"/>
                    <a:pt x="4" y="6961"/>
                  </a:cubicBezTo>
                  <a:lnTo>
                    <a:pt x="4" y="6874"/>
                  </a:lnTo>
                  <a:cubicBezTo>
                    <a:pt x="-124" y="3306"/>
                    <a:pt x="2584" y="254"/>
                    <a:pt x="6152" y="39"/>
                  </a:cubicBezTo>
                  <a:cubicBezTo>
                    <a:pt x="9635" y="-348"/>
                    <a:pt x="12730" y="2189"/>
                    <a:pt x="13117" y="5671"/>
                  </a:cubicBezTo>
                  <a:lnTo>
                    <a:pt x="13117" y="5800"/>
                  </a:lnTo>
                  <a:lnTo>
                    <a:pt x="13117" y="580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0" name="Google Shape;1490;p76"/>
            <p:cNvSpPr/>
            <p:nvPr/>
          </p:nvSpPr>
          <p:spPr>
            <a:xfrm>
              <a:off x="5707700" y="2514432"/>
              <a:ext cx="26113" cy="7319"/>
            </a:xfrm>
            <a:custGeom>
              <a:avLst/>
              <a:gdLst/>
              <a:ahLst/>
              <a:cxnLst/>
              <a:rect l="l" t="t" r="r" b="b"/>
              <a:pathLst>
                <a:path w="26113" h="7319" extrusionOk="0">
                  <a:moveTo>
                    <a:pt x="26017" y="6588"/>
                  </a:moveTo>
                  <a:cubicBezTo>
                    <a:pt x="25244" y="7448"/>
                    <a:pt x="20128" y="3923"/>
                    <a:pt x="13120" y="4138"/>
                  </a:cubicBezTo>
                  <a:cubicBezTo>
                    <a:pt x="6113" y="4352"/>
                    <a:pt x="954" y="8050"/>
                    <a:pt x="223" y="7190"/>
                  </a:cubicBezTo>
                  <a:cubicBezTo>
                    <a:pt x="-508" y="6330"/>
                    <a:pt x="610" y="5255"/>
                    <a:pt x="2802" y="3536"/>
                  </a:cubicBezTo>
                  <a:cubicBezTo>
                    <a:pt x="5812" y="1343"/>
                    <a:pt x="9423" y="96"/>
                    <a:pt x="13163" y="10"/>
                  </a:cubicBezTo>
                  <a:cubicBezTo>
                    <a:pt x="16860" y="-119"/>
                    <a:pt x="20471" y="956"/>
                    <a:pt x="23524" y="3063"/>
                  </a:cubicBezTo>
                  <a:cubicBezTo>
                    <a:pt x="25631" y="4653"/>
                    <a:pt x="26404" y="6201"/>
                    <a:pt x="26017" y="6588"/>
                  </a:cubicBezTo>
                  <a:lnTo>
                    <a:pt x="26017" y="658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1" name="Google Shape;1491;p76"/>
            <p:cNvSpPr/>
            <p:nvPr/>
          </p:nvSpPr>
          <p:spPr>
            <a:xfrm>
              <a:off x="5756066" y="2513880"/>
              <a:ext cx="22831" cy="59131"/>
            </a:xfrm>
            <a:custGeom>
              <a:avLst/>
              <a:gdLst/>
              <a:ahLst/>
              <a:cxnLst/>
              <a:rect l="l" t="t" r="r" b="b"/>
              <a:pathLst>
                <a:path w="22831" h="59131" extrusionOk="0">
                  <a:moveTo>
                    <a:pt x="4864" y="58988"/>
                  </a:moveTo>
                  <a:cubicBezTo>
                    <a:pt x="8562" y="57698"/>
                    <a:pt x="12430" y="56881"/>
                    <a:pt x="16343" y="56580"/>
                  </a:cubicBezTo>
                  <a:cubicBezTo>
                    <a:pt x="18148" y="56322"/>
                    <a:pt x="19825" y="55935"/>
                    <a:pt x="20126" y="54688"/>
                  </a:cubicBezTo>
                  <a:cubicBezTo>
                    <a:pt x="20212" y="52797"/>
                    <a:pt x="19739" y="50948"/>
                    <a:pt x="18750" y="49358"/>
                  </a:cubicBezTo>
                  <a:cubicBezTo>
                    <a:pt x="16945" y="45058"/>
                    <a:pt x="15010" y="40459"/>
                    <a:pt x="12989" y="35730"/>
                  </a:cubicBezTo>
                  <a:cubicBezTo>
                    <a:pt x="5036" y="16298"/>
                    <a:pt x="-811" y="305"/>
                    <a:pt x="92" y="4"/>
                  </a:cubicBezTo>
                  <a:cubicBezTo>
                    <a:pt x="995" y="-297"/>
                    <a:pt x="8003" y="15180"/>
                    <a:pt x="15999" y="34397"/>
                  </a:cubicBezTo>
                  <a:cubicBezTo>
                    <a:pt x="17890" y="39212"/>
                    <a:pt x="19739" y="43769"/>
                    <a:pt x="21502" y="48154"/>
                  </a:cubicBezTo>
                  <a:cubicBezTo>
                    <a:pt x="22705" y="50303"/>
                    <a:pt x="23092" y="52797"/>
                    <a:pt x="22662" y="55204"/>
                  </a:cubicBezTo>
                  <a:cubicBezTo>
                    <a:pt x="22146" y="56537"/>
                    <a:pt x="21071" y="57526"/>
                    <a:pt x="19739" y="57956"/>
                  </a:cubicBezTo>
                  <a:cubicBezTo>
                    <a:pt x="18750" y="58257"/>
                    <a:pt x="17719" y="58429"/>
                    <a:pt x="16687" y="58472"/>
                  </a:cubicBezTo>
                  <a:cubicBezTo>
                    <a:pt x="12775" y="59116"/>
                    <a:pt x="8819" y="59288"/>
                    <a:pt x="4864" y="58988"/>
                  </a:cubicBezTo>
                  <a:lnTo>
                    <a:pt x="4864" y="5898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2" name="Google Shape;1492;p76"/>
            <p:cNvSpPr/>
            <p:nvPr/>
          </p:nvSpPr>
          <p:spPr>
            <a:xfrm>
              <a:off x="5698895" y="2640276"/>
              <a:ext cx="69601" cy="31792"/>
            </a:xfrm>
            <a:custGeom>
              <a:avLst/>
              <a:gdLst/>
              <a:ahLst/>
              <a:cxnLst/>
              <a:rect l="l" t="t" r="r" b="b"/>
              <a:pathLst>
                <a:path w="69601" h="31792" extrusionOk="0">
                  <a:moveTo>
                    <a:pt x="69344" y="16379"/>
                  </a:moveTo>
                  <a:cubicBezTo>
                    <a:pt x="45140" y="17411"/>
                    <a:pt x="21152" y="11779"/>
                    <a:pt x="0" y="0"/>
                  </a:cubicBezTo>
                  <a:cubicBezTo>
                    <a:pt x="0" y="0"/>
                    <a:pt x="18357" y="37359"/>
                    <a:pt x="69602" y="31082"/>
                  </a:cubicBezTo>
                  <a:lnTo>
                    <a:pt x="69344" y="16379"/>
                  </a:lnTo>
                  <a:lnTo>
                    <a:pt x="69344" y="16379"/>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3" name="Google Shape;1493;p76"/>
            <p:cNvSpPr/>
            <p:nvPr/>
          </p:nvSpPr>
          <p:spPr>
            <a:xfrm>
              <a:off x="5735158" y="2582578"/>
              <a:ext cx="26296" cy="21091"/>
            </a:xfrm>
            <a:custGeom>
              <a:avLst/>
              <a:gdLst/>
              <a:ahLst/>
              <a:cxnLst/>
              <a:rect l="l" t="t" r="r" b="b"/>
              <a:pathLst>
                <a:path w="26296" h="21091" extrusionOk="0">
                  <a:moveTo>
                    <a:pt x="25214" y="7227"/>
                  </a:moveTo>
                  <a:cubicBezTo>
                    <a:pt x="21860" y="2541"/>
                    <a:pt x="16400" y="-124"/>
                    <a:pt x="10640" y="4"/>
                  </a:cubicBezTo>
                  <a:cubicBezTo>
                    <a:pt x="6899" y="176"/>
                    <a:pt x="3460" y="2154"/>
                    <a:pt x="1440" y="5335"/>
                  </a:cubicBezTo>
                  <a:cubicBezTo>
                    <a:pt x="-1484" y="10322"/>
                    <a:pt x="193" y="16728"/>
                    <a:pt x="5137" y="19651"/>
                  </a:cubicBezTo>
                  <a:cubicBezTo>
                    <a:pt x="7673" y="21156"/>
                    <a:pt x="10726" y="21500"/>
                    <a:pt x="13563" y="20597"/>
                  </a:cubicBezTo>
                  <a:cubicBezTo>
                    <a:pt x="17475" y="19221"/>
                    <a:pt x="21000" y="16900"/>
                    <a:pt x="23838" y="13847"/>
                  </a:cubicBezTo>
                  <a:cubicBezTo>
                    <a:pt x="24740" y="13117"/>
                    <a:pt x="25471" y="12171"/>
                    <a:pt x="25987" y="11139"/>
                  </a:cubicBezTo>
                  <a:cubicBezTo>
                    <a:pt x="26503" y="9935"/>
                    <a:pt x="26374" y="8560"/>
                    <a:pt x="25600" y="7528"/>
                  </a:cubicBezTo>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4" name="Google Shape;1494;p76"/>
            <p:cNvSpPr/>
            <p:nvPr/>
          </p:nvSpPr>
          <p:spPr>
            <a:xfrm>
              <a:off x="5731355" y="2587929"/>
              <a:ext cx="28567" cy="13425"/>
            </a:xfrm>
            <a:custGeom>
              <a:avLst/>
              <a:gdLst/>
              <a:ahLst/>
              <a:cxnLst/>
              <a:rect l="l" t="t" r="r" b="b"/>
              <a:pathLst>
                <a:path w="28567" h="13425" extrusionOk="0">
                  <a:moveTo>
                    <a:pt x="28286" y="13398"/>
                  </a:moveTo>
                  <a:cubicBezTo>
                    <a:pt x="27254" y="13914"/>
                    <a:pt x="23987" y="6864"/>
                    <a:pt x="15947" y="4456"/>
                  </a:cubicBezTo>
                  <a:cubicBezTo>
                    <a:pt x="7908" y="2049"/>
                    <a:pt x="557" y="6090"/>
                    <a:pt x="84" y="5101"/>
                  </a:cubicBezTo>
                  <a:cubicBezTo>
                    <a:pt x="-389" y="4112"/>
                    <a:pt x="1158" y="3037"/>
                    <a:pt x="4383" y="1576"/>
                  </a:cubicBezTo>
                  <a:cubicBezTo>
                    <a:pt x="8424" y="-187"/>
                    <a:pt x="12981" y="-488"/>
                    <a:pt x="17237" y="759"/>
                  </a:cubicBezTo>
                  <a:cubicBezTo>
                    <a:pt x="21407" y="1963"/>
                    <a:pt x="24932" y="4714"/>
                    <a:pt x="27082" y="8454"/>
                  </a:cubicBezTo>
                  <a:cubicBezTo>
                    <a:pt x="28802" y="11163"/>
                    <a:pt x="28759" y="13226"/>
                    <a:pt x="28286" y="13398"/>
                  </a:cubicBezTo>
                  <a:lnTo>
                    <a:pt x="28286" y="1339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5" name="Google Shape;1495;p76"/>
            <p:cNvSpPr/>
            <p:nvPr/>
          </p:nvSpPr>
          <p:spPr>
            <a:xfrm>
              <a:off x="5699238" y="2490304"/>
              <a:ext cx="29857" cy="15734"/>
            </a:xfrm>
            <a:custGeom>
              <a:avLst/>
              <a:gdLst/>
              <a:ahLst/>
              <a:cxnLst/>
              <a:rect l="l" t="t" r="r" b="b"/>
              <a:pathLst>
                <a:path w="29857" h="15734" extrusionOk="0">
                  <a:moveTo>
                    <a:pt x="0" y="13520"/>
                  </a:moveTo>
                  <a:cubicBezTo>
                    <a:pt x="0" y="11500"/>
                    <a:pt x="7094" y="10167"/>
                    <a:pt x="14703" y="6685"/>
                  </a:cubicBezTo>
                  <a:cubicBezTo>
                    <a:pt x="22312" y="3202"/>
                    <a:pt x="27987" y="-1054"/>
                    <a:pt x="29578" y="236"/>
                  </a:cubicBezTo>
                  <a:cubicBezTo>
                    <a:pt x="30309" y="881"/>
                    <a:pt x="29578" y="2987"/>
                    <a:pt x="27729" y="5567"/>
                  </a:cubicBezTo>
                  <a:cubicBezTo>
                    <a:pt x="25021" y="8920"/>
                    <a:pt x="21581" y="11543"/>
                    <a:pt x="17627" y="13262"/>
                  </a:cubicBezTo>
                  <a:cubicBezTo>
                    <a:pt x="13714" y="15025"/>
                    <a:pt x="9458" y="15885"/>
                    <a:pt x="5202" y="15713"/>
                  </a:cubicBezTo>
                  <a:cubicBezTo>
                    <a:pt x="2063" y="15455"/>
                    <a:pt x="0" y="14509"/>
                    <a:pt x="0" y="1352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6" name="Google Shape;1496;p76"/>
            <p:cNvSpPr/>
            <p:nvPr/>
          </p:nvSpPr>
          <p:spPr>
            <a:xfrm>
              <a:off x="5778953" y="2491799"/>
              <a:ext cx="23977" cy="9457"/>
            </a:xfrm>
            <a:custGeom>
              <a:avLst/>
              <a:gdLst/>
              <a:ahLst/>
              <a:cxnLst/>
              <a:rect l="l" t="t" r="r" b="b"/>
              <a:pathLst>
                <a:path w="23977" h="9457" extrusionOk="0">
                  <a:moveTo>
                    <a:pt x="206" y="461"/>
                  </a:moveTo>
                  <a:cubicBezTo>
                    <a:pt x="1624" y="-958"/>
                    <a:pt x="6267" y="1278"/>
                    <a:pt x="12071" y="2094"/>
                  </a:cubicBezTo>
                  <a:cubicBezTo>
                    <a:pt x="17875" y="2911"/>
                    <a:pt x="22991" y="2395"/>
                    <a:pt x="23894" y="4201"/>
                  </a:cubicBezTo>
                  <a:cubicBezTo>
                    <a:pt x="24280" y="5061"/>
                    <a:pt x="23335" y="6565"/>
                    <a:pt x="20970" y="7812"/>
                  </a:cubicBezTo>
                  <a:cubicBezTo>
                    <a:pt x="17875" y="9317"/>
                    <a:pt x="14349" y="9790"/>
                    <a:pt x="10953" y="9231"/>
                  </a:cubicBezTo>
                  <a:cubicBezTo>
                    <a:pt x="7557" y="8758"/>
                    <a:pt x="4376" y="7253"/>
                    <a:pt x="1882" y="4932"/>
                  </a:cubicBezTo>
                  <a:cubicBezTo>
                    <a:pt x="-9" y="2911"/>
                    <a:pt x="-268" y="1192"/>
                    <a:pt x="206" y="461"/>
                  </a:cubicBezTo>
                  <a:lnTo>
                    <a:pt x="206" y="4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7" name="Google Shape;1497;p76"/>
            <p:cNvSpPr/>
            <p:nvPr/>
          </p:nvSpPr>
          <p:spPr>
            <a:xfrm>
              <a:off x="5688233" y="2405442"/>
              <a:ext cx="161773" cy="103788"/>
            </a:xfrm>
            <a:custGeom>
              <a:avLst/>
              <a:gdLst/>
              <a:ahLst/>
              <a:cxnLst/>
              <a:rect l="l" t="t" r="r" b="b"/>
              <a:pathLst>
                <a:path w="161773" h="103788" extrusionOk="0">
                  <a:moveTo>
                    <a:pt x="158248" y="79423"/>
                  </a:moveTo>
                  <a:cubicBezTo>
                    <a:pt x="156099" y="71599"/>
                    <a:pt x="151284" y="64721"/>
                    <a:pt x="144664" y="59992"/>
                  </a:cubicBezTo>
                  <a:cubicBezTo>
                    <a:pt x="140794" y="57971"/>
                    <a:pt x="137054" y="55736"/>
                    <a:pt x="133443" y="53328"/>
                  </a:cubicBezTo>
                  <a:cubicBezTo>
                    <a:pt x="126048" y="47352"/>
                    <a:pt x="124329" y="36906"/>
                    <a:pt x="119729" y="28565"/>
                  </a:cubicBezTo>
                  <a:cubicBezTo>
                    <a:pt x="113624" y="17646"/>
                    <a:pt x="102619" y="10337"/>
                    <a:pt x="90194" y="8962"/>
                  </a:cubicBezTo>
                  <a:cubicBezTo>
                    <a:pt x="80006" y="7930"/>
                    <a:pt x="69516" y="10982"/>
                    <a:pt x="59585" y="8446"/>
                  </a:cubicBezTo>
                  <a:cubicBezTo>
                    <a:pt x="52277" y="6597"/>
                    <a:pt x="45871" y="1868"/>
                    <a:pt x="38433" y="449"/>
                  </a:cubicBezTo>
                  <a:cubicBezTo>
                    <a:pt x="23946" y="-2302"/>
                    <a:pt x="10489" y="8059"/>
                    <a:pt x="0" y="18420"/>
                  </a:cubicBezTo>
                  <a:cubicBezTo>
                    <a:pt x="0" y="28780"/>
                    <a:pt x="8211" y="35616"/>
                    <a:pt x="16165" y="42365"/>
                  </a:cubicBezTo>
                  <a:cubicBezTo>
                    <a:pt x="24247" y="48943"/>
                    <a:pt x="34779" y="51694"/>
                    <a:pt x="45054" y="49932"/>
                  </a:cubicBezTo>
                  <a:cubicBezTo>
                    <a:pt x="52964" y="48470"/>
                    <a:pt x="61605" y="44515"/>
                    <a:pt x="68441" y="48728"/>
                  </a:cubicBezTo>
                  <a:cubicBezTo>
                    <a:pt x="75277" y="52941"/>
                    <a:pt x="75922" y="63990"/>
                    <a:pt x="82327" y="69536"/>
                  </a:cubicBezTo>
                  <a:cubicBezTo>
                    <a:pt x="91441" y="77446"/>
                    <a:pt x="105929" y="70008"/>
                    <a:pt x="117536" y="73448"/>
                  </a:cubicBezTo>
                  <a:cubicBezTo>
                    <a:pt x="126478" y="76113"/>
                    <a:pt x="132067" y="84625"/>
                    <a:pt x="138000" y="91848"/>
                  </a:cubicBezTo>
                  <a:cubicBezTo>
                    <a:pt x="143933" y="99070"/>
                    <a:pt x="152832" y="105863"/>
                    <a:pt x="161774" y="103197"/>
                  </a:cubicBezTo>
                  <a:cubicBezTo>
                    <a:pt x="161516" y="95158"/>
                    <a:pt x="160312" y="87205"/>
                    <a:pt x="158248" y="79423"/>
                  </a:cubicBezTo>
                  <a:lnTo>
                    <a:pt x="158248" y="79423"/>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8" name="Google Shape;1498;p76"/>
            <p:cNvSpPr/>
            <p:nvPr/>
          </p:nvSpPr>
          <p:spPr>
            <a:xfrm>
              <a:off x="5557767" y="2405375"/>
              <a:ext cx="181163" cy="249640"/>
            </a:xfrm>
            <a:custGeom>
              <a:avLst/>
              <a:gdLst/>
              <a:ahLst/>
              <a:cxnLst/>
              <a:rect l="l" t="t" r="r" b="b"/>
              <a:pathLst>
                <a:path w="181163" h="249640" extrusionOk="0">
                  <a:moveTo>
                    <a:pt x="180937" y="32845"/>
                  </a:moveTo>
                  <a:cubicBezTo>
                    <a:pt x="174187" y="30910"/>
                    <a:pt x="160344" y="26525"/>
                    <a:pt x="156733" y="20679"/>
                  </a:cubicBezTo>
                  <a:cubicBezTo>
                    <a:pt x="149296" y="7825"/>
                    <a:pt x="135581" y="-43"/>
                    <a:pt x="120750" y="0"/>
                  </a:cubicBezTo>
                  <a:cubicBezTo>
                    <a:pt x="105660" y="1161"/>
                    <a:pt x="93150" y="12124"/>
                    <a:pt x="90011" y="26955"/>
                  </a:cubicBezTo>
                  <a:cubicBezTo>
                    <a:pt x="71999" y="27643"/>
                    <a:pt x="55791" y="38176"/>
                    <a:pt x="47795" y="54340"/>
                  </a:cubicBezTo>
                  <a:cubicBezTo>
                    <a:pt x="46763" y="56404"/>
                    <a:pt x="45860" y="58511"/>
                    <a:pt x="45129" y="60660"/>
                  </a:cubicBezTo>
                  <a:cubicBezTo>
                    <a:pt x="39713" y="70204"/>
                    <a:pt x="38766" y="81682"/>
                    <a:pt x="42636" y="92000"/>
                  </a:cubicBezTo>
                  <a:cubicBezTo>
                    <a:pt x="44957" y="98105"/>
                    <a:pt x="48955" y="104898"/>
                    <a:pt x="45817" y="110658"/>
                  </a:cubicBezTo>
                  <a:cubicBezTo>
                    <a:pt x="42679" y="116419"/>
                    <a:pt x="34510" y="116677"/>
                    <a:pt x="28234" y="118869"/>
                  </a:cubicBezTo>
                  <a:cubicBezTo>
                    <a:pt x="17013" y="123082"/>
                    <a:pt x="10436" y="134776"/>
                    <a:pt x="12585" y="146555"/>
                  </a:cubicBezTo>
                  <a:cubicBezTo>
                    <a:pt x="14090" y="150425"/>
                    <a:pt x="14778" y="154595"/>
                    <a:pt x="14563" y="158765"/>
                  </a:cubicBezTo>
                  <a:cubicBezTo>
                    <a:pt x="13015" y="162806"/>
                    <a:pt x="10522" y="166460"/>
                    <a:pt x="7254" y="169297"/>
                  </a:cubicBezTo>
                  <a:cubicBezTo>
                    <a:pt x="-3708" y="182324"/>
                    <a:pt x="-2075" y="201798"/>
                    <a:pt x="10995" y="212804"/>
                  </a:cubicBezTo>
                  <a:cubicBezTo>
                    <a:pt x="15122" y="216286"/>
                    <a:pt x="20066" y="218608"/>
                    <a:pt x="25353" y="219554"/>
                  </a:cubicBezTo>
                  <a:cubicBezTo>
                    <a:pt x="30254" y="219726"/>
                    <a:pt x="35069" y="220843"/>
                    <a:pt x="39583" y="222778"/>
                  </a:cubicBezTo>
                  <a:cubicBezTo>
                    <a:pt x="44355" y="225701"/>
                    <a:pt x="46462" y="231376"/>
                    <a:pt x="49815" y="235933"/>
                  </a:cubicBezTo>
                  <a:cubicBezTo>
                    <a:pt x="56608" y="244660"/>
                    <a:pt x="68086" y="248228"/>
                    <a:pt x="78662" y="244961"/>
                  </a:cubicBezTo>
                  <a:cubicBezTo>
                    <a:pt x="80725" y="244273"/>
                    <a:pt x="82660" y="243327"/>
                    <a:pt x="84466" y="242081"/>
                  </a:cubicBezTo>
                  <a:cubicBezTo>
                    <a:pt x="88464" y="247326"/>
                    <a:pt x="94826" y="250163"/>
                    <a:pt x="101404" y="249561"/>
                  </a:cubicBezTo>
                  <a:lnTo>
                    <a:pt x="99427" y="136582"/>
                  </a:lnTo>
                  <a:cubicBezTo>
                    <a:pt x="100673" y="139376"/>
                    <a:pt x="103252" y="141354"/>
                    <a:pt x="106262" y="141912"/>
                  </a:cubicBezTo>
                  <a:cubicBezTo>
                    <a:pt x="124404" y="146211"/>
                    <a:pt x="127026" y="108681"/>
                    <a:pt x="122986" y="98535"/>
                  </a:cubicBezTo>
                  <a:cubicBezTo>
                    <a:pt x="129821" y="92946"/>
                    <a:pt x="135969" y="86497"/>
                    <a:pt x="141214" y="79404"/>
                  </a:cubicBezTo>
                  <a:cubicBezTo>
                    <a:pt x="147017" y="68054"/>
                    <a:pt x="149898" y="55458"/>
                    <a:pt x="149553" y="42733"/>
                  </a:cubicBezTo>
                  <a:cubicBezTo>
                    <a:pt x="156088" y="43077"/>
                    <a:pt x="183946" y="33877"/>
                    <a:pt x="180937" y="32845"/>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9" name="Google Shape;1499;p76"/>
            <p:cNvSpPr/>
            <p:nvPr/>
          </p:nvSpPr>
          <p:spPr>
            <a:xfrm>
              <a:off x="5632234" y="2538403"/>
              <a:ext cx="32577" cy="47700"/>
            </a:xfrm>
            <a:custGeom>
              <a:avLst/>
              <a:gdLst/>
              <a:ahLst/>
              <a:cxnLst/>
              <a:rect l="l" t="t" r="r" b="b"/>
              <a:pathLst>
                <a:path w="32577" h="47700" extrusionOk="0">
                  <a:moveTo>
                    <a:pt x="32225" y="10691"/>
                  </a:moveTo>
                  <a:cubicBezTo>
                    <a:pt x="31666" y="-315"/>
                    <a:pt x="18210" y="-2637"/>
                    <a:pt x="8667" y="2866"/>
                  </a:cubicBezTo>
                  <a:cubicBezTo>
                    <a:pt x="3422" y="5876"/>
                    <a:pt x="-577" y="11980"/>
                    <a:pt x="68" y="23674"/>
                  </a:cubicBezTo>
                  <a:cubicBezTo>
                    <a:pt x="1358" y="54842"/>
                    <a:pt x="32354" y="47104"/>
                    <a:pt x="32397" y="46201"/>
                  </a:cubicBezTo>
                  <a:cubicBezTo>
                    <a:pt x="32440" y="45298"/>
                    <a:pt x="32870" y="23588"/>
                    <a:pt x="32225" y="10691"/>
                  </a:cubicBezTo>
                  <a:lnTo>
                    <a:pt x="32225" y="10691"/>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0" name="Google Shape;1500;p76"/>
            <p:cNvSpPr/>
            <p:nvPr/>
          </p:nvSpPr>
          <p:spPr>
            <a:xfrm>
              <a:off x="5640051" y="2548864"/>
              <a:ext cx="14414" cy="27005"/>
            </a:xfrm>
            <a:custGeom>
              <a:avLst/>
              <a:gdLst/>
              <a:ahLst/>
              <a:cxnLst/>
              <a:rect l="l" t="t" r="r" b="b"/>
              <a:pathLst>
                <a:path w="14414" h="27005" extrusionOk="0">
                  <a:moveTo>
                    <a:pt x="14391" y="24390"/>
                  </a:moveTo>
                  <a:cubicBezTo>
                    <a:pt x="14391" y="24390"/>
                    <a:pt x="13876" y="24777"/>
                    <a:pt x="12972" y="25249"/>
                  </a:cubicBezTo>
                  <a:cubicBezTo>
                    <a:pt x="11683" y="25851"/>
                    <a:pt x="10221" y="25937"/>
                    <a:pt x="8889" y="25507"/>
                  </a:cubicBezTo>
                  <a:cubicBezTo>
                    <a:pt x="4676" y="23057"/>
                    <a:pt x="2139" y="18543"/>
                    <a:pt x="2182" y="13685"/>
                  </a:cubicBezTo>
                  <a:cubicBezTo>
                    <a:pt x="2010" y="11019"/>
                    <a:pt x="2440" y="8354"/>
                    <a:pt x="3386" y="5861"/>
                  </a:cubicBezTo>
                  <a:cubicBezTo>
                    <a:pt x="3901" y="3883"/>
                    <a:pt x="5363" y="2292"/>
                    <a:pt x="7298" y="1562"/>
                  </a:cubicBezTo>
                  <a:cubicBezTo>
                    <a:pt x="8587" y="1175"/>
                    <a:pt x="9963" y="1776"/>
                    <a:pt x="10565" y="2937"/>
                  </a:cubicBezTo>
                  <a:cubicBezTo>
                    <a:pt x="11038" y="3797"/>
                    <a:pt x="10866" y="4399"/>
                    <a:pt x="11038" y="4442"/>
                  </a:cubicBezTo>
                  <a:cubicBezTo>
                    <a:pt x="11210" y="4485"/>
                    <a:pt x="11683" y="3926"/>
                    <a:pt x="11339" y="2636"/>
                  </a:cubicBezTo>
                  <a:cubicBezTo>
                    <a:pt x="11167" y="1862"/>
                    <a:pt x="10694" y="1218"/>
                    <a:pt x="10049" y="745"/>
                  </a:cubicBezTo>
                  <a:cubicBezTo>
                    <a:pt x="9189" y="100"/>
                    <a:pt x="8114" y="-115"/>
                    <a:pt x="7040" y="57"/>
                  </a:cubicBezTo>
                  <a:cubicBezTo>
                    <a:pt x="4460" y="702"/>
                    <a:pt x="2354" y="2593"/>
                    <a:pt x="1537" y="5130"/>
                  </a:cubicBezTo>
                  <a:cubicBezTo>
                    <a:pt x="376" y="7838"/>
                    <a:pt x="-139" y="10805"/>
                    <a:pt x="32" y="13728"/>
                  </a:cubicBezTo>
                  <a:cubicBezTo>
                    <a:pt x="463" y="20004"/>
                    <a:pt x="3945" y="25722"/>
                    <a:pt x="8630" y="26840"/>
                  </a:cubicBezTo>
                  <a:cubicBezTo>
                    <a:pt x="10350" y="27270"/>
                    <a:pt x="12156" y="26840"/>
                    <a:pt x="13574" y="25808"/>
                  </a:cubicBezTo>
                  <a:cubicBezTo>
                    <a:pt x="14348" y="25120"/>
                    <a:pt x="14478" y="24433"/>
                    <a:pt x="14391" y="24390"/>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1" name="Google Shape;1501;p76"/>
            <p:cNvSpPr/>
            <p:nvPr/>
          </p:nvSpPr>
          <p:spPr>
            <a:xfrm>
              <a:off x="5620442" y="2432717"/>
              <a:ext cx="74454" cy="151990"/>
            </a:xfrm>
            <a:custGeom>
              <a:avLst/>
              <a:gdLst/>
              <a:ahLst/>
              <a:cxnLst/>
              <a:rect l="l" t="t" r="r" b="b"/>
              <a:pathLst>
                <a:path w="74454" h="151990" extrusionOk="0">
                  <a:moveTo>
                    <a:pt x="74455" y="0"/>
                  </a:moveTo>
                  <a:cubicBezTo>
                    <a:pt x="72048" y="1290"/>
                    <a:pt x="69941" y="3052"/>
                    <a:pt x="68264" y="5202"/>
                  </a:cubicBezTo>
                  <a:cubicBezTo>
                    <a:pt x="64739" y="11779"/>
                    <a:pt x="63879" y="19518"/>
                    <a:pt x="65943" y="26697"/>
                  </a:cubicBezTo>
                  <a:lnTo>
                    <a:pt x="65943" y="27471"/>
                  </a:lnTo>
                  <a:lnTo>
                    <a:pt x="65169" y="27471"/>
                  </a:lnTo>
                  <a:cubicBezTo>
                    <a:pt x="56055" y="29921"/>
                    <a:pt x="48660" y="36456"/>
                    <a:pt x="45092" y="45183"/>
                  </a:cubicBezTo>
                  <a:cubicBezTo>
                    <a:pt x="44147" y="47591"/>
                    <a:pt x="43588" y="50170"/>
                    <a:pt x="43502" y="52793"/>
                  </a:cubicBezTo>
                  <a:cubicBezTo>
                    <a:pt x="43545" y="55544"/>
                    <a:pt x="43888" y="58295"/>
                    <a:pt x="44447" y="61004"/>
                  </a:cubicBezTo>
                  <a:cubicBezTo>
                    <a:pt x="45092" y="63927"/>
                    <a:pt x="45479" y="66893"/>
                    <a:pt x="45651" y="69903"/>
                  </a:cubicBezTo>
                  <a:cubicBezTo>
                    <a:pt x="45866" y="73170"/>
                    <a:pt x="45006" y="76394"/>
                    <a:pt x="43201" y="79103"/>
                  </a:cubicBezTo>
                  <a:cubicBezTo>
                    <a:pt x="39117" y="84219"/>
                    <a:pt x="33786" y="88217"/>
                    <a:pt x="27724" y="90710"/>
                  </a:cubicBezTo>
                  <a:cubicBezTo>
                    <a:pt x="22393" y="93032"/>
                    <a:pt x="17492" y="96213"/>
                    <a:pt x="13236" y="100168"/>
                  </a:cubicBezTo>
                  <a:cubicBezTo>
                    <a:pt x="6186" y="107090"/>
                    <a:pt x="2059" y="116419"/>
                    <a:pt x="1629" y="126307"/>
                  </a:cubicBezTo>
                  <a:cubicBezTo>
                    <a:pt x="1414" y="132970"/>
                    <a:pt x="2790" y="139591"/>
                    <a:pt x="5713" y="145566"/>
                  </a:cubicBezTo>
                  <a:cubicBezTo>
                    <a:pt x="7776" y="149865"/>
                    <a:pt x="9539" y="151843"/>
                    <a:pt x="9367" y="151972"/>
                  </a:cubicBezTo>
                  <a:cubicBezTo>
                    <a:pt x="9195" y="152101"/>
                    <a:pt x="8851" y="151542"/>
                    <a:pt x="8034" y="150553"/>
                  </a:cubicBezTo>
                  <a:cubicBezTo>
                    <a:pt x="6874" y="149092"/>
                    <a:pt x="5842" y="147587"/>
                    <a:pt x="4939" y="145953"/>
                  </a:cubicBezTo>
                  <a:cubicBezTo>
                    <a:pt x="-3659" y="130434"/>
                    <a:pt x="-822" y="111088"/>
                    <a:pt x="11818" y="98664"/>
                  </a:cubicBezTo>
                  <a:cubicBezTo>
                    <a:pt x="16203" y="94536"/>
                    <a:pt x="21232" y="91140"/>
                    <a:pt x="26735" y="88690"/>
                  </a:cubicBezTo>
                  <a:cubicBezTo>
                    <a:pt x="32453" y="86368"/>
                    <a:pt x="37483" y="82628"/>
                    <a:pt x="41352" y="77813"/>
                  </a:cubicBezTo>
                  <a:cubicBezTo>
                    <a:pt x="44792" y="73084"/>
                    <a:pt x="43243" y="66893"/>
                    <a:pt x="42341" y="61305"/>
                  </a:cubicBezTo>
                  <a:cubicBezTo>
                    <a:pt x="41739" y="58467"/>
                    <a:pt x="41438" y="55587"/>
                    <a:pt x="41395" y="52706"/>
                  </a:cubicBezTo>
                  <a:cubicBezTo>
                    <a:pt x="41524" y="49826"/>
                    <a:pt x="42126" y="47032"/>
                    <a:pt x="43201" y="44366"/>
                  </a:cubicBezTo>
                  <a:cubicBezTo>
                    <a:pt x="47027" y="35166"/>
                    <a:pt x="55023" y="28288"/>
                    <a:pt x="64696" y="25880"/>
                  </a:cubicBezTo>
                  <a:lnTo>
                    <a:pt x="64094" y="26826"/>
                  </a:lnTo>
                  <a:cubicBezTo>
                    <a:pt x="62246" y="17239"/>
                    <a:pt x="63707" y="8813"/>
                    <a:pt x="67276" y="4385"/>
                  </a:cubicBezTo>
                  <a:cubicBezTo>
                    <a:pt x="68565" y="2708"/>
                    <a:pt x="70199" y="1333"/>
                    <a:pt x="72134" y="430"/>
                  </a:cubicBezTo>
                  <a:cubicBezTo>
                    <a:pt x="72907" y="215"/>
                    <a:pt x="73681" y="43"/>
                    <a:pt x="74455" y="0"/>
                  </a:cubicBez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2" name="Google Shape;1502;p76"/>
            <p:cNvSpPr/>
            <p:nvPr/>
          </p:nvSpPr>
          <p:spPr>
            <a:xfrm>
              <a:off x="5638437" y="2578425"/>
              <a:ext cx="32113" cy="36035"/>
            </a:xfrm>
            <a:custGeom>
              <a:avLst/>
              <a:gdLst/>
              <a:ahLst/>
              <a:cxnLst/>
              <a:rect l="l" t="t" r="r" b="b"/>
              <a:pathLst>
                <a:path w="32113" h="36035" extrusionOk="0">
                  <a:moveTo>
                    <a:pt x="4355" y="6479"/>
                  </a:moveTo>
                  <a:cubicBezTo>
                    <a:pt x="6806" y="3857"/>
                    <a:pt x="9815" y="1879"/>
                    <a:pt x="13211" y="675"/>
                  </a:cubicBezTo>
                  <a:lnTo>
                    <a:pt x="12523" y="675"/>
                  </a:lnTo>
                  <a:cubicBezTo>
                    <a:pt x="13168" y="503"/>
                    <a:pt x="13813" y="417"/>
                    <a:pt x="14458" y="331"/>
                  </a:cubicBezTo>
                  <a:cubicBezTo>
                    <a:pt x="16779" y="-313"/>
                    <a:pt x="19273" y="-13"/>
                    <a:pt x="21380" y="1191"/>
                  </a:cubicBezTo>
                  <a:lnTo>
                    <a:pt x="21380" y="1191"/>
                  </a:lnTo>
                  <a:cubicBezTo>
                    <a:pt x="25249" y="2567"/>
                    <a:pt x="28430" y="5361"/>
                    <a:pt x="30322" y="8973"/>
                  </a:cubicBezTo>
                  <a:cubicBezTo>
                    <a:pt x="33374" y="15550"/>
                    <a:pt x="32471" y="23245"/>
                    <a:pt x="28043" y="28963"/>
                  </a:cubicBezTo>
                  <a:cubicBezTo>
                    <a:pt x="23787" y="35928"/>
                    <a:pt x="14673" y="38120"/>
                    <a:pt x="7709" y="33864"/>
                  </a:cubicBezTo>
                  <a:cubicBezTo>
                    <a:pt x="4097" y="31672"/>
                    <a:pt x="1604" y="28017"/>
                    <a:pt x="873" y="23890"/>
                  </a:cubicBezTo>
                  <a:cubicBezTo>
                    <a:pt x="-1062" y="17872"/>
                    <a:pt x="271" y="11294"/>
                    <a:pt x="4355" y="6479"/>
                  </a:cubicBezTo>
                  <a:lnTo>
                    <a:pt x="4355" y="6479"/>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3" name="Google Shape;1503;p76"/>
            <p:cNvSpPr/>
            <p:nvPr/>
          </p:nvSpPr>
          <p:spPr>
            <a:xfrm>
              <a:off x="5858132" y="2725226"/>
              <a:ext cx="89291" cy="369031"/>
            </a:xfrm>
            <a:custGeom>
              <a:avLst/>
              <a:gdLst/>
              <a:ahLst/>
              <a:cxnLst/>
              <a:rect l="l" t="t" r="r" b="b"/>
              <a:pathLst>
                <a:path w="89291" h="369031" extrusionOk="0">
                  <a:moveTo>
                    <a:pt x="53050" y="106230"/>
                  </a:moveTo>
                  <a:cubicBezTo>
                    <a:pt x="46430" y="57779"/>
                    <a:pt x="41916" y="10533"/>
                    <a:pt x="0" y="0"/>
                  </a:cubicBezTo>
                  <a:lnTo>
                    <a:pt x="473" y="369032"/>
                  </a:lnTo>
                  <a:lnTo>
                    <a:pt x="89291" y="369032"/>
                  </a:lnTo>
                  <a:cubicBezTo>
                    <a:pt x="89291" y="369032"/>
                    <a:pt x="63540" y="182796"/>
                    <a:pt x="53050" y="106230"/>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4" name="Google Shape;1504;p76"/>
            <p:cNvSpPr/>
            <p:nvPr/>
          </p:nvSpPr>
          <p:spPr>
            <a:xfrm>
              <a:off x="5587420" y="2684170"/>
              <a:ext cx="297565" cy="411721"/>
            </a:xfrm>
            <a:custGeom>
              <a:avLst/>
              <a:gdLst/>
              <a:ahLst/>
              <a:cxnLst/>
              <a:rect l="l" t="t" r="r" b="b"/>
              <a:pathLst>
                <a:path w="297565" h="411721" extrusionOk="0">
                  <a:moveTo>
                    <a:pt x="286318" y="271572"/>
                  </a:moveTo>
                  <a:cubicBezTo>
                    <a:pt x="287264" y="269251"/>
                    <a:pt x="288210" y="266886"/>
                    <a:pt x="289069" y="264522"/>
                  </a:cubicBezTo>
                  <a:cubicBezTo>
                    <a:pt x="305750" y="219209"/>
                    <a:pt x="295647" y="177981"/>
                    <a:pt x="277935" y="133056"/>
                  </a:cubicBezTo>
                  <a:lnTo>
                    <a:pt x="246079" y="24892"/>
                  </a:lnTo>
                  <a:lnTo>
                    <a:pt x="180002" y="2407"/>
                  </a:lnTo>
                  <a:lnTo>
                    <a:pt x="183226" y="98879"/>
                  </a:lnTo>
                  <a:lnTo>
                    <a:pt x="70720" y="0"/>
                  </a:lnTo>
                  <a:lnTo>
                    <a:pt x="0" y="32286"/>
                  </a:lnTo>
                  <a:lnTo>
                    <a:pt x="7868" y="46258"/>
                  </a:lnTo>
                  <a:lnTo>
                    <a:pt x="36886" y="319636"/>
                  </a:lnTo>
                  <a:lnTo>
                    <a:pt x="2794" y="411722"/>
                  </a:lnTo>
                  <a:lnTo>
                    <a:pt x="282535" y="410346"/>
                  </a:lnTo>
                  <a:lnTo>
                    <a:pt x="270068" y="314391"/>
                  </a:lnTo>
                  <a:lnTo>
                    <a:pt x="286318" y="271572"/>
                  </a:lnTo>
                  <a:lnTo>
                    <a:pt x="286318" y="271572"/>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5" name="Google Shape;1505;p76"/>
            <p:cNvSpPr/>
            <p:nvPr/>
          </p:nvSpPr>
          <p:spPr>
            <a:xfrm>
              <a:off x="5529831" y="2746936"/>
              <a:ext cx="105609" cy="349213"/>
            </a:xfrm>
            <a:custGeom>
              <a:avLst/>
              <a:gdLst/>
              <a:ahLst/>
              <a:cxnLst/>
              <a:rect l="l" t="t" r="r" b="b"/>
              <a:pathLst>
                <a:path w="105609" h="349213" extrusionOk="0">
                  <a:moveTo>
                    <a:pt x="88070" y="81854"/>
                  </a:moveTo>
                  <a:lnTo>
                    <a:pt x="96066" y="110572"/>
                  </a:lnTo>
                  <a:lnTo>
                    <a:pt x="105610" y="349213"/>
                  </a:lnTo>
                  <a:lnTo>
                    <a:pt x="22294" y="348697"/>
                  </a:lnTo>
                  <a:lnTo>
                    <a:pt x="16705" y="276516"/>
                  </a:lnTo>
                  <a:lnTo>
                    <a:pt x="3163" y="131079"/>
                  </a:lnTo>
                  <a:cubicBezTo>
                    <a:pt x="-4575" y="67624"/>
                    <a:pt x="1100" y="31727"/>
                    <a:pt x="28957" y="0"/>
                  </a:cubicBezTo>
                  <a:lnTo>
                    <a:pt x="88070" y="81854"/>
                  </a:lnTo>
                  <a:lnTo>
                    <a:pt x="88070" y="81854"/>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6" name="Google Shape;1506;p76"/>
            <p:cNvSpPr/>
            <p:nvPr/>
          </p:nvSpPr>
          <p:spPr>
            <a:xfrm>
              <a:off x="5526709" y="2716155"/>
              <a:ext cx="126443" cy="190276"/>
            </a:xfrm>
            <a:custGeom>
              <a:avLst/>
              <a:gdLst/>
              <a:ahLst/>
              <a:cxnLst/>
              <a:rect l="l" t="t" r="r" b="b"/>
              <a:pathLst>
                <a:path w="126443" h="190276" extrusionOk="0">
                  <a:moveTo>
                    <a:pt x="104260" y="50170"/>
                  </a:moveTo>
                  <a:lnTo>
                    <a:pt x="126443" y="184989"/>
                  </a:lnTo>
                  <a:lnTo>
                    <a:pt x="395" y="190277"/>
                  </a:lnTo>
                  <a:cubicBezTo>
                    <a:pt x="395" y="190277"/>
                    <a:pt x="-3518" y="104295"/>
                    <a:pt x="13292" y="57006"/>
                  </a:cubicBezTo>
                  <a:cubicBezTo>
                    <a:pt x="30101" y="9716"/>
                    <a:pt x="61226" y="0"/>
                    <a:pt x="61226" y="0"/>
                  </a:cubicBezTo>
                  <a:lnTo>
                    <a:pt x="104260" y="50170"/>
                  </a:lnTo>
                  <a:lnTo>
                    <a:pt x="104260" y="5017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7" name="Google Shape;1507;p76"/>
            <p:cNvSpPr/>
            <p:nvPr/>
          </p:nvSpPr>
          <p:spPr>
            <a:xfrm>
              <a:off x="5527104" y="2768002"/>
              <a:ext cx="113882" cy="138773"/>
            </a:xfrm>
            <a:custGeom>
              <a:avLst/>
              <a:gdLst/>
              <a:ahLst/>
              <a:cxnLst/>
              <a:rect l="l" t="t" r="r" b="b"/>
              <a:pathLst>
                <a:path w="113882" h="138773" extrusionOk="0">
                  <a:moveTo>
                    <a:pt x="0" y="138430"/>
                  </a:moveTo>
                  <a:cubicBezTo>
                    <a:pt x="731" y="138215"/>
                    <a:pt x="1505" y="138129"/>
                    <a:pt x="2278" y="138129"/>
                  </a:cubicBezTo>
                  <a:lnTo>
                    <a:pt x="8727" y="137613"/>
                  </a:lnTo>
                  <a:lnTo>
                    <a:pt x="32673" y="136237"/>
                  </a:lnTo>
                  <a:lnTo>
                    <a:pt x="112764" y="132282"/>
                  </a:lnTo>
                  <a:lnTo>
                    <a:pt x="111690" y="133486"/>
                  </a:lnTo>
                  <a:cubicBezTo>
                    <a:pt x="111690" y="130176"/>
                    <a:pt x="111217" y="126650"/>
                    <a:pt x="111002" y="123082"/>
                  </a:cubicBezTo>
                  <a:cubicBezTo>
                    <a:pt x="108809" y="89249"/>
                    <a:pt x="106703" y="58596"/>
                    <a:pt x="105413" y="36069"/>
                  </a:cubicBezTo>
                  <a:cubicBezTo>
                    <a:pt x="104811" y="25150"/>
                    <a:pt x="104338" y="16207"/>
                    <a:pt x="103951" y="9673"/>
                  </a:cubicBezTo>
                  <a:cubicBezTo>
                    <a:pt x="103951" y="6793"/>
                    <a:pt x="103951" y="4385"/>
                    <a:pt x="103693" y="2494"/>
                  </a:cubicBezTo>
                  <a:cubicBezTo>
                    <a:pt x="103607" y="1677"/>
                    <a:pt x="103607" y="817"/>
                    <a:pt x="103693" y="0"/>
                  </a:cubicBezTo>
                  <a:cubicBezTo>
                    <a:pt x="103951" y="817"/>
                    <a:pt x="104080" y="1634"/>
                    <a:pt x="104123" y="2450"/>
                  </a:cubicBezTo>
                  <a:cubicBezTo>
                    <a:pt x="104123" y="4342"/>
                    <a:pt x="104510" y="6750"/>
                    <a:pt x="104811" y="9630"/>
                  </a:cubicBezTo>
                  <a:cubicBezTo>
                    <a:pt x="105327" y="16165"/>
                    <a:pt x="106058" y="25064"/>
                    <a:pt x="106961" y="35940"/>
                  </a:cubicBezTo>
                  <a:cubicBezTo>
                    <a:pt x="108551" y="58510"/>
                    <a:pt x="110744" y="89120"/>
                    <a:pt x="113194" y="122953"/>
                  </a:cubicBezTo>
                  <a:cubicBezTo>
                    <a:pt x="113409" y="126522"/>
                    <a:pt x="113667" y="130047"/>
                    <a:pt x="113882" y="133314"/>
                  </a:cubicBezTo>
                  <a:lnTo>
                    <a:pt x="113882" y="134475"/>
                  </a:lnTo>
                  <a:lnTo>
                    <a:pt x="112721" y="134475"/>
                  </a:lnTo>
                  <a:lnTo>
                    <a:pt x="32587" y="137699"/>
                  </a:lnTo>
                  <a:lnTo>
                    <a:pt x="8641" y="138430"/>
                  </a:lnTo>
                  <a:lnTo>
                    <a:pt x="2235" y="138774"/>
                  </a:lnTo>
                  <a:cubicBezTo>
                    <a:pt x="1462" y="138774"/>
                    <a:pt x="731" y="138645"/>
                    <a:pt x="0" y="138430"/>
                  </a:cubicBezTo>
                  <a:lnTo>
                    <a:pt x="0" y="13843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8" name="Google Shape;1508;p76"/>
            <p:cNvSpPr/>
            <p:nvPr/>
          </p:nvSpPr>
          <p:spPr>
            <a:xfrm>
              <a:off x="5826642" y="2708925"/>
              <a:ext cx="55010" cy="147895"/>
            </a:xfrm>
            <a:custGeom>
              <a:avLst/>
              <a:gdLst/>
              <a:ahLst/>
              <a:cxnLst/>
              <a:rect l="l" t="t" r="r" b="b"/>
              <a:pathLst>
                <a:path w="55010" h="147895" extrusionOk="0">
                  <a:moveTo>
                    <a:pt x="106" y="2544"/>
                  </a:moveTo>
                  <a:cubicBezTo>
                    <a:pt x="10252" y="-5410"/>
                    <a:pt x="21602" y="7789"/>
                    <a:pt x="22419" y="8219"/>
                  </a:cubicBezTo>
                  <a:lnTo>
                    <a:pt x="22419" y="8219"/>
                  </a:lnTo>
                  <a:cubicBezTo>
                    <a:pt x="25514" y="5252"/>
                    <a:pt x="30458" y="5338"/>
                    <a:pt x="33424" y="8433"/>
                  </a:cubicBezTo>
                  <a:cubicBezTo>
                    <a:pt x="33596" y="8605"/>
                    <a:pt x="33725" y="8734"/>
                    <a:pt x="33854" y="8906"/>
                  </a:cubicBezTo>
                  <a:cubicBezTo>
                    <a:pt x="38067" y="5940"/>
                    <a:pt x="43828" y="6972"/>
                    <a:pt x="46794" y="11185"/>
                  </a:cubicBezTo>
                  <a:cubicBezTo>
                    <a:pt x="48729" y="13936"/>
                    <a:pt x="49030" y="17505"/>
                    <a:pt x="47568" y="20514"/>
                  </a:cubicBezTo>
                  <a:cubicBezTo>
                    <a:pt x="50234" y="18794"/>
                    <a:pt x="54017" y="21245"/>
                    <a:pt x="54834" y="24297"/>
                  </a:cubicBezTo>
                  <a:cubicBezTo>
                    <a:pt x="55306" y="27478"/>
                    <a:pt x="54834" y="30703"/>
                    <a:pt x="53372" y="33583"/>
                  </a:cubicBezTo>
                  <a:cubicBezTo>
                    <a:pt x="42624" y="61699"/>
                    <a:pt x="40690" y="119779"/>
                    <a:pt x="29942" y="147895"/>
                  </a:cubicBezTo>
                  <a:cubicBezTo>
                    <a:pt x="25428" y="112729"/>
                    <a:pt x="-1914" y="38054"/>
                    <a:pt x="106" y="2544"/>
                  </a:cubicBezTo>
                  <a:lnTo>
                    <a:pt x="106" y="2544"/>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9" name="Google Shape;1509;p76"/>
            <p:cNvSpPr/>
            <p:nvPr/>
          </p:nvSpPr>
          <p:spPr>
            <a:xfrm>
              <a:off x="5914493" y="2723764"/>
              <a:ext cx="32286" cy="56102"/>
            </a:xfrm>
            <a:custGeom>
              <a:avLst/>
              <a:gdLst/>
              <a:ahLst/>
              <a:cxnLst/>
              <a:rect l="l" t="t" r="r" b="b"/>
              <a:pathLst>
                <a:path w="32286" h="56102" extrusionOk="0">
                  <a:moveTo>
                    <a:pt x="32286" y="0"/>
                  </a:moveTo>
                  <a:cubicBezTo>
                    <a:pt x="27901" y="9845"/>
                    <a:pt x="22871" y="19389"/>
                    <a:pt x="17196" y="28589"/>
                  </a:cubicBezTo>
                  <a:cubicBezTo>
                    <a:pt x="12123" y="38176"/>
                    <a:pt x="6363" y="47333"/>
                    <a:pt x="0" y="56103"/>
                  </a:cubicBezTo>
                  <a:cubicBezTo>
                    <a:pt x="4385" y="46215"/>
                    <a:pt x="9415" y="36671"/>
                    <a:pt x="15090" y="27471"/>
                  </a:cubicBezTo>
                  <a:cubicBezTo>
                    <a:pt x="20162" y="17927"/>
                    <a:pt x="25924" y="8727"/>
                    <a:pt x="32286" y="0"/>
                  </a:cubicBezTo>
                  <a:lnTo>
                    <a:pt x="3228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0" name="Google Shape;1510;p76"/>
            <p:cNvSpPr/>
            <p:nvPr/>
          </p:nvSpPr>
          <p:spPr>
            <a:xfrm>
              <a:off x="5919050" y="2783134"/>
              <a:ext cx="66807" cy="9458"/>
            </a:xfrm>
            <a:custGeom>
              <a:avLst/>
              <a:gdLst/>
              <a:ahLst/>
              <a:cxnLst/>
              <a:rect l="l" t="t" r="r" b="b"/>
              <a:pathLst>
                <a:path w="66807" h="9458" extrusionOk="0">
                  <a:moveTo>
                    <a:pt x="66808" y="0"/>
                  </a:moveTo>
                  <a:cubicBezTo>
                    <a:pt x="55888" y="2666"/>
                    <a:pt x="44753" y="4643"/>
                    <a:pt x="33576" y="5847"/>
                  </a:cubicBezTo>
                  <a:cubicBezTo>
                    <a:pt x="22484" y="7781"/>
                    <a:pt x="11264" y="8985"/>
                    <a:pt x="0" y="9458"/>
                  </a:cubicBezTo>
                  <a:cubicBezTo>
                    <a:pt x="10963" y="6793"/>
                    <a:pt x="22054" y="4815"/>
                    <a:pt x="33275" y="3611"/>
                  </a:cubicBezTo>
                  <a:cubicBezTo>
                    <a:pt x="44367" y="1677"/>
                    <a:pt x="55544" y="473"/>
                    <a:pt x="66808" y="0"/>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1" name="Google Shape;1511;p76"/>
            <p:cNvSpPr/>
            <p:nvPr/>
          </p:nvSpPr>
          <p:spPr>
            <a:xfrm>
              <a:off x="5921371" y="2808198"/>
              <a:ext cx="57306" cy="19216"/>
            </a:xfrm>
            <a:custGeom>
              <a:avLst/>
              <a:gdLst/>
              <a:ahLst/>
              <a:cxnLst/>
              <a:rect l="l" t="t" r="r" b="b"/>
              <a:pathLst>
                <a:path w="57306" h="19216" extrusionOk="0">
                  <a:moveTo>
                    <a:pt x="57306" y="19217"/>
                  </a:moveTo>
                  <a:cubicBezTo>
                    <a:pt x="37746" y="14230"/>
                    <a:pt x="18615" y="7824"/>
                    <a:pt x="0" y="0"/>
                  </a:cubicBezTo>
                  <a:cubicBezTo>
                    <a:pt x="9888" y="2150"/>
                    <a:pt x="19561" y="5030"/>
                    <a:pt x="29019" y="8598"/>
                  </a:cubicBezTo>
                  <a:cubicBezTo>
                    <a:pt x="38692" y="11436"/>
                    <a:pt x="48149" y="14961"/>
                    <a:pt x="57306" y="1921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2" name="Google Shape;1512;p76"/>
            <p:cNvSpPr/>
            <p:nvPr/>
          </p:nvSpPr>
          <p:spPr>
            <a:xfrm>
              <a:off x="5851125" y="2752611"/>
              <a:ext cx="9328" cy="75319"/>
            </a:xfrm>
            <a:custGeom>
              <a:avLst/>
              <a:gdLst/>
              <a:ahLst/>
              <a:cxnLst/>
              <a:rect l="l" t="t" r="r" b="b"/>
              <a:pathLst>
                <a:path w="9328" h="75319" extrusionOk="0">
                  <a:moveTo>
                    <a:pt x="2666" y="0"/>
                  </a:moveTo>
                  <a:cubicBezTo>
                    <a:pt x="2752" y="3697"/>
                    <a:pt x="2623" y="7437"/>
                    <a:pt x="2193" y="11135"/>
                  </a:cubicBezTo>
                  <a:cubicBezTo>
                    <a:pt x="1247" y="29019"/>
                    <a:pt x="2837" y="46946"/>
                    <a:pt x="6922" y="64400"/>
                  </a:cubicBezTo>
                  <a:cubicBezTo>
                    <a:pt x="7996" y="67968"/>
                    <a:pt x="8770" y="71622"/>
                    <a:pt x="9329" y="75320"/>
                  </a:cubicBezTo>
                  <a:cubicBezTo>
                    <a:pt x="7567" y="72009"/>
                    <a:pt x="6234" y="68484"/>
                    <a:pt x="5374" y="64830"/>
                  </a:cubicBezTo>
                  <a:cubicBezTo>
                    <a:pt x="2966" y="56103"/>
                    <a:pt x="1376" y="47161"/>
                    <a:pt x="645" y="38133"/>
                  </a:cubicBezTo>
                  <a:cubicBezTo>
                    <a:pt x="-215" y="29105"/>
                    <a:pt x="-215" y="20077"/>
                    <a:pt x="645" y="11049"/>
                  </a:cubicBezTo>
                  <a:cubicBezTo>
                    <a:pt x="817" y="7308"/>
                    <a:pt x="1505" y="3568"/>
                    <a:pt x="2666" y="0"/>
                  </a:cubicBezTo>
                  <a:lnTo>
                    <a:pt x="266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3" name="Google Shape;1513;p76"/>
            <p:cNvSpPr/>
            <p:nvPr/>
          </p:nvSpPr>
          <p:spPr>
            <a:xfrm>
              <a:off x="5863308" y="2741390"/>
              <a:ext cx="6388" cy="40239"/>
            </a:xfrm>
            <a:custGeom>
              <a:avLst/>
              <a:gdLst/>
              <a:ahLst/>
              <a:cxnLst/>
              <a:rect l="l" t="t" r="r" b="b"/>
              <a:pathLst>
                <a:path w="6388" h="40239" extrusionOk="0">
                  <a:moveTo>
                    <a:pt x="498" y="40239"/>
                  </a:moveTo>
                  <a:cubicBezTo>
                    <a:pt x="-361" y="33447"/>
                    <a:pt x="-103" y="26525"/>
                    <a:pt x="1229" y="19819"/>
                  </a:cubicBezTo>
                  <a:cubicBezTo>
                    <a:pt x="1831" y="12983"/>
                    <a:pt x="3594" y="6277"/>
                    <a:pt x="6388" y="0"/>
                  </a:cubicBezTo>
                  <a:cubicBezTo>
                    <a:pt x="5786" y="6750"/>
                    <a:pt x="4798" y="13456"/>
                    <a:pt x="3422" y="20120"/>
                  </a:cubicBezTo>
                  <a:cubicBezTo>
                    <a:pt x="2820" y="26869"/>
                    <a:pt x="1874" y="33576"/>
                    <a:pt x="498" y="40239"/>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4" name="Google Shape;1514;p76"/>
            <p:cNvSpPr/>
            <p:nvPr/>
          </p:nvSpPr>
          <p:spPr>
            <a:xfrm>
              <a:off x="5838915" y="2730471"/>
              <a:ext cx="6878" cy="68871"/>
            </a:xfrm>
            <a:custGeom>
              <a:avLst/>
              <a:gdLst/>
              <a:ahLst/>
              <a:cxnLst/>
              <a:rect l="l" t="t" r="r" b="b"/>
              <a:pathLst>
                <a:path w="6878" h="68871" extrusionOk="0">
                  <a:moveTo>
                    <a:pt x="6879" y="68871"/>
                  </a:moveTo>
                  <a:cubicBezTo>
                    <a:pt x="6879" y="68871"/>
                    <a:pt x="5847" y="68527"/>
                    <a:pt x="4557" y="67194"/>
                  </a:cubicBezTo>
                  <a:cubicBezTo>
                    <a:pt x="2838" y="65217"/>
                    <a:pt x="1677" y="62809"/>
                    <a:pt x="1118" y="60230"/>
                  </a:cubicBezTo>
                  <a:cubicBezTo>
                    <a:pt x="344" y="56490"/>
                    <a:pt x="0" y="52707"/>
                    <a:pt x="0" y="48881"/>
                  </a:cubicBezTo>
                  <a:lnTo>
                    <a:pt x="0" y="35123"/>
                  </a:lnTo>
                  <a:cubicBezTo>
                    <a:pt x="215" y="26783"/>
                    <a:pt x="903" y="18443"/>
                    <a:pt x="2064" y="10146"/>
                  </a:cubicBezTo>
                  <a:cubicBezTo>
                    <a:pt x="2322" y="6707"/>
                    <a:pt x="3053" y="3267"/>
                    <a:pt x="4170" y="0"/>
                  </a:cubicBezTo>
                  <a:cubicBezTo>
                    <a:pt x="4299" y="3439"/>
                    <a:pt x="4127" y="6879"/>
                    <a:pt x="3655" y="10318"/>
                  </a:cubicBezTo>
                  <a:cubicBezTo>
                    <a:pt x="3139" y="16680"/>
                    <a:pt x="2494" y="25451"/>
                    <a:pt x="2236" y="35166"/>
                  </a:cubicBezTo>
                  <a:lnTo>
                    <a:pt x="2236" y="48881"/>
                  </a:lnTo>
                  <a:cubicBezTo>
                    <a:pt x="2107" y="52578"/>
                    <a:pt x="2322" y="56232"/>
                    <a:pt x="2838" y="59886"/>
                  </a:cubicBezTo>
                  <a:cubicBezTo>
                    <a:pt x="3353" y="63196"/>
                    <a:pt x="4772" y="66292"/>
                    <a:pt x="6879" y="68871"/>
                  </a:cubicBezTo>
                  <a:lnTo>
                    <a:pt x="6879" y="6887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5" name="Google Shape;1515;p76"/>
            <p:cNvSpPr/>
            <p:nvPr/>
          </p:nvSpPr>
          <p:spPr>
            <a:xfrm>
              <a:off x="5733373" y="2910600"/>
              <a:ext cx="67753" cy="75536"/>
            </a:xfrm>
            <a:custGeom>
              <a:avLst/>
              <a:gdLst/>
              <a:ahLst/>
              <a:cxnLst/>
              <a:rect l="l" t="t" r="r" b="b"/>
              <a:pathLst>
                <a:path w="67753" h="75536" extrusionOk="0">
                  <a:moveTo>
                    <a:pt x="67753" y="2"/>
                  </a:moveTo>
                  <a:cubicBezTo>
                    <a:pt x="67624" y="1378"/>
                    <a:pt x="67324" y="2711"/>
                    <a:pt x="66807" y="4000"/>
                  </a:cubicBezTo>
                  <a:cubicBezTo>
                    <a:pt x="65690" y="7612"/>
                    <a:pt x="64357" y="11094"/>
                    <a:pt x="62809" y="14533"/>
                  </a:cubicBezTo>
                  <a:cubicBezTo>
                    <a:pt x="57693" y="25840"/>
                    <a:pt x="50858" y="36329"/>
                    <a:pt x="42561" y="45572"/>
                  </a:cubicBezTo>
                  <a:cubicBezTo>
                    <a:pt x="34263" y="54815"/>
                    <a:pt x="24591" y="62768"/>
                    <a:pt x="13886" y="69045"/>
                  </a:cubicBezTo>
                  <a:cubicBezTo>
                    <a:pt x="10662" y="70980"/>
                    <a:pt x="7308" y="72699"/>
                    <a:pt x="3869" y="74161"/>
                  </a:cubicBezTo>
                  <a:cubicBezTo>
                    <a:pt x="2665" y="74806"/>
                    <a:pt x="1332" y="75279"/>
                    <a:pt x="0" y="75537"/>
                  </a:cubicBezTo>
                  <a:cubicBezTo>
                    <a:pt x="0" y="75193"/>
                    <a:pt x="5159" y="72742"/>
                    <a:pt x="12897" y="67713"/>
                  </a:cubicBezTo>
                  <a:cubicBezTo>
                    <a:pt x="33618" y="54514"/>
                    <a:pt x="50299" y="35899"/>
                    <a:pt x="61176" y="13845"/>
                  </a:cubicBezTo>
                  <a:cubicBezTo>
                    <a:pt x="65518" y="5419"/>
                    <a:pt x="67366" y="-127"/>
                    <a:pt x="67753" y="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16" name="Google Shape;1516;p76"/>
          <p:cNvGrpSpPr/>
          <p:nvPr/>
        </p:nvGrpSpPr>
        <p:grpSpPr>
          <a:xfrm>
            <a:off x="420984" y="2493081"/>
            <a:ext cx="1202641" cy="2129723"/>
            <a:chOff x="4354427" y="2331051"/>
            <a:chExt cx="429254" cy="760154"/>
          </a:xfrm>
        </p:grpSpPr>
        <p:sp>
          <p:nvSpPr>
            <p:cNvPr id="1517" name="Google Shape;1517;p76"/>
            <p:cNvSpPr/>
            <p:nvPr/>
          </p:nvSpPr>
          <p:spPr>
            <a:xfrm>
              <a:off x="4355976" y="2614552"/>
              <a:ext cx="418705" cy="476653"/>
            </a:xfrm>
            <a:custGeom>
              <a:avLst/>
              <a:gdLst/>
              <a:ahLst/>
              <a:cxnLst/>
              <a:rect l="l" t="t" r="r" b="b"/>
              <a:pathLst>
                <a:path w="418705" h="476653" extrusionOk="0">
                  <a:moveTo>
                    <a:pt x="418705" y="475794"/>
                  </a:moveTo>
                  <a:lnTo>
                    <a:pt x="374769" y="295233"/>
                  </a:lnTo>
                  <a:lnTo>
                    <a:pt x="344073" y="14934"/>
                  </a:lnTo>
                  <a:lnTo>
                    <a:pt x="277954" y="2036"/>
                  </a:lnTo>
                  <a:cubicBezTo>
                    <a:pt x="221722" y="-2263"/>
                    <a:pt x="153281" y="1220"/>
                    <a:pt x="145500" y="3584"/>
                  </a:cubicBezTo>
                  <a:lnTo>
                    <a:pt x="89311" y="22027"/>
                  </a:lnTo>
                  <a:cubicBezTo>
                    <a:pt x="63517" y="26326"/>
                    <a:pt x="17086" y="64201"/>
                    <a:pt x="12916" y="98551"/>
                  </a:cubicBezTo>
                  <a:cubicBezTo>
                    <a:pt x="11025" y="114156"/>
                    <a:pt x="793" y="279111"/>
                    <a:pt x="234" y="296867"/>
                  </a:cubicBezTo>
                  <a:cubicBezTo>
                    <a:pt x="-325" y="314622"/>
                    <a:pt x="-2345" y="339341"/>
                    <a:pt x="30328" y="366339"/>
                  </a:cubicBezTo>
                  <a:cubicBezTo>
                    <a:pt x="30328" y="366339"/>
                    <a:pt x="65451" y="389039"/>
                    <a:pt x="92922" y="385771"/>
                  </a:cubicBezTo>
                  <a:lnTo>
                    <a:pt x="70266" y="476653"/>
                  </a:lnTo>
                  <a:lnTo>
                    <a:pt x="418705" y="475794"/>
                  </a:lnTo>
                  <a:lnTo>
                    <a:pt x="418705" y="475794"/>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8" name="Google Shape;1518;p76"/>
            <p:cNvSpPr/>
            <p:nvPr/>
          </p:nvSpPr>
          <p:spPr>
            <a:xfrm>
              <a:off x="4443524" y="2954371"/>
              <a:ext cx="309403" cy="77395"/>
            </a:xfrm>
            <a:custGeom>
              <a:avLst/>
              <a:gdLst/>
              <a:ahLst/>
              <a:cxnLst/>
              <a:rect l="l" t="t" r="r" b="b"/>
              <a:pathLst>
                <a:path w="309403" h="77395" extrusionOk="0">
                  <a:moveTo>
                    <a:pt x="309404" y="28413"/>
                  </a:moveTo>
                  <a:cubicBezTo>
                    <a:pt x="289327" y="44319"/>
                    <a:pt x="264049" y="54895"/>
                    <a:pt x="238512" y="53132"/>
                  </a:cubicBezTo>
                  <a:cubicBezTo>
                    <a:pt x="226733" y="52315"/>
                    <a:pt x="215211" y="48833"/>
                    <a:pt x="203432" y="48618"/>
                  </a:cubicBezTo>
                  <a:cubicBezTo>
                    <a:pt x="184903" y="48102"/>
                    <a:pt x="167105" y="55067"/>
                    <a:pt x="149221" y="60054"/>
                  </a:cubicBezTo>
                  <a:cubicBezTo>
                    <a:pt x="95267" y="75100"/>
                    <a:pt x="52105" y="86966"/>
                    <a:pt x="0" y="66373"/>
                  </a:cubicBezTo>
                  <a:lnTo>
                    <a:pt x="5460" y="45996"/>
                  </a:lnTo>
                  <a:cubicBezTo>
                    <a:pt x="34135" y="42384"/>
                    <a:pt x="37531" y="40837"/>
                    <a:pt x="37531" y="40837"/>
                  </a:cubicBezTo>
                  <a:cubicBezTo>
                    <a:pt x="167320" y="-27690"/>
                    <a:pt x="165858" y="10270"/>
                    <a:pt x="246594" y="12334"/>
                  </a:cubicBezTo>
                  <a:cubicBezTo>
                    <a:pt x="268090" y="12893"/>
                    <a:pt x="289972" y="14441"/>
                    <a:pt x="308458" y="24887"/>
                  </a:cubicBezTo>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19" name="Google Shape;1519;p76"/>
            <p:cNvSpPr/>
            <p:nvPr/>
          </p:nvSpPr>
          <p:spPr>
            <a:xfrm>
              <a:off x="4401178" y="2891428"/>
              <a:ext cx="57134" cy="61090"/>
            </a:xfrm>
            <a:custGeom>
              <a:avLst/>
              <a:gdLst/>
              <a:ahLst/>
              <a:cxnLst/>
              <a:rect l="l" t="t" r="r" b="b"/>
              <a:pathLst>
                <a:path w="57134" h="61090" extrusionOk="0">
                  <a:moveTo>
                    <a:pt x="0" y="61090"/>
                  </a:moveTo>
                  <a:cubicBezTo>
                    <a:pt x="86" y="59929"/>
                    <a:pt x="301" y="58811"/>
                    <a:pt x="602" y="57694"/>
                  </a:cubicBezTo>
                  <a:cubicBezTo>
                    <a:pt x="860" y="56619"/>
                    <a:pt x="1204" y="55286"/>
                    <a:pt x="1719" y="53781"/>
                  </a:cubicBezTo>
                  <a:cubicBezTo>
                    <a:pt x="2235" y="52062"/>
                    <a:pt x="2794" y="50385"/>
                    <a:pt x="3482" y="48752"/>
                  </a:cubicBezTo>
                  <a:cubicBezTo>
                    <a:pt x="5202" y="44409"/>
                    <a:pt x="7265" y="40239"/>
                    <a:pt x="9716" y="36241"/>
                  </a:cubicBezTo>
                  <a:cubicBezTo>
                    <a:pt x="12768" y="31383"/>
                    <a:pt x="16250" y="26826"/>
                    <a:pt x="20120" y="22613"/>
                  </a:cubicBezTo>
                  <a:cubicBezTo>
                    <a:pt x="24032" y="18443"/>
                    <a:pt x="28374" y="14703"/>
                    <a:pt x="33017" y="11350"/>
                  </a:cubicBezTo>
                  <a:cubicBezTo>
                    <a:pt x="36800" y="8641"/>
                    <a:pt x="40841" y="6277"/>
                    <a:pt x="45054" y="4299"/>
                  </a:cubicBezTo>
                  <a:cubicBezTo>
                    <a:pt x="46645" y="3482"/>
                    <a:pt x="48278" y="2794"/>
                    <a:pt x="49955" y="2150"/>
                  </a:cubicBezTo>
                  <a:cubicBezTo>
                    <a:pt x="51202" y="1634"/>
                    <a:pt x="52491" y="1204"/>
                    <a:pt x="53781" y="817"/>
                  </a:cubicBezTo>
                  <a:cubicBezTo>
                    <a:pt x="54856" y="387"/>
                    <a:pt x="55974" y="86"/>
                    <a:pt x="57135" y="0"/>
                  </a:cubicBezTo>
                  <a:cubicBezTo>
                    <a:pt x="57135" y="301"/>
                    <a:pt x="52534" y="1720"/>
                    <a:pt x="45570" y="5331"/>
                  </a:cubicBezTo>
                  <a:cubicBezTo>
                    <a:pt x="41486" y="7437"/>
                    <a:pt x="37574" y="9845"/>
                    <a:pt x="33877" y="12596"/>
                  </a:cubicBezTo>
                  <a:cubicBezTo>
                    <a:pt x="29362" y="15950"/>
                    <a:pt x="25192" y="19647"/>
                    <a:pt x="21323" y="23731"/>
                  </a:cubicBezTo>
                  <a:cubicBezTo>
                    <a:pt x="17497" y="27858"/>
                    <a:pt x="14058" y="32329"/>
                    <a:pt x="11006" y="37058"/>
                  </a:cubicBezTo>
                  <a:cubicBezTo>
                    <a:pt x="8555" y="40927"/>
                    <a:pt x="6406" y="44968"/>
                    <a:pt x="4557" y="49181"/>
                  </a:cubicBezTo>
                  <a:cubicBezTo>
                    <a:pt x="1419" y="56361"/>
                    <a:pt x="301" y="61176"/>
                    <a:pt x="0" y="61090"/>
                  </a:cubicBezTo>
                  <a:lnTo>
                    <a:pt x="0" y="6109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0" name="Google Shape;1520;p76"/>
            <p:cNvSpPr/>
            <p:nvPr/>
          </p:nvSpPr>
          <p:spPr>
            <a:xfrm>
              <a:off x="4386390" y="2890433"/>
              <a:ext cx="70203" cy="22373"/>
            </a:xfrm>
            <a:custGeom>
              <a:avLst/>
              <a:gdLst/>
              <a:ahLst/>
              <a:cxnLst/>
              <a:rect l="l" t="t" r="r" b="b"/>
              <a:pathLst>
                <a:path w="70203" h="22373" extrusionOk="0">
                  <a:moveTo>
                    <a:pt x="0" y="22361"/>
                  </a:moveTo>
                  <a:cubicBezTo>
                    <a:pt x="0" y="22361"/>
                    <a:pt x="688" y="21502"/>
                    <a:pt x="2107" y="20212"/>
                  </a:cubicBezTo>
                  <a:cubicBezTo>
                    <a:pt x="4127" y="18406"/>
                    <a:pt x="6320" y="16773"/>
                    <a:pt x="8555" y="15268"/>
                  </a:cubicBezTo>
                  <a:cubicBezTo>
                    <a:pt x="23473" y="5122"/>
                    <a:pt x="41142" y="-209"/>
                    <a:pt x="59198" y="6"/>
                  </a:cubicBezTo>
                  <a:cubicBezTo>
                    <a:pt x="61906" y="6"/>
                    <a:pt x="64615" y="178"/>
                    <a:pt x="67280" y="565"/>
                  </a:cubicBezTo>
                  <a:cubicBezTo>
                    <a:pt x="68269" y="651"/>
                    <a:pt x="69258" y="866"/>
                    <a:pt x="70204" y="1167"/>
                  </a:cubicBezTo>
                  <a:cubicBezTo>
                    <a:pt x="70204" y="1468"/>
                    <a:pt x="65905" y="1167"/>
                    <a:pt x="59198" y="1167"/>
                  </a:cubicBezTo>
                  <a:cubicBezTo>
                    <a:pt x="41443" y="1554"/>
                    <a:pt x="24161" y="6799"/>
                    <a:pt x="9157" y="16343"/>
                  </a:cubicBezTo>
                  <a:cubicBezTo>
                    <a:pt x="3439" y="19868"/>
                    <a:pt x="172" y="22576"/>
                    <a:pt x="0" y="22361"/>
                  </a:cubicBezTo>
                  <a:lnTo>
                    <a:pt x="0" y="223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1" name="Google Shape;1521;p76"/>
            <p:cNvSpPr/>
            <p:nvPr/>
          </p:nvSpPr>
          <p:spPr>
            <a:xfrm>
              <a:off x="4354427" y="2768604"/>
              <a:ext cx="125510" cy="232806"/>
            </a:xfrm>
            <a:custGeom>
              <a:avLst/>
              <a:gdLst/>
              <a:ahLst/>
              <a:cxnLst/>
              <a:rect l="l" t="t" r="r" b="b"/>
              <a:pathLst>
                <a:path w="125510" h="232806" extrusionOk="0">
                  <a:moveTo>
                    <a:pt x="11886" y="0"/>
                  </a:moveTo>
                  <a:cubicBezTo>
                    <a:pt x="11929" y="301"/>
                    <a:pt x="11929" y="559"/>
                    <a:pt x="11886" y="860"/>
                  </a:cubicBezTo>
                  <a:lnTo>
                    <a:pt x="11886" y="3267"/>
                  </a:lnTo>
                  <a:cubicBezTo>
                    <a:pt x="11886" y="5546"/>
                    <a:pt x="11585" y="8641"/>
                    <a:pt x="11327" y="12596"/>
                  </a:cubicBezTo>
                  <a:cubicBezTo>
                    <a:pt x="10811" y="20807"/>
                    <a:pt x="9994" y="32501"/>
                    <a:pt x="9049" y="46989"/>
                  </a:cubicBezTo>
                  <a:cubicBezTo>
                    <a:pt x="8103" y="61477"/>
                    <a:pt x="6770" y="78716"/>
                    <a:pt x="5394" y="97804"/>
                  </a:cubicBezTo>
                  <a:cubicBezTo>
                    <a:pt x="4663" y="107391"/>
                    <a:pt x="3933" y="117450"/>
                    <a:pt x="3159" y="127897"/>
                  </a:cubicBezTo>
                  <a:cubicBezTo>
                    <a:pt x="2815" y="133099"/>
                    <a:pt x="2428" y="138387"/>
                    <a:pt x="2041" y="143718"/>
                  </a:cubicBezTo>
                  <a:cubicBezTo>
                    <a:pt x="1783" y="149049"/>
                    <a:pt x="1955" y="154422"/>
                    <a:pt x="2557" y="159710"/>
                  </a:cubicBezTo>
                  <a:cubicBezTo>
                    <a:pt x="3589" y="169813"/>
                    <a:pt x="7200" y="179486"/>
                    <a:pt x="13047" y="187783"/>
                  </a:cubicBezTo>
                  <a:lnTo>
                    <a:pt x="13047" y="187783"/>
                  </a:lnTo>
                  <a:cubicBezTo>
                    <a:pt x="21774" y="202486"/>
                    <a:pt x="34456" y="214394"/>
                    <a:pt x="49675" y="222176"/>
                  </a:cubicBezTo>
                  <a:cubicBezTo>
                    <a:pt x="61927" y="228151"/>
                    <a:pt x="75340" y="231376"/>
                    <a:pt x="88968" y="231634"/>
                  </a:cubicBezTo>
                  <a:cubicBezTo>
                    <a:pt x="97996" y="231849"/>
                    <a:pt x="107067" y="231118"/>
                    <a:pt x="115923" y="229355"/>
                  </a:cubicBezTo>
                  <a:cubicBezTo>
                    <a:pt x="119019" y="228753"/>
                    <a:pt x="121426" y="228151"/>
                    <a:pt x="123017" y="227722"/>
                  </a:cubicBezTo>
                  <a:lnTo>
                    <a:pt x="124865" y="227249"/>
                  </a:lnTo>
                  <a:lnTo>
                    <a:pt x="125510" y="227249"/>
                  </a:lnTo>
                  <a:lnTo>
                    <a:pt x="124908" y="227507"/>
                  </a:lnTo>
                  <a:lnTo>
                    <a:pt x="123103" y="228151"/>
                  </a:lnTo>
                  <a:cubicBezTo>
                    <a:pt x="121512" y="228667"/>
                    <a:pt x="119148" y="229312"/>
                    <a:pt x="116052" y="230043"/>
                  </a:cubicBezTo>
                  <a:cubicBezTo>
                    <a:pt x="107153" y="232021"/>
                    <a:pt x="98039" y="232923"/>
                    <a:pt x="88925" y="232794"/>
                  </a:cubicBezTo>
                  <a:cubicBezTo>
                    <a:pt x="75125" y="232708"/>
                    <a:pt x="61497" y="229570"/>
                    <a:pt x="49030" y="223551"/>
                  </a:cubicBezTo>
                  <a:cubicBezTo>
                    <a:pt x="33510" y="215770"/>
                    <a:pt x="20527" y="203647"/>
                    <a:pt x="11671" y="188729"/>
                  </a:cubicBezTo>
                  <a:lnTo>
                    <a:pt x="11671" y="188729"/>
                  </a:lnTo>
                  <a:cubicBezTo>
                    <a:pt x="5523" y="180217"/>
                    <a:pt x="1740" y="170243"/>
                    <a:pt x="708" y="159796"/>
                  </a:cubicBezTo>
                  <a:cubicBezTo>
                    <a:pt x="63" y="154336"/>
                    <a:pt x="-152" y="148834"/>
                    <a:pt x="106" y="143331"/>
                  </a:cubicBezTo>
                  <a:cubicBezTo>
                    <a:pt x="493" y="137914"/>
                    <a:pt x="880" y="132626"/>
                    <a:pt x="1267" y="127424"/>
                  </a:cubicBezTo>
                  <a:cubicBezTo>
                    <a:pt x="2084" y="117021"/>
                    <a:pt x="2858" y="107004"/>
                    <a:pt x="3589" y="97331"/>
                  </a:cubicBezTo>
                  <a:cubicBezTo>
                    <a:pt x="5093" y="78243"/>
                    <a:pt x="6426" y="61047"/>
                    <a:pt x="7587" y="46559"/>
                  </a:cubicBezTo>
                  <a:cubicBezTo>
                    <a:pt x="8748" y="32071"/>
                    <a:pt x="9736" y="20764"/>
                    <a:pt x="10424" y="12166"/>
                  </a:cubicBezTo>
                  <a:cubicBezTo>
                    <a:pt x="10768" y="8211"/>
                    <a:pt x="11069" y="5116"/>
                    <a:pt x="11241" y="2880"/>
                  </a:cubicBezTo>
                  <a:cubicBezTo>
                    <a:pt x="11241" y="1892"/>
                    <a:pt x="11241" y="1075"/>
                    <a:pt x="11542" y="430"/>
                  </a:cubicBezTo>
                  <a:cubicBezTo>
                    <a:pt x="11628" y="258"/>
                    <a:pt x="11757" y="129"/>
                    <a:pt x="11886" y="0"/>
                  </a:cubicBezTo>
                  <a:lnTo>
                    <a:pt x="11886" y="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2" name="Google Shape;1522;p76"/>
            <p:cNvSpPr/>
            <p:nvPr/>
          </p:nvSpPr>
          <p:spPr>
            <a:xfrm>
              <a:off x="4454960" y="2770709"/>
              <a:ext cx="228581" cy="4472"/>
            </a:xfrm>
            <a:custGeom>
              <a:avLst/>
              <a:gdLst/>
              <a:ahLst/>
              <a:cxnLst/>
              <a:rect l="l" t="t" r="r" b="b"/>
              <a:pathLst>
                <a:path w="228581" h="4472" extrusionOk="0">
                  <a:moveTo>
                    <a:pt x="0" y="4472"/>
                  </a:moveTo>
                  <a:cubicBezTo>
                    <a:pt x="731" y="4171"/>
                    <a:pt x="1462" y="3956"/>
                    <a:pt x="2235" y="3784"/>
                  </a:cubicBezTo>
                  <a:cubicBezTo>
                    <a:pt x="4385" y="3182"/>
                    <a:pt x="6577" y="2709"/>
                    <a:pt x="8770" y="2323"/>
                  </a:cubicBezTo>
                  <a:cubicBezTo>
                    <a:pt x="16852" y="904"/>
                    <a:pt x="25020" y="173"/>
                    <a:pt x="33232" y="87"/>
                  </a:cubicBezTo>
                  <a:cubicBezTo>
                    <a:pt x="43592" y="-128"/>
                    <a:pt x="55931" y="87"/>
                    <a:pt x="69645" y="388"/>
                  </a:cubicBezTo>
                  <a:lnTo>
                    <a:pt x="114140" y="1119"/>
                  </a:lnTo>
                  <a:lnTo>
                    <a:pt x="195091" y="2795"/>
                  </a:lnTo>
                  <a:lnTo>
                    <a:pt x="219596" y="3483"/>
                  </a:lnTo>
                  <a:lnTo>
                    <a:pt x="226260" y="3784"/>
                  </a:lnTo>
                  <a:cubicBezTo>
                    <a:pt x="227034" y="3698"/>
                    <a:pt x="227808" y="3698"/>
                    <a:pt x="228581" y="3784"/>
                  </a:cubicBezTo>
                  <a:cubicBezTo>
                    <a:pt x="227808" y="3913"/>
                    <a:pt x="227034" y="3913"/>
                    <a:pt x="226260" y="3784"/>
                  </a:cubicBezTo>
                  <a:lnTo>
                    <a:pt x="195049" y="3784"/>
                  </a:lnTo>
                  <a:lnTo>
                    <a:pt x="114140" y="2795"/>
                  </a:lnTo>
                  <a:lnTo>
                    <a:pt x="69602" y="1936"/>
                  </a:lnTo>
                  <a:cubicBezTo>
                    <a:pt x="55931" y="1678"/>
                    <a:pt x="43807" y="1248"/>
                    <a:pt x="33232" y="1291"/>
                  </a:cubicBezTo>
                  <a:cubicBezTo>
                    <a:pt x="25063" y="1291"/>
                    <a:pt x="16938" y="1850"/>
                    <a:pt x="8856" y="2967"/>
                  </a:cubicBezTo>
                  <a:lnTo>
                    <a:pt x="2321" y="4128"/>
                  </a:lnTo>
                  <a:cubicBezTo>
                    <a:pt x="1548" y="4343"/>
                    <a:pt x="774" y="4429"/>
                    <a:pt x="0" y="4472"/>
                  </a:cubicBezTo>
                  <a:lnTo>
                    <a:pt x="0" y="4472"/>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3" name="Google Shape;1523;p76"/>
            <p:cNvSpPr/>
            <p:nvPr/>
          </p:nvSpPr>
          <p:spPr>
            <a:xfrm>
              <a:off x="4467857" y="2803286"/>
              <a:ext cx="209966" cy="2327"/>
            </a:xfrm>
            <a:custGeom>
              <a:avLst/>
              <a:gdLst/>
              <a:ahLst/>
              <a:cxnLst/>
              <a:rect l="l" t="t" r="r" b="b"/>
              <a:pathLst>
                <a:path w="209966" h="2327" extrusionOk="0">
                  <a:moveTo>
                    <a:pt x="0" y="355"/>
                  </a:moveTo>
                  <a:cubicBezTo>
                    <a:pt x="0" y="-118"/>
                    <a:pt x="46989" y="-118"/>
                    <a:pt x="104983" y="355"/>
                  </a:cubicBezTo>
                  <a:cubicBezTo>
                    <a:pt x="162978" y="828"/>
                    <a:pt x="210009" y="1558"/>
                    <a:pt x="209966" y="1988"/>
                  </a:cubicBezTo>
                  <a:cubicBezTo>
                    <a:pt x="209923" y="2418"/>
                    <a:pt x="162978" y="2461"/>
                    <a:pt x="104983" y="1988"/>
                  </a:cubicBezTo>
                  <a:cubicBezTo>
                    <a:pt x="46989" y="1515"/>
                    <a:pt x="0" y="742"/>
                    <a:pt x="0" y="355"/>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4" name="Google Shape;1524;p76"/>
            <p:cNvSpPr/>
            <p:nvPr/>
          </p:nvSpPr>
          <p:spPr>
            <a:xfrm>
              <a:off x="4369193" y="2747525"/>
              <a:ext cx="86282" cy="8596"/>
            </a:xfrm>
            <a:custGeom>
              <a:avLst/>
              <a:gdLst/>
              <a:ahLst/>
              <a:cxnLst/>
              <a:rect l="l" t="t" r="r" b="b"/>
              <a:pathLst>
                <a:path w="86282" h="8596" extrusionOk="0">
                  <a:moveTo>
                    <a:pt x="0" y="6161"/>
                  </a:moveTo>
                  <a:cubicBezTo>
                    <a:pt x="1032" y="5688"/>
                    <a:pt x="2150" y="5258"/>
                    <a:pt x="3267" y="5000"/>
                  </a:cubicBezTo>
                  <a:cubicBezTo>
                    <a:pt x="6276" y="4098"/>
                    <a:pt x="9329" y="3324"/>
                    <a:pt x="12424" y="2722"/>
                  </a:cubicBezTo>
                  <a:cubicBezTo>
                    <a:pt x="22613" y="658"/>
                    <a:pt x="32974" y="-244"/>
                    <a:pt x="43377" y="57"/>
                  </a:cubicBezTo>
                  <a:cubicBezTo>
                    <a:pt x="53738" y="314"/>
                    <a:pt x="64056" y="1776"/>
                    <a:pt x="74116" y="4356"/>
                  </a:cubicBezTo>
                  <a:cubicBezTo>
                    <a:pt x="77168" y="5129"/>
                    <a:pt x="80177" y="6075"/>
                    <a:pt x="83101" y="7193"/>
                  </a:cubicBezTo>
                  <a:cubicBezTo>
                    <a:pt x="84219" y="7494"/>
                    <a:pt x="85293" y="7967"/>
                    <a:pt x="86282" y="8569"/>
                  </a:cubicBezTo>
                  <a:cubicBezTo>
                    <a:pt x="86282" y="8827"/>
                    <a:pt x="81553" y="7279"/>
                    <a:pt x="73858" y="5516"/>
                  </a:cubicBezTo>
                  <a:cubicBezTo>
                    <a:pt x="53781" y="830"/>
                    <a:pt x="32974" y="229"/>
                    <a:pt x="12639" y="3711"/>
                  </a:cubicBezTo>
                  <a:cubicBezTo>
                    <a:pt x="4815" y="5172"/>
                    <a:pt x="86" y="6462"/>
                    <a:pt x="0" y="6161"/>
                  </a:cubicBezTo>
                  <a:lnTo>
                    <a:pt x="0" y="6161"/>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5" name="Google Shape;1525;p76"/>
            <p:cNvSpPr/>
            <p:nvPr/>
          </p:nvSpPr>
          <p:spPr>
            <a:xfrm>
              <a:off x="4365324" y="2771748"/>
              <a:ext cx="86153" cy="9487"/>
            </a:xfrm>
            <a:custGeom>
              <a:avLst/>
              <a:gdLst/>
              <a:ahLst/>
              <a:cxnLst/>
              <a:rect l="l" t="t" r="r" b="b"/>
              <a:pathLst>
                <a:path w="86153" h="9487" extrusionOk="0">
                  <a:moveTo>
                    <a:pt x="0" y="5454"/>
                  </a:moveTo>
                  <a:cubicBezTo>
                    <a:pt x="1032" y="4938"/>
                    <a:pt x="2150" y="4551"/>
                    <a:pt x="3267" y="4336"/>
                  </a:cubicBezTo>
                  <a:cubicBezTo>
                    <a:pt x="6277" y="3476"/>
                    <a:pt x="9372" y="2788"/>
                    <a:pt x="12467" y="2229"/>
                  </a:cubicBezTo>
                  <a:cubicBezTo>
                    <a:pt x="22656" y="338"/>
                    <a:pt x="33060" y="-350"/>
                    <a:pt x="43421" y="166"/>
                  </a:cubicBezTo>
                  <a:cubicBezTo>
                    <a:pt x="53781" y="639"/>
                    <a:pt x="64056" y="2315"/>
                    <a:pt x="74073" y="5110"/>
                  </a:cubicBezTo>
                  <a:cubicBezTo>
                    <a:pt x="77125" y="5927"/>
                    <a:pt x="80092" y="6915"/>
                    <a:pt x="83015" y="8076"/>
                  </a:cubicBezTo>
                  <a:cubicBezTo>
                    <a:pt x="84133" y="8420"/>
                    <a:pt x="85165" y="8850"/>
                    <a:pt x="86153" y="9452"/>
                  </a:cubicBezTo>
                  <a:cubicBezTo>
                    <a:pt x="86153" y="9753"/>
                    <a:pt x="81424" y="8119"/>
                    <a:pt x="73772" y="6228"/>
                  </a:cubicBezTo>
                  <a:cubicBezTo>
                    <a:pt x="63798" y="3820"/>
                    <a:pt x="53610" y="2401"/>
                    <a:pt x="43335" y="1928"/>
                  </a:cubicBezTo>
                  <a:cubicBezTo>
                    <a:pt x="33060" y="1455"/>
                    <a:pt x="22785" y="1971"/>
                    <a:pt x="12639" y="3519"/>
                  </a:cubicBezTo>
                  <a:cubicBezTo>
                    <a:pt x="4858" y="4551"/>
                    <a:pt x="86" y="5712"/>
                    <a:pt x="0" y="5454"/>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6" name="Google Shape;1526;p76"/>
            <p:cNvSpPr/>
            <p:nvPr/>
          </p:nvSpPr>
          <p:spPr>
            <a:xfrm>
              <a:off x="4598115" y="2663663"/>
              <a:ext cx="39211" cy="254117"/>
            </a:xfrm>
            <a:custGeom>
              <a:avLst/>
              <a:gdLst/>
              <a:ahLst/>
              <a:cxnLst/>
              <a:rect l="l" t="t" r="r" b="b"/>
              <a:pathLst>
                <a:path w="39211" h="254117" extrusionOk="0">
                  <a:moveTo>
                    <a:pt x="2970" y="0"/>
                  </a:moveTo>
                  <a:cubicBezTo>
                    <a:pt x="22961" y="33877"/>
                    <a:pt x="29108" y="73858"/>
                    <a:pt x="34912" y="112764"/>
                  </a:cubicBezTo>
                  <a:cubicBezTo>
                    <a:pt x="41748" y="158721"/>
                    <a:pt x="36804" y="207731"/>
                    <a:pt x="39211" y="254118"/>
                  </a:cubicBezTo>
                  <a:cubicBezTo>
                    <a:pt x="27045" y="252011"/>
                    <a:pt x="18490" y="240447"/>
                    <a:pt x="15480" y="228323"/>
                  </a:cubicBezTo>
                  <a:cubicBezTo>
                    <a:pt x="12471" y="216200"/>
                    <a:pt x="13804" y="203819"/>
                    <a:pt x="14191" y="191523"/>
                  </a:cubicBezTo>
                  <a:cubicBezTo>
                    <a:pt x="16254" y="127510"/>
                    <a:pt x="-8293" y="63239"/>
                    <a:pt x="2970" y="0"/>
                  </a:cubicBezTo>
                  <a:lnTo>
                    <a:pt x="2970" y="0"/>
                  </a:lnTo>
                  <a:close/>
                </a:path>
              </a:pathLst>
            </a:custGeom>
            <a:no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7" name="Google Shape;1527;p76"/>
            <p:cNvSpPr/>
            <p:nvPr/>
          </p:nvSpPr>
          <p:spPr>
            <a:xfrm>
              <a:off x="4625864" y="2629271"/>
              <a:ext cx="151635" cy="318039"/>
            </a:xfrm>
            <a:custGeom>
              <a:avLst/>
              <a:gdLst/>
              <a:ahLst/>
              <a:cxnLst/>
              <a:rect l="l" t="t" r="r" b="b"/>
              <a:pathLst>
                <a:path w="151635" h="318039" extrusionOk="0">
                  <a:moveTo>
                    <a:pt x="57677" y="0"/>
                  </a:moveTo>
                  <a:cubicBezTo>
                    <a:pt x="91123" y="6234"/>
                    <a:pt x="134802" y="6363"/>
                    <a:pt x="147441" y="70290"/>
                  </a:cubicBezTo>
                  <a:cubicBezTo>
                    <a:pt x="159479" y="131251"/>
                    <a:pt x="143873" y="240834"/>
                    <a:pt x="122635" y="276645"/>
                  </a:cubicBezTo>
                  <a:cubicBezTo>
                    <a:pt x="101398" y="312456"/>
                    <a:pt x="75346" y="329738"/>
                    <a:pt x="35278" y="309318"/>
                  </a:cubicBezTo>
                  <a:cubicBezTo>
                    <a:pt x="-4789" y="288897"/>
                    <a:pt x="198" y="226045"/>
                    <a:pt x="198" y="226045"/>
                  </a:cubicBezTo>
                  <a:lnTo>
                    <a:pt x="78656" y="167234"/>
                  </a:lnTo>
                  <a:lnTo>
                    <a:pt x="67135" y="152875"/>
                  </a:lnTo>
                  <a:lnTo>
                    <a:pt x="57677" y="0"/>
                  </a:lnTo>
                  <a:lnTo>
                    <a:pt x="57677" y="0"/>
                  </a:lnTo>
                  <a:close/>
                </a:path>
              </a:pathLst>
            </a:custGeom>
            <a:solidFill>
              <a:srgbClr val="252E4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8" name="Google Shape;1528;p76"/>
            <p:cNvSpPr/>
            <p:nvPr/>
          </p:nvSpPr>
          <p:spPr>
            <a:xfrm>
              <a:off x="4690677" y="2711770"/>
              <a:ext cx="4729" cy="56145"/>
            </a:xfrm>
            <a:custGeom>
              <a:avLst/>
              <a:gdLst/>
              <a:ahLst/>
              <a:cxnLst/>
              <a:rect l="l" t="t" r="r" b="b"/>
              <a:pathLst>
                <a:path w="4729" h="56145" extrusionOk="0">
                  <a:moveTo>
                    <a:pt x="0" y="56146"/>
                  </a:moveTo>
                  <a:cubicBezTo>
                    <a:pt x="0" y="46774"/>
                    <a:pt x="516" y="37359"/>
                    <a:pt x="1548" y="28030"/>
                  </a:cubicBezTo>
                  <a:cubicBezTo>
                    <a:pt x="2021" y="18615"/>
                    <a:pt x="3095" y="9286"/>
                    <a:pt x="4729" y="0"/>
                  </a:cubicBezTo>
                  <a:cubicBezTo>
                    <a:pt x="4729" y="9415"/>
                    <a:pt x="4213" y="18830"/>
                    <a:pt x="3181" y="28159"/>
                  </a:cubicBezTo>
                  <a:cubicBezTo>
                    <a:pt x="2708" y="37531"/>
                    <a:pt x="1634" y="46903"/>
                    <a:pt x="0" y="56146"/>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9" name="Google Shape;1529;p76"/>
            <p:cNvSpPr/>
            <p:nvPr/>
          </p:nvSpPr>
          <p:spPr>
            <a:xfrm>
              <a:off x="4691021" y="2756643"/>
              <a:ext cx="88087" cy="9079"/>
            </a:xfrm>
            <a:custGeom>
              <a:avLst/>
              <a:gdLst/>
              <a:ahLst/>
              <a:cxnLst/>
              <a:rect l="l" t="t" r="r" b="b"/>
              <a:pathLst>
                <a:path w="88087" h="9079" extrusionOk="0">
                  <a:moveTo>
                    <a:pt x="0" y="1213"/>
                  </a:moveTo>
                  <a:cubicBezTo>
                    <a:pt x="1161" y="955"/>
                    <a:pt x="2321" y="783"/>
                    <a:pt x="3482" y="740"/>
                  </a:cubicBezTo>
                  <a:cubicBezTo>
                    <a:pt x="5718" y="482"/>
                    <a:pt x="8942" y="310"/>
                    <a:pt x="12983" y="138"/>
                  </a:cubicBezTo>
                  <a:cubicBezTo>
                    <a:pt x="33963" y="-550"/>
                    <a:pt x="54942" y="1342"/>
                    <a:pt x="75492" y="5727"/>
                  </a:cubicBezTo>
                  <a:cubicBezTo>
                    <a:pt x="79447" y="6586"/>
                    <a:pt x="82585" y="7360"/>
                    <a:pt x="84777" y="7962"/>
                  </a:cubicBezTo>
                  <a:cubicBezTo>
                    <a:pt x="85938" y="8177"/>
                    <a:pt x="87056" y="8564"/>
                    <a:pt x="88088" y="9080"/>
                  </a:cubicBezTo>
                  <a:cubicBezTo>
                    <a:pt x="86927" y="9037"/>
                    <a:pt x="85766" y="8865"/>
                    <a:pt x="84606" y="8607"/>
                  </a:cubicBezTo>
                  <a:lnTo>
                    <a:pt x="75277" y="6887"/>
                  </a:lnTo>
                  <a:cubicBezTo>
                    <a:pt x="67366" y="5469"/>
                    <a:pt x="56447" y="3792"/>
                    <a:pt x="44280" y="2588"/>
                  </a:cubicBezTo>
                  <a:cubicBezTo>
                    <a:pt x="32114" y="1384"/>
                    <a:pt x="21023" y="1213"/>
                    <a:pt x="12983" y="1213"/>
                  </a:cubicBezTo>
                  <a:lnTo>
                    <a:pt x="3482" y="1213"/>
                  </a:lnTo>
                  <a:cubicBezTo>
                    <a:pt x="2321" y="1384"/>
                    <a:pt x="1161" y="1384"/>
                    <a:pt x="0" y="1213"/>
                  </a:cubicBezTo>
                  <a:lnTo>
                    <a:pt x="0" y="1213"/>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0" name="Google Shape;1530;p76"/>
            <p:cNvSpPr/>
            <p:nvPr/>
          </p:nvSpPr>
          <p:spPr>
            <a:xfrm>
              <a:off x="4696567" y="2782737"/>
              <a:ext cx="78286" cy="7706"/>
            </a:xfrm>
            <a:custGeom>
              <a:avLst/>
              <a:gdLst/>
              <a:ahLst/>
              <a:cxnLst/>
              <a:rect l="l" t="t" r="r" b="b"/>
              <a:pathLst>
                <a:path w="78286" h="7706" extrusionOk="0">
                  <a:moveTo>
                    <a:pt x="0" y="97"/>
                  </a:moveTo>
                  <a:cubicBezTo>
                    <a:pt x="1032" y="-32"/>
                    <a:pt x="2064" y="-32"/>
                    <a:pt x="3095" y="97"/>
                  </a:cubicBezTo>
                  <a:lnTo>
                    <a:pt x="11694" y="97"/>
                  </a:lnTo>
                  <a:cubicBezTo>
                    <a:pt x="18787" y="97"/>
                    <a:pt x="28632" y="742"/>
                    <a:pt x="39423" y="1773"/>
                  </a:cubicBezTo>
                  <a:cubicBezTo>
                    <a:pt x="50213" y="2805"/>
                    <a:pt x="59972" y="4138"/>
                    <a:pt x="66980" y="5342"/>
                  </a:cubicBezTo>
                  <a:cubicBezTo>
                    <a:pt x="70505" y="5943"/>
                    <a:pt x="73342" y="6459"/>
                    <a:pt x="75277" y="6889"/>
                  </a:cubicBezTo>
                  <a:cubicBezTo>
                    <a:pt x="76308" y="7061"/>
                    <a:pt x="77297" y="7319"/>
                    <a:pt x="78286" y="7706"/>
                  </a:cubicBezTo>
                  <a:cubicBezTo>
                    <a:pt x="74417" y="7577"/>
                    <a:pt x="70591" y="7190"/>
                    <a:pt x="66808" y="6502"/>
                  </a:cubicBezTo>
                  <a:cubicBezTo>
                    <a:pt x="59800" y="5600"/>
                    <a:pt x="50041" y="4439"/>
                    <a:pt x="39294" y="3407"/>
                  </a:cubicBezTo>
                  <a:cubicBezTo>
                    <a:pt x="28546" y="2375"/>
                    <a:pt x="18701" y="1730"/>
                    <a:pt x="11651" y="1257"/>
                  </a:cubicBezTo>
                  <a:cubicBezTo>
                    <a:pt x="7739" y="1128"/>
                    <a:pt x="3869" y="742"/>
                    <a:pt x="0" y="97"/>
                  </a:cubicBezTo>
                  <a:lnTo>
                    <a:pt x="0" y="97"/>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1" name="Google Shape;1531;p76"/>
            <p:cNvSpPr/>
            <p:nvPr/>
          </p:nvSpPr>
          <p:spPr>
            <a:xfrm>
              <a:off x="4449600" y="2331051"/>
              <a:ext cx="202213" cy="242202"/>
            </a:xfrm>
            <a:custGeom>
              <a:avLst/>
              <a:gdLst/>
              <a:ahLst/>
              <a:cxnLst/>
              <a:rect l="l" t="t" r="r" b="b"/>
              <a:pathLst>
                <a:path w="202213" h="242202" extrusionOk="0">
                  <a:moveTo>
                    <a:pt x="202214" y="49820"/>
                  </a:moveTo>
                  <a:cubicBezTo>
                    <a:pt x="196582" y="31892"/>
                    <a:pt x="184029" y="16932"/>
                    <a:pt x="167349" y="8291"/>
                  </a:cubicBezTo>
                  <a:cubicBezTo>
                    <a:pt x="148648" y="-394"/>
                    <a:pt x="127496" y="-2328"/>
                    <a:pt x="107548" y="2831"/>
                  </a:cubicBezTo>
                  <a:cubicBezTo>
                    <a:pt x="87687" y="7990"/>
                    <a:pt x="68814" y="16416"/>
                    <a:pt x="51661" y="27722"/>
                  </a:cubicBezTo>
                  <a:cubicBezTo>
                    <a:pt x="41601" y="33268"/>
                    <a:pt x="32659" y="40663"/>
                    <a:pt x="25307" y="49519"/>
                  </a:cubicBezTo>
                  <a:cubicBezTo>
                    <a:pt x="12754" y="66242"/>
                    <a:pt x="674" y="93498"/>
                    <a:pt x="29" y="114392"/>
                  </a:cubicBezTo>
                  <a:cubicBezTo>
                    <a:pt x="-530" y="131330"/>
                    <a:pt x="7165" y="173375"/>
                    <a:pt x="14732" y="188507"/>
                  </a:cubicBezTo>
                  <a:cubicBezTo>
                    <a:pt x="18773" y="194741"/>
                    <a:pt x="24533" y="199642"/>
                    <a:pt x="31326" y="202651"/>
                  </a:cubicBezTo>
                  <a:cubicBezTo>
                    <a:pt x="39451" y="217612"/>
                    <a:pt x="50199" y="231025"/>
                    <a:pt x="63053" y="242203"/>
                  </a:cubicBezTo>
                  <a:cubicBezTo>
                    <a:pt x="66621" y="230767"/>
                    <a:pt x="70233" y="219332"/>
                    <a:pt x="73801" y="207810"/>
                  </a:cubicBezTo>
                  <a:lnTo>
                    <a:pt x="202214" y="49820"/>
                  </a:lnTo>
                  <a:lnTo>
                    <a:pt x="202214" y="4982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2" name="Google Shape;1532;p76"/>
            <p:cNvSpPr/>
            <p:nvPr/>
          </p:nvSpPr>
          <p:spPr>
            <a:xfrm>
              <a:off x="4608049" y="2355334"/>
              <a:ext cx="75355" cy="187138"/>
            </a:xfrm>
            <a:custGeom>
              <a:avLst/>
              <a:gdLst/>
              <a:ahLst/>
              <a:cxnLst/>
              <a:rect l="l" t="t" r="r" b="b"/>
              <a:pathLst>
                <a:path w="75355" h="187138" extrusionOk="0">
                  <a:moveTo>
                    <a:pt x="33447" y="4987"/>
                  </a:moveTo>
                  <a:lnTo>
                    <a:pt x="0" y="0"/>
                  </a:lnTo>
                  <a:cubicBezTo>
                    <a:pt x="19432" y="42991"/>
                    <a:pt x="27170" y="141869"/>
                    <a:pt x="38692" y="187138"/>
                  </a:cubicBezTo>
                  <a:cubicBezTo>
                    <a:pt x="50471" y="168996"/>
                    <a:pt x="77383" y="114054"/>
                    <a:pt x="75234" y="92559"/>
                  </a:cubicBezTo>
                  <a:cubicBezTo>
                    <a:pt x="73084" y="71064"/>
                    <a:pt x="72826" y="172"/>
                    <a:pt x="33447" y="4987"/>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3" name="Google Shape;1533;p76"/>
            <p:cNvSpPr/>
            <p:nvPr/>
          </p:nvSpPr>
          <p:spPr>
            <a:xfrm>
              <a:off x="4485648" y="2361291"/>
              <a:ext cx="181080" cy="302415"/>
            </a:xfrm>
            <a:custGeom>
              <a:avLst/>
              <a:gdLst/>
              <a:ahLst/>
              <a:cxnLst/>
              <a:rect l="l" t="t" r="r" b="b"/>
              <a:pathLst>
                <a:path w="181080" h="302415" extrusionOk="0">
                  <a:moveTo>
                    <a:pt x="179" y="75596"/>
                  </a:moveTo>
                  <a:cubicBezTo>
                    <a:pt x="695" y="50619"/>
                    <a:pt x="17418" y="28909"/>
                    <a:pt x="41450" y="22073"/>
                  </a:cubicBezTo>
                  <a:lnTo>
                    <a:pt x="117457" y="320"/>
                  </a:lnTo>
                  <a:cubicBezTo>
                    <a:pt x="150474" y="-3979"/>
                    <a:pt x="173732" y="35916"/>
                    <a:pt x="176871" y="69105"/>
                  </a:cubicBezTo>
                  <a:cubicBezTo>
                    <a:pt x="180310" y="105948"/>
                    <a:pt x="182932" y="144897"/>
                    <a:pt x="179407" y="172540"/>
                  </a:cubicBezTo>
                  <a:cubicBezTo>
                    <a:pt x="172314" y="228428"/>
                    <a:pt x="130054" y="236554"/>
                    <a:pt x="130054" y="236554"/>
                  </a:cubicBezTo>
                  <a:cubicBezTo>
                    <a:pt x="130054" y="236554"/>
                    <a:pt x="130827" y="262907"/>
                    <a:pt x="131257" y="279114"/>
                  </a:cubicBezTo>
                  <a:lnTo>
                    <a:pt x="115437" y="302415"/>
                  </a:lnTo>
                  <a:lnTo>
                    <a:pt x="18579" y="266045"/>
                  </a:lnTo>
                  <a:lnTo>
                    <a:pt x="7" y="76284"/>
                  </a:lnTo>
                  <a:cubicBezTo>
                    <a:pt x="-36" y="75339"/>
                    <a:pt x="136" y="76886"/>
                    <a:pt x="179" y="75596"/>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4" name="Google Shape;1534;p76"/>
            <p:cNvSpPr/>
            <p:nvPr/>
          </p:nvSpPr>
          <p:spPr>
            <a:xfrm>
              <a:off x="4627133" y="2464830"/>
              <a:ext cx="14155" cy="13631"/>
            </a:xfrm>
            <a:custGeom>
              <a:avLst/>
              <a:gdLst/>
              <a:ahLst/>
              <a:cxnLst/>
              <a:rect l="l" t="t" r="r" b="b"/>
              <a:pathLst>
                <a:path w="14155" h="13631" extrusionOk="0">
                  <a:moveTo>
                    <a:pt x="14148" y="6236"/>
                  </a:moveTo>
                  <a:cubicBezTo>
                    <a:pt x="14320" y="10062"/>
                    <a:pt x="11353" y="13372"/>
                    <a:pt x="7527" y="13587"/>
                  </a:cubicBezTo>
                  <a:cubicBezTo>
                    <a:pt x="3787" y="14017"/>
                    <a:pt x="434" y="11309"/>
                    <a:pt x="4" y="7611"/>
                  </a:cubicBezTo>
                  <a:lnTo>
                    <a:pt x="4" y="7439"/>
                  </a:lnTo>
                  <a:cubicBezTo>
                    <a:pt x="-125" y="3613"/>
                    <a:pt x="2798" y="303"/>
                    <a:pt x="6625" y="45"/>
                  </a:cubicBezTo>
                  <a:cubicBezTo>
                    <a:pt x="10365" y="-385"/>
                    <a:pt x="13718" y="2323"/>
                    <a:pt x="14148" y="6021"/>
                  </a:cubicBezTo>
                  <a:lnTo>
                    <a:pt x="14148" y="6236"/>
                  </a:lnTo>
                  <a:lnTo>
                    <a:pt x="14148" y="6236"/>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5" name="Google Shape;1535;p76"/>
            <p:cNvSpPr/>
            <p:nvPr/>
          </p:nvSpPr>
          <p:spPr>
            <a:xfrm>
              <a:off x="4626483" y="2445304"/>
              <a:ext cx="28446" cy="7934"/>
            </a:xfrm>
            <a:custGeom>
              <a:avLst/>
              <a:gdLst/>
              <a:ahLst/>
              <a:cxnLst/>
              <a:rect l="l" t="t" r="r" b="b"/>
              <a:pathLst>
                <a:path w="28446" h="7934" extrusionOk="0">
                  <a:moveTo>
                    <a:pt x="28340" y="7061"/>
                  </a:moveTo>
                  <a:cubicBezTo>
                    <a:pt x="27480" y="8006"/>
                    <a:pt x="21977" y="4180"/>
                    <a:pt x="14325" y="4438"/>
                  </a:cubicBezTo>
                  <a:cubicBezTo>
                    <a:pt x="6673" y="4696"/>
                    <a:pt x="1428" y="8737"/>
                    <a:pt x="353" y="7791"/>
                  </a:cubicBezTo>
                  <a:cubicBezTo>
                    <a:pt x="-721" y="6846"/>
                    <a:pt x="783" y="5685"/>
                    <a:pt x="3148" y="3836"/>
                  </a:cubicBezTo>
                  <a:cubicBezTo>
                    <a:pt x="6372" y="1429"/>
                    <a:pt x="10284" y="96"/>
                    <a:pt x="14325" y="10"/>
                  </a:cubicBezTo>
                  <a:cubicBezTo>
                    <a:pt x="18280" y="-119"/>
                    <a:pt x="22235" y="999"/>
                    <a:pt x="25503" y="3234"/>
                  </a:cubicBezTo>
                  <a:cubicBezTo>
                    <a:pt x="27910" y="4954"/>
                    <a:pt x="28770" y="6631"/>
                    <a:pt x="28340" y="7061"/>
                  </a:cubicBezTo>
                  <a:lnTo>
                    <a:pt x="28340" y="70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6" name="Google Shape;1536;p76"/>
            <p:cNvSpPr/>
            <p:nvPr/>
          </p:nvSpPr>
          <p:spPr>
            <a:xfrm>
              <a:off x="4557359" y="2466428"/>
              <a:ext cx="14195" cy="13614"/>
            </a:xfrm>
            <a:custGeom>
              <a:avLst/>
              <a:gdLst/>
              <a:ahLst/>
              <a:cxnLst/>
              <a:rect l="l" t="t" r="r" b="b"/>
              <a:pathLst>
                <a:path w="14195" h="13614" extrusionOk="0">
                  <a:moveTo>
                    <a:pt x="14191" y="6184"/>
                  </a:moveTo>
                  <a:cubicBezTo>
                    <a:pt x="14320" y="10054"/>
                    <a:pt x="11354" y="13321"/>
                    <a:pt x="7527" y="13579"/>
                  </a:cubicBezTo>
                  <a:cubicBezTo>
                    <a:pt x="3744" y="13966"/>
                    <a:pt x="391" y="11171"/>
                    <a:pt x="4" y="7431"/>
                  </a:cubicBezTo>
                  <a:lnTo>
                    <a:pt x="4" y="7431"/>
                  </a:lnTo>
                  <a:cubicBezTo>
                    <a:pt x="-125" y="3562"/>
                    <a:pt x="2842" y="295"/>
                    <a:pt x="6668" y="37"/>
                  </a:cubicBezTo>
                  <a:cubicBezTo>
                    <a:pt x="10408" y="-350"/>
                    <a:pt x="13804" y="2358"/>
                    <a:pt x="14191" y="6098"/>
                  </a:cubicBezTo>
                  <a:lnTo>
                    <a:pt x="14191" y="6227"/>
                  </a:lnTo>
                  <a:lnTo>
                    <a:pt x="14191" y="6227"/>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7" name="Google Shape;1537;p76"/>
            <p:cNvSpPr/>
            <p:nvPr/>
          </p:nvSpPr>
          <p:spPr>
            <a:xfrm>
              <a:off x="4553958" y="2447324"/>
              <a:ext cx="28360" cy="7934"/>
            </a:xfrm>
            <a:custGeom>
              <a:avLst/>
              <a:gdLst/>
              <a:ahLst/>
              <a:cxnLst/>
              <a:rect l="l" t="t" r="r" b="b"/>
              <a:pathLst>
                <a:path w="28360" h="7934" extrusionOk="0">
                  <a:moveTo>
                    <a:pt x="28254" y="7061"/>
                  </a:moveTo>
                  <a:cubicBezTo>
                    <a:pt x="27394" y="8006"/>
                    <a:pt x="21891" y="4180"/>
                    <a:pt x="14239" y="4438"/>
                  </a:cubicBezTo>
                  <a:cubicBezTo>
                    <a:pt x="6587" y="4696"/>
                    <a:pt x="1127" y="8737"/>
                    <a:pt x="267" y="7791"/>
                  </a:cubicBezTo>
                  <a:cubicBezTo>
                    <a:pt x="-593" y="6846"/>
                    <a:pt x="697" y="5685"/>
                    <a:pt x="3104" y="3836"/>
                  </a:cubicBezTo>
                  <a:cubicBezTo>
                    <a:pt x="6329" y="1429"/>
                    <a:pt x="10241" y="96"/>
                    <a:pt x="14239" y="10"/>
                  </a:cubicBezTo>
                  <a:cubicBezTo>
                    <a:pt x="18194" y="-119"/>
                    <a:pt x="22149" y="999"/>
                    <a:pt x="25416" y="3234"/>
                  </a:cubicBezTo>
                  <a:cubicBezTo>
                    <a:pt x="27824" y="4954"/>
                    <a:pt x="28684" y="6631"/>
                    <a:pt x="28254" y="7061"/>
                  </a:cubicBezTo>
                  <a:lnTo>
                    <a:pt x="28254" y="706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8" name="Google Shape;1538;p76"/>
            <p:cNvSpPr/>
            <p:nvPr/>
          </p:nvSpPr>
          <p:spPr>
            <a:xfrm>
              <a:off x="4602512" y="2450166"/>
              <a:ext cx="24701" cy="63803"/>
            </a:xfrm>
            <a:custGeom>
              <a:avLst/>
              <a:gdLst/>
              <a:ahLst/>
              <a:cxnLst/>
              <a:rect l="l" t="t" r="r" b="b"/>
              <a:pathLst>
                <a:path w="24701" h="63803" extrusionOk="0">
                  <a:moveTo>
                    <a:pt x="5322" y="63588"/>
                  </a:moveTo>
                  <a:cubicBezTo>
                    <a:pt x="9321" y="62170"/>
                    <a:pt x="13447" y="61310"/>
                    <a:pt x="17661" y="60966"/>
                  </a:cubicBezTo>
                  <a:cubicBezTo>
                    <a:pt x="19595" y="60665"/>
                    <a:pt x="21444" y="60235"/>
                    <a:pt x="21960" y="58902"/>
                  </a:cubicBezTo>
                  <a:cubicBezTo>
                    <a:pt x="22046" y="56882"/>
                    <a:pt x="21530" y="54861"/>
                    <a:pt x="20455" y="53142"/>
                  </a:cubicBezTo>
                  <a:lnTo>
                    <a:pt x="14221" y="38482"/>
                  </a:lnTo>
                  <a:cubicBezTo>
                    <a:pt x="5623" y="17545"/>
                    <a:pt x="-782" y="349"/>
                    <a:pt x="77" y="5"/>
                  </a:cubicBezTo>
                  <a:cubicBezTo>
                    <a:pt x="937" y="-339"/>
                    <a:pt x="8676" y="16342"/>
                    <a:pt x="17274" y="37235"/>
                  </a:cubicBezTo>
                  <a:cubicBezTo>
                    <a:pt x="19337" y="42394"/>
                    <a:pt x="21573" y="47295"/>
                    <a:pt x="23249" y="52024"/>
                  </a:cubicBezTo>
                  <a:cubicBezTo>
                    <a:pt x="24539" y="54345"/>
                    <a:pt x="25012" y="57011"/>
                    <a:pt x="24496" y="59633"/>
                  </a:cubicBezTo>
                  <a:cubicBezTo>
                    <a:pt x="23980" y="61052"/>
                    <a:pt x="22819" y="62170"/>
                    <a:pt x="21358" y="62600"/>
                  </a:cubicBezTo>
                  <a:cubicBezTo>
                    <a:pt x="20283" y="62944"/>
                    <a:pt x="19208" y="63116"/>
                    <a:pt x="18091" y="63159"/>
                  </a:cubicBezTo>
                  <a:cubicBezTo>
                    <a:pt x="13878" y="63846"/>
                    <a:pt x="9578" y="63975"/>
                    <a:pt x="5322" y="63588"/>
                  </a:cubicBezTo>
                  <a:lnTo>
                    <a:pt x="5322" y="63588"/>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9" name="Google Shape;1539;p76"/>
            <p:cNvSpPr/>
            <p:nvPr/>
          </p:nvSpPr>
          <p:spPr>
            <a:xfrm>
              <a:off x="4541672" y="2580089"/>
              <a:ext cx="74416" cy="31494"/>
            </a:xfrm>
            <a:custGeom>
              <a:avLst/>
              <a:gdLst/>
              <a:ahLst/>
              <a:cxnLst/>
              <a:rect l="l" t="t" r="r" b="b"/>
              <a:pathLst>
                <a:path w="74416" h="31494" extrusionOk="0">
                  <a:moveTo>
                    <a:pt x="0" y="0"/>
                  </a:moveTo>
                  <a:cubicBezTo>
                    <a:pt x="0" y="0"/>
                    <a:pt x="19131" y="37531"/>
                    <a:pt x="74417" y="30652"/>
                  </a:cubicBezTo>
                  <a:lnTo>
                    <a:pt x="74030" y="17755"/>
                  </a:lnTo>
                  <a:cubicBezTo>
                    <a:pt x="48192" y="18787"/>
                    <a:pt x="22570" y="12639"/>
                    <a:pt x="0" y="0"/>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0" name="Google Shape;1540;p76"/>
            <p:cNvSpPr/>
            <p:nvPr/>
          </p:nvSpPr>
          <p:spPr>
            <a:xfrm>
              <a:off x="4544720" y="2421553"/>
              <a:ext cx="34525" cy="10806"/>
            </a:xfrm>
            <a:custGeom>
              <a:avLst/>
              <a:gdLst/>
              <a:ahLst/>
              <a:cxnLst/>
              <a:rect l="l" t="t" r="r" b="b"/>
              <a:pathLst>
                <a:path w="34525" h="10806" extrusionOk="0">
                  <a:moveTo>
                    <a:pt x="34526" y="5275"/>
                  </a:moveTo>
                  <a:cubicBezTo>
                    <a:pt x="33838" y="7381"/>
                    <a:pt x="26186" y="6607"/>
                    <a:pt x="17330" y="7983"/>
                  </a:cubicBezTo>
                  <a:cubicBezTo>
                    <a:pt x="8473" y="9359"/>
                    <a:pt x="1208" y="12024"/>
                    <a:pt x="133" y="10175"/>
                  </a:cubicBezTo>
                  <a:cubicBezTo>
                    <a:pt x="-426" y="9316"/>
                    <a:pt x="778" y="7295"/>
                    <a:pt x="3659" y="5188"/>
                  </a:cubicBezTo>
                  <a:cubicBezTo>
                    <a:pt x="11440" y="-13"/>
                    <a:pt x="21156" y="-1389"/>
                    <a:pt x="30055" y="1448"/>
                  </a:cubicBezTo>
                  <a:cubicBezTo>
                    <a:pt x="32892" y="2695"/>
                    <a:pt x="34526" y="4286"/>
                    <a:pt x="34526" y="5275"/>
                  </a:cubicBezTo>
                  <a:lnTo>
                    <a:pt x="34526" y="5275"/>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1" name="Google Shape;1541;p76"/>
            <p:cNvSpPr/>
            <p:nvPr/>
          </p:nvSpPr>
          <p:spPr>
            <a:xfrm>
              <a:off x="4625673" y="2421496"/>
              <a:ext cx="26194" cy="8426"/>
            </a:xfrm>
            <a:custGeom>
              <a:avLst/>
              <a:gdLst/>
              <a:ahLst/>
              <a:cxnLst/>
              <a:rect l="l" t="t" r="r" b="b"/>
              <a:pathLst>
                <a:path w="26194" h="8426" extrusionOk="0">
                  <a:moveTo>
                    <a:pt x="25969" y="7482"/>
                  </a:moveTo>
                  <a:cubicBezTo>
                    <a:pt x="24679" y="9287"/>
                    <a:pt x="19348" y="7482"/>
                    <a:pt x="13071" y="7740"/>
                  </a:cubicBezTo>
                  <a:cubicBezTo>
                    <a:pt x="6795" y="7998"/>
                    <a:pt x="1421" y="9287"/>
                    <a:pt x="174" y="7482"/>
                  </a:cubicBezTo>
                  <a:cubicBezTo>
                    <a:pt x="-385" y="6622"/>
                    <a:pt x="389" y="4859"/>
                    <a:pt x="2668" y="3183"/>
                  </a:cubicBezTo>
                  <a:cubicBezTo>
                    <a:pt x="5763" y="1076"/>
                    <a:pt x="9374" y="-42"/>
                    <a:pt x="13114" y="1"/>
                  </a:cubicBezTo>
                  <a:cubicBezTo>
                    <a:pt x="16854" y="1"/>
                    <a:pt x="20466" y="1119"/>
                    <a:pt x="23561" y="3183"/>
                  </a:cubicBezTo>
                  <a:cubicBezTo>
                    <a:pt x="25753" y="4859"/>
                    <a:pt x="26656" y="6622"/>
                    <a:pt x="25969" y="7482"/>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2" name="Google Shape;1542;p76"/>
            <p:cNvSpPr/>
            <p:nvPr/>
          </p:nvSpPr>
          <p:spPr>
            <a:xfrm>
              <a:off x="4472809" y="2340760"/>
              <a:ext cx="173897" cy="154680"/>
            </a:xfrm>
            <a:custGeom>
              <a:avLst/>
              <a:gdLst/>
              <a:ahLst/>
              <a:cxnLst/>
              <a:rect l="l" t="t" r="r" b="b"/>
              <a:pathLst>
                <a:path w="173897" h="154680" extrusionOk="0">
                  <a:moveTo>
                    <a:pt x="173201" y="39466"/>
                  </a:moveTo>
                  <a:cubicBezTo>
                    <a:pt x="168988" y="31297"/>
                    <a:pt x="160519" y="26182"/>
                    <a:pt x="151319" y="26268"/>
                  </a:cubicBezTo>
                  <a:cubicBezTo>
                    <a:pt x="142248" y="26482"/>
                    <a:pt x="133435" y="29320"/>
                    <a:pt x="125955" y="34436"/>
                  </a:cubicBezTo>
                  <a:cubicBezTo>
                    <a:pt x="93540" y="54426"/>
                    <a:pt x="77891" y="100985"/>
                    <a:pt x="45820" y="121664"/>
                  </a:cubicBezTo>
                  <a:cubicBezTo>
                    <a:pt x="37953" y="126737"/>
                    <a:pt x="27420" y="122610"/>
                    <a:pt x="20757" y="129230"/>
                  </a:cubicBezTo>
                  <a:cubicBezTo>
                    <a:pt x="14093" y="135851"/>
                    <a:pt x="10009" y="146212"/>
                    <a:pt x="14007" y="154681"/>
                  </a:cubicBezTo>
                  <a:cubicBezTo>
                    <a:pt x="9192" y="149092"/>
                    <a:pt x="5194" y="142815"/>
                    <a:pt x="2142" y="136109"/>
                  </a:cubicBezTo>
                  <a:cubicBezTo>
                    <a:pt x="-825" y="129230"/>
                    <a:pt x="-696" y="121406"/>
                    <a:pt x="2443" y="114613"/>
                  </a:cubicBezTo>
                  <a:cubicBezTo>
                    <a:pt x="5151" y="109669"/>
                    <a:pt x="10009" y="106015"/>
                    <a:pt x="11041" y="100255"/>
                  </a:cubicBezTo>
                  <a:cubicBezTo>
                    <a:pt x="12115" y="95397"/>
                    <a:pt x="10095" y="90453"/>
                    <a:pt x="10138" y="85466"/>
                  </a:cubicBezTo>
                  <a:cubicBezTo>
                    <a:pt x="10568" y="80393"/>
                    <a:pt x="12158" y="75535"/>
                    <a:pt x="14824" y="71193"/>
                  </a:cubicBezTo>
                  <a:cubicBezTo>
                    <a:pt x="26431" y="47806"/>
                    <a:pt x="44187" y="28030"/>
                    <a:pt x="66155" y="13972"/>
                  </a:cubicBezTo>
                  <a:cubicBezTo>
                    <a:pt x="80686" y="5030"/>
                    <a:pt x="97366" y="172"/>
                    <a:pt x="114433" y="0"/>
                  </a:cubicBezTo>
                  <a:cubicBezTo>
                    <a:pt x="131586" y="-43"/>
                    <a:pt x="148181" y="6062"/>
                    <a:pt x="161207" y="17196"/>
                  </a:cubicBezTo>
                  <a:cubicBezTo>
                    <a:pt x="168687" y="23774"/>
                    <a:pt x="176555" y="30567"/>
                    <a:pt x="173030" y="39939"/>
                  </a:cubicBezTo>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3" name="Google Shape;1543;p76"/>
            <p:cNvSpPr/>
            <p:nvPr/>
          </p:nvSpPr>
          <p:spPr>
            <a:xfrm>
              <a:off x="4465229" y="2474250"/>
              <a:ext cx="30487" cy="45746"/>
            </a:xfrm>
            <a:custGeom>
              <a:avLst/>
              <a:gdLst/>
              <a:ahLst/>
              <a:cxnLst/>
              <a:rect l="l" t="t" r="r" b="b"/>
              <a:pathLst>
                <a:path w="30487" h="45746" extrusionOk="0">
                  <a:moveTo>
                    <a:pt x="29325" y="2662"/>
                  </a:moveTo>
                  <a:cubicBezTo>
                    <a:pt x="28723" y="1071"/>
                    <a:pt x="-467" y="-8516"/>
                    <a:pt x="6" y="22179"/>
                  </a:cubicBezTo>
                  <a:cubicBezTo>
                    <a:pt x="479" y="52273"/>
                    <a:pt x="30443" y="45308"/>
                    <a:pt x="30486" y="44449"/>
                  </a:cubicBezTo>
                  <a:cubicBezTo>
                    <a:pt x="30529" y="43589"/>
                    <a:pt x="29325" y="2662"/>
                    <a:pt x="29325" y="2662"/>
                  </a:cubicBez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4" name="Google Shape;1544;p76"/>
            <p:cNvSpPr/>
            <p:nvPr/>
          </p:nvSpPr>
          <p:spPr>
            <a:xfrm>
              <a:off x="4472641" y="2483996"/>
              <a:ext cx="13652" cy="26252"/>
            </a:xfrm>
            <a:custGeom>
              <a:avLst/>
              <a:gdLst/>
              <a:ahLst/>
              <a:cxnLst/>
              <a:rect l="l" t="t" r="r" b="b"/>
              <a:pathLst>
                <a:path w="13652" h="26252" extrusionOk="0">
                  <a:moveTo>
                    <a:pt x="13615" y="23525"/>
                  </a:moveTo>
                  <a:cubicBezTo>
                    <a:pt x="13615" y="23525"/>
                    <a:pt x="13100" y="23912"/>
                    <a:pt x="12240" y="24342"/>
                  </a:cubicBezTo>
                  <a:cubicBezTo>
                    <a:pt x="10993" y="24814"/>
                    <a:pt x="9617" y="24814"/>
                    <a:pt x="8371" y="24342"/>
                  </a:cubicBezTo>
                  <a:cubicBezTo>
                    <a:pt x="4415" y="21934"/>
                    <a:pt x="2051" y="17549"/>
                    <a:pt x="2180" y="12906"/>
                  </a:cubicBezTo>
                  <a:cubicBezTo>
                    <a:pt x="2094" y="10499"/>
                    <a:pt x="2481" y="8048"/>
                    <a:pt x="3427" y="5813"/>
                  </a:cubicBezTo>
                  <a:cubicBezTo>
                    <a:pt x="3856" y="3792"/>
                    <a:pt x="5318" y="2201"/>
                    <a:pt x="7253" y="1514"/>
                  </a:cubicBezTo>
                  <a:cubicBezTo>
                    <a:pt x="8500" y="1170"/>
                    <a:pt x="9789" y="1729"/>
                    <a:pt x="10348" y="2889"/>
                  </a:cubicBezTo>
                  <a:cubicBezTo>
                    <a:pt x="10778" y="3706"/>
                    <a:pt x="10563" y="4308"/>
                    <a:pt x="10735" y="4351"/>
                  </a:cubicBezTo>
                  <a:cubicBezTo>
                    <a:pt x="10907" y="4394"/>
                    <a:pt x="11380" y="3835"/>
                    <a:pt x="11122" y="2631"/>
                  </a:cubicBezTo>
                  <a:cubicBezTo>
                    <a:pt x="10907" y="1901"/>
                    <a:pt x="10477" y="1256"/>
                    <a:pt x="9875" y="783"/>
                  </a:cubicBezTo>
                  <a:cubicBezTo>
                    <a:pt x="9058" y="138"/>
                    <a:pt x="8027" y="-120"/>
                    <a:pt x="6995" y="52"/>
                  </a:cubicBezTo>
                  <a:cubicBezTo>
                    <a:pt x="4544" y="611"/>
                    <a:pt x="2524" y="2416"/>
                    <a:pt x="1664" y="4781"/>
                  </a:cubicBezTo>
                  <a:cubicBezTo>
                    <a:pt x="417" y="7403"/>
                    <a:pt x="-142" y="10284"/>
                    <a:pt x="30" y="13164"/>
                  </a:cubicBezTo>
                  <a:cubicBezTo>
                    <a:pt x="331" y="19140"/>
                    <a:pt x="3513" y="24729"/>
                    <a:pt x="7855" y="26061"/>
                  </a:cubicBezTo>
                  <a:cubicBezTo>
                    <a:pt x="9488" y="26491"/>
                    <a:pt x="11208" y="26190"/>
                    <a:pt x="12584" y="25202"/>
                  </a:cubicBezTo>
                  <a:cubicBezTo>
                    <a:pt x="13572" y="24256"/>
                    <a:pt x="13745" y="23568"/>
                    <a:pt x="13615" y="23525"/>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5" name="Google Shape;1545;p76"/>
            <p:cNvSpPr/>
            <p:nvPr/>
          </p:nvSpPr>
          <p:spPr>
            <a:xfrm>
              <a:off x="4482259" y="2357920"/>
              <a:ext cx="158119" cy="103944"/>
            </a:xfrm>
            <a:custGeom>
              <a:avLst/>
              <a:gdLst/>
              <a:ahLst/>
              <a:cxnLst/>
              <a:rect l="l" t="t" r="r" b="b"/>
              <a:pathLst>
                <a:path w="158119" h="103944" extrusionOk="0">
                  <a:moveTo>
                    <a:pt x="0" y="103945"/>
                  </a:moveTo>
                  <a:cubicBezTo>
                    <a:pt x="602" y="103644"/>
                    <a:pt x="1204" y="103300"/>
                    <a:pt x="1763" y="102870"/>
                  </a:cubicBezTo>
                  <a:cubicBezTo>
                    <a:pt x="2880" y="102139"/>
                    <a:pt x="4643" y="101108"/>
                    <a:pt x="6707" y="99560"/>
                  </a:cubicBezTo>
                  <a:cubicBezTo>
                    <a:pt x="12424" y="95132"/>
                    <a:pt x="17669" y="90145"/>
                    <a:pt x="22355" y="84599"/>
                  </a:cubicBezTo>
                  <a:cubicBezTo>
                    <a:pt x="29191" y="76259"/>
                    <a:pt x="35510" y="67532"/>
                    <a:pt x="41357" y="58461"/>
                  </a:cubicBezTo>
                  <a:cubicBezTo>
                    <a:pt x="48365" y="47369"/>
                    <a:pt x="56318" y="36836"/>
                    <a:pt x="65088" y="27078"/>
                  </a:cubicBezTo>
                  <a:cubicBezTo>
                    <a:pt x="69774" y="22220"/>
                    <a:pt x="74976" y="17921"/>
                    <a:pt x="80608" y="14180"/>
                  </a:cubicBezTo>
                  <a:cubicBezTo>
                    <a:pt x="85895" y="10741"/>
                    <a:pt x="91570" y="7947"/>
                    <a:pt x="97546" y="5883"/>
                  </a:cubicBezTo>
                  <a:cubicBezTo>
                    <a:pt x="107649" y="2358"/>
                    <a:pt x="118353" y="724"/>
                    <a:pt x="129058" y="1111"/>
                  </a:cubicBezTo>
                  <a:cubicBezTo>
                    <a:pt x="136366" y="1326"/>
                    <a:pt x="143589" y="2530"/>
                    <a:pt x="150553" y="4680"/>
                  </a:cubicBezTo>
                  <a:cubicBezTo>
                    <a:pt x="153047" y="5324"/>
                    <a:pt x="154852" y="6098"/>
                    <a:pt x="156142" y="6528"/>
                  </a:cubicBezTo>
                  <a:cubicBezTo>
                    <a:pt x="156787" y="6786"/>
                    <a:pt x="157432" y="7001"/>
                    <a:pt x="158120" y="7173"/>
                  </a:cubicBezTo>
                  <a:cubicBezTo>
                    <a:pt x="157518" y="6829"/>
                    <a:pt x="156916" y="6571"/>
                    <a:pt x="156271" y="6313"/>
                  </a:cubicBezTo>
                  <a:cubicBezTo>
                    <a:pt x="154465" y="5453"/>
                    <a:pt x="152617" y="4765"/>
                    <a:pt x="150725" y="4164"/>
                  </a:cubicBezTo>
                  <a:cubicBezTo>
                    <a:pt x="143804" y="1799"/>
                    <a:pt x="136538" y="466"/>
                    <a:pt x="129230" y="165"/>
                  </a:cubicBezTo>
                  <a:cubicBezTo>
                    <a:pt x="118310" y="-522"/>
                    <a:pt x="107348" y="939"/>
                    <a:pt x="96987" y="4465"/>
                  </a:cubicBezTo>
                  <a:cubicBezTo>
                    <a:pt x="90925" y="6528"/>
                    <a:pt x="85165" y="9322"/>
                    <a:pt x="79791" y="12805"/>
                  </a:cubicBezTo>
                  <a:cubicBezTo>
                    <a:pt x="74073" y="16631"/>
                    <a:pt x="68785" y="21059"/>
                    <a:pt x="64013" y="26003"/>
                  </a:cubicBezTo>
                  <a:cubicBezTo>
                    <a:pt x="55157" y="35805"/>
                    <a:pt x="47204" y="46380"/>
                    <a:pt x="40196" y="57601"/>
                  </a:cubicBezTo>
                  <a:cubicBezTo>
                    <a:pt x="34436" y="66672"/>
                    <a:pt x="28202" y="75442"/>
                    <a:pt x="21538" y="83825"/>
                  </a:cubicBezTo>
                  <a:cubicBezTo>
                    <a:pt x="16981" y="89414"/>
                    <a:pt x="11865" y="94530"/>
                    <a:pt x="6277" y="99130"/>
                  </a:cubicBezTo>
                  <a:cubicBezTo>
                    <a:pt x="4299" y="100764"/>
                    <a:pt x="2622" y="101838"/>
                    <a:pt x="1548" y="102655"/>
                  </a:cubicBezTo>
                  <a:cubicBezTo>
                    <a:pt x="989" y="103042"/>
                    <a:pt x="473" y="103472"/>
                    <a:pt x="0" y="103945"/>
                  </a:cubicBezTo>
                  <a:lnTo>
                    <a:pt x="0" y="103945"/>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6" name="Google Shape;1546;p76"/>
            <p:cNvSpPr/>
            <p:nvPr/>
          </p:nvSpPr>
          <p:spPr>
            <a:xfrm>
              <a:off x="4476208" y="2512820"/>
              <a:ext cx="11738" cy="11794"/>
            </a:xfrm>
            <a:custGeom>
              <a:avLst/>
              <a:gdLst/>
              <a:ahLst/>
              <a:cxnLst/>
              <a:rect l="l" t="t" r="r" b="b"/>
              <a:pathLst>
                <a:path w="11738" h="11794" extrusionOk="0">
                  <a:moveTo>
                    <a:pt x="6825" y="75"/>
                  </a:moveTo>
                  <a:cubicBezTo>
                    <a:pt x="3600" y="-441"/>
                    <a:pt x="591" y="1752"/>
                    <a:pt x="75" y="4976"/>
                  </a:cubicBezTo>
                  <a:cubicBezTo>
                    <a:pt x="-441" y="8201"/>
                    <a:pt x="1752" y="11210"/>
                    <a:pt x="4976" y="11726"/>
                  </a:cubicBezTo>
                  <a:cubicBezTo>
                    <a:pt x="7771" y="12156"/>
                    <a:pt x="10479" y="10522"/>
                    <a:pt x="11425" y="7857"/>
                  </a:cubicBezTo>
                  <a:cubicBezTo>
                    <a:pt x="12370" y="5019"/>
                    <a:pt x="11124" y="1881"/>
                    <a:pt x="8415" y="505"/>
                  </a:cubicBezTo>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7" name="Google Shape;1547;p76"/>
            <p:cNvSpPr/>
            <p:nvPr/>
          </p:nvSpPr>
          <p:spPr>
            <a:xfrm>
              <a:off x="4475679" y="2512594"/>
              <a:ext cx="12877" cy="12634"/>
            </a:xfrm>
            <a:custGeom>
              <a:avLst/>
              <a:gdLst/>
              <a:ahLst/>
              <a:cxnLst/>
              <a:rect l="l" t="t" r="r" b="b"/>
              <a:pathLst>
                <a:path w="12877" h="12634" extrusionOk="0">
                  <a:moveTo>
                    <a:pt x="8987" y="731"/>
                  </a:moveTo>
                  <a:cubicBezTo>
                    <a:pt x="10320" y="1720"/>
                    <a:pt x="11266" y="3095"/>
                    <a:pt x="11782" y="4643"/>
                  </a:cubicBezTo>
                  <a:cubicBezTo>
                    <a:pt x="12255" y="6277"/>
                    <a:pt x="11868" y="8082"/>
                    <a:pt x="10750" y="9372"/>
                  </a:cubicBezTo>
                  <a:cubicBezTo>
                    <a:pt x="8944" y="11608"/>
                    <a:pt x="5634" y="11994"/>
                    <a:pt x="3356" y="10146"/>
                  </a:cubicBezTo>
                  <a:cubicBezTo>
                    <a:pt x="2281" y="9286"/>
                    <a:pt x="1593" y="8039"/>
                    <a:pt x="1464" y="6707"/>
                  </a:cubicBezTo>
                  <a:cubicBezTo>
                    <a:pt x="1206" y="5030"/>
                    <a:pt x="1808" y="3310"/>
                    <a:pt x="3098" y="2150"/>
                  </a:cubicBezTo>
                  <a:cubicBezTo>
                    <a:pt x="4301" y="1118"/>
                    <a:pt x="5806" y="473"/>
                    <a:pt x="7397" y="301"/>
                  </a:cubicBezTo>
                  <a:cubicBezTo>
                    <a:pt x="7397" y="301"/>
                    <a:pt x="6924" y="0"/>
                    <a:pt x="5978" y="0"/>
                  </a:cubicBezTo>
                  <a:cubicBezTo>
                    <a:pt x="4645" y="86"/>
                    <a:pt x="3356" y="559"/>
                    <a:pt x="2281" y="1419"/>
                  </a:cubicBezTo>
                  <a:cubicBezTo>
                    <a:pt x="647" y="2751"/>
                    <a:pt x="-213" y="4815"/>
                    <a:pt x="45" y="6879"/>
                  </a:cubicBezTo>
                  <a:cubicBezTo>
                    <a:pt x="432" y="10404"/>
                    <a:pt x="3613" y="12983"/>
                    <a:pt x="7139" y="12596"/>
                  </a:cubicBezTo>
                  <a:cubicBezTo>
                    <a:pt x="8858" y="12424"/>
                    <a:pt x="10449" y="11521"/>
                    <a:pt x="11524" y="10189"/>
                  </a:cubicBezTo>
                  <a:cubicBezTo>
                    <a:pt x="12857" y="8555"/>
                    <a:pt x="13243" y="6320"/>
                    <a:pt x="12513" y="4342"/>
                  </a:cubicBezTo>
                  <a:cubicBezTo>
                    <a:pt x="12083" y="3052"/>
                    <a:pt x="11266" y="1978"/>
                    <a:pt x="10148" y="1204"/>
                  </a:cubicBezTo>
                  <a:cubicBezTo>
                    <a:pt x="9288" y="688"/>
                    <a:pt x="8987" y="645"/>
                    <a:pt x="8987" y="731"/>
                  </a:cubicBezTo>
                  <a:lnTo>
                    <a:pt x="8987" y="731"/>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8" name="Google Shape;1548;p76"/>
            <p:cNvSpPr/>
            <p:nvPr/>
          </p:nvSpPr>
          <p:spPr>
            <a:xfrm>
              <a:off x="4489989" y="2426613"/>
              <a:ext cx="37667" cy="76560"/>
            </a:xfrm>
            <a:custGeom>
              <a:avLst/>
              <a:gdLst/>
              <a:ahLst/>
              <a:cxnLst/>
              <a:rect l="l" t="t" r="r" b="b"/>
              <a:pathLst>
                <a:path w="37667" h="76560" extrusionOk="0">
                  <a:moveTo>
                    <a:pt x="8" y="43464"/>
                  </a:moveTo>
                  <a:cubicBezTo>
                    <a:pt x="8" y="51632"/>
                    <a:pt x="-336" y="60273"/>
                    <a:pt x="3619" y="67409"/>
                  </a:cubicBezTo>
                  <a:cubicBezTo>
                    <a:pt x="7574" y="74546"/>
                    <a:pt x="17247" y="79189"/>
                    <a:pt x="24211" y="74933"/>
                  </a:cubicBezTo>
                  <a:cubicBezTo>
                    <a:pt x="29886" y="71450"/>
                    <a:pt x="31391" y="64013"/>
                    <a:pt x="32208" y="57393"/>
                  </a:cubicBezTo>
                  <a:cubicBezTo>
                    <a:pt x="34486" y="38305"/>
                    <a:pt x="35217" y="19045"/>
                    <a:pt x="37667" y="0"/>
                  </a:cubicBezTo>
                  <a:lnTo>
                    <a:pt x="8" y="4346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9" name="Google Shape;1549;p76"/>
            <p:cNvSpPr/>
            <p:nvPr/>
          </p:nvSpPr>
          <p:spPr>
            <a:xfrm>
              <a:off x="4490642" y="2365120"/>
              <a:ext cx="147629" cy="109400"/>
            </a:xfrm>
            <a:custGeom>
              <a:avLst/>
              <a:gdLst/>
              <a:ahLst/>
              <a:cxnLst/>
              <a:rect l="l" t="t" r="r" b="b"/>
              <a:pathLst>
                <a:path w="147629" h="109400" extrusionOk="0">
                  <a:moveTo>
                    <a:pt x="147630" y="1133"/>
                  </a:moveTo>
                  <a:cubicBezTo>
                    <a:pt x="147630" y="1133"/>
                    <a:pt x="144964" y="704"/>
                    <a:pt x="140193" y="704"/>
                  </a:cubicBezTo>
                  <a:cubicBezTo>
                    <a:pt x="133443" y="832"/>
                    <a:pt x="126736" y="2294"/>
                    <a:pt x="120546" y="5003"/>
                  </a:cubicBezTo>
                  <a:cubicBezTo>
                    <a:pt x="116247" y="6808"/>
                    <a:pt x="112206" y="9044"/>
                    <a:pt x="108379" y="11709"/>
                  </a:cubicBezTo>
                  <a:cubicBezTo>
                    <a:pt x="103994" y="14847"/>
                    <a:pt x="99824" y="18244"/>
                    <a:pt x="95869" y="21855"/>
                  </a:cubicBezTo>
                  <a:cubicBezTo>
                    <a:pt x="86712" y="30066"/>
                    <a:pt x="78587" y="39352"/>
                    <a:pt x="71665" y="49498"/>
                  </a:cubicBezTo>
                  <a:cubicBezTo>
                    <a:pt x="68011" y="54915"/>
                    <a:pt x="64830" y="60504"/>
                    <a:pt x="61348" y="65662"/>
                  </a:cubicBezTo>
                  <a:cubicBezTo>
                    <a:pt x="58037" y="70692"/>
                    <a:pt x="54125" y="75335"/>
                    <a:pt x="49740" y="79462"/>
                  </a:cubicBezTo>
                  <a:cubicBezTo>
                    <a:pt x="42174" y="86212"/>
                    <a:pt x="33877" y="92145"/>
                    <a:pt x="25021" y="97046"/>
                  </a:cubicBezTo>
                  <a:cubicBezTo>
                    <a:pt x="17497" y="101345"/>
                    <a:pt x="11221" y="104311"/>
                    <a:pt x="6835" y="106375"/>
                  </a:cubicBezTo>
                  <a:lnTo>
                    <a:pt x="1806" y="108696"/>
                  </a:lnTo>
                  <a:cubicBezTo>
                    <a:pt x="645" y="109212"/>
                    <a:pt x="43" y="109470"/>
                    <a:pt x="0" y="109384"/>
                  </a:cubicBezTo>
                  <a:cubicBezTo>
                    <a:pt x="516" y="108997"/>
                    <a:pt x="1075" y="108653"/>
                    <a:pt x="1676" y="108395"/>
                  </a:cubicBezTo>
                  <a:lnTo>
                    <a:pt x="6577" y="105773"/>
                  </a:lnTo>
                  <a:cubicBezTo>
                    <a:pt x="10877" y="103537"/>
                    <a:pt x="17024" y="100356"/>
                    <a:pt x="24419" y="96014"/>
                  </a:cubicBezTo>
                  <a:cubicBezTo>
                    <a:pt x="33146" y="91027"/>
                    <a:pt x="41271" y="85051"/>
                    <a:pt x="48708" y="78302"/>
                  </a:cubicBezTo>
                  <a:cubicBezTo>
                    <a:pt x="53007" y="74175"/>
                    <a:pt x="56791" y="69531"/>
                    <a:pt x="59972" y="64502"/>
                  </a:cubicBezTo>
                  <a:cubicBezTo>
                    <a:pt x="63411" y="59429"/>
                    <a:pt x="66593" y="53840"/>
                    <a:pt x="70247" y="48337"/>
                  </a:cubicBezTo>
                  <a:cubicBezTo>
                    <a:pt x="77297" y="38062"/>
                    <a:pt x="85551" y="28733"/>
                    <a:pt x="94837" y="20479"/>
                  </a:cubicBezTo>
                  <a:cubicBezTo>
                    <a:pt x="98922" y="16868"/>
                    <a:pt x="103221" y="13472"/>
                    <a:pt x="107735" y="10376"/>
                  </a:cubicBezTo>
                  <a:cubicBezTo>
                    <a:pt x="111647" y="7668"/>
                    <a:pt x="115860" y="5433"/>
                    <a:pt x="120288" y="3713"/>
                  </a:cubicBezTo>
                  <a:cubicBezTo>
                    <a:pt x="126608" y="1090"/>
                    <a:pt x="133357" y="-156"/>
                    <a:pt x="140193" y="16"/>
                  </a:cubicBezTo>
                  <a:cubicBezTo>
                    <a:pt x="142041" y="59"/>
                    <a:pt x="143890" y="274"/>
                    <a:pt x="145738" y="617"/>
                  </a:cubicBezTo>
                  <a:cubicBezTo>
                    <a:pt x="146383" y="746"/>
                    <a:pt x="147028" y="918"/>
                    <a:pt x="147630" y="1133"/>
                  </a:cubicBezTo>
                  <a:lnTo>
                    <a:pt x="147630" y="1133"/>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0" name="Google Shape;1550;p76"/>
            <p:cNvSpPr/>
            <p:nvPr/>
          </p:nvSpPr>
          <p:spPr>
            <a:xfrm>
              <a:off x="4455314" y="2414016"/>
              <a:ext cx="33350" cy="46908"/>
            </a:xfrm>
            <a:custGeom>
              <a:avLst/>
              <a:gdLst/>
              <a:ahLst/>
              <a:cxnLst/>
              <a:rect l="l" t="t" r="r" b="b"/>
              <a:pathLst>
                <a:path w="33350" h="46908" extrusionOk="0">
                  <a:moveTo>
                    <a:pt x="33350" y="37660"/>
                  </a:moveTo>
                  <a:cubicBezTo>
                    <a:pt x="32577" y="38391"/>
                    <a:pt x="31717" y="38993"/>
                    <a:pt x="30771" y="39508"/>
                  </a:cubicBezTo>
                  <a:lnTo>
                    <a:pt x="23334" y="44194"/>
                  </a:lnTo>
                  <a:lnTo>
                    <a:pt x="20754" y="45699"/>
                  </a:lnTo>
                  <a:cubicBezTo>
                    <a:pt x="19765" y="46344"/>
                    <a:pt x="18648" y="46731"/>
                    <a:pt x="17487" y="46860"/>
                  </a:cubicBezTo>
                  <a:cubicBezTo>
                    <a:pt x="16799" y="46989"/>
                    <a:pt x="16068" y="46860"/>
                    <a:pt x="15466" y="46473"/>
                  </a:cubicBezTo>
                  <a:cubicBezTo>
                    <a:pt x="14821" y="46043"/>
                    <a:pt x="14392" y="45312"/>
                    <a:pt x="14306" y="44538"/>
                  </a:cubicBezTo>
                  <a:cubicBezTo>
                    <a:pt x="14306" y="43163"/>
                    <a:pt x="14778" y="41830"/>
                    <a:pt x="15595" y="40712"/>
                  </a:cubicBezTo>
                  <a:cubicBezTo>
                    <a:pt x="18175" y="36413"/>
                    <a:pt x="20969" y="31512"/>
                    <a:pt x="24193" y="26439"/>
                  </a:cubicBezTo>
                  <a:lnTo>
                    <a:pt x="25397" y="27471"/>
                  </a:lnTo>
                  <a:cubicBezTo>
                    <a:pt x="22560" y="29707"/>
                    <a:pt x="19378" y="31426"/>
                    <a:pt x="15939" y="32544"/>
                  </a:cubicBezTo>
                  <a:cubicBezTo>
                    <a:pt x="12500" y="33705"/>
                    <a:pt x="8932" y="34221"/>
                    <a:pt x="5320" y="34092"/>
                  </a:cubicBezTo>
                  <a:cubicBezTo>
                    <a:pt x="4375" y="34092"/>
                    <a:pt x="3472" y="33963"/>
                    <a:pt x="2569" y="33705"/>
                  </a:cubicBezTo>
                  <a:cubicBezTo>
                    <a:pt x="1537" y="33447"/>
                    <a:pt x="678" y="32716"/>
                    <a:pt x="205" y="31770"/>
                  </a:cubicBezTo>
                  <a:cubicBezTo>
                    <a:pt x="-182" y="30738"/>
                    <a:pt x="-10" y="29621"/>
                    <a:pt x="635" y="28718"/>
                  </a:cubicBezTo>
                  <a:cubicBezTo>
                    <a:pt x="1107" y="28030"/>
                    <a:pt x="1666" y="27385"/>
                    <a:pt x="2268" y="26826"/>
                  </a:cubicBezTo>
                  <a:cubicBezTo>
                    <a:pt x="6094" y="22957"/>
                    <a:pt x="9362" y="18615"/>
                    <a:pt x="12070" y="13929"/>
                  </a:cubicBezTo>
                  <a:cubicBezTo>
                    <a:pt x="14434" y="9458"/>
                    <a:pt x="16455" y="4772"/>
                    <a:pt x="18132" y="0"/>
                  </a:cubicBezTo>
                  <a:cubicBezTo>
                    <a:pt x="18046" y="1376"/>
                    <a:pt x="17745" y="2751"/>
                    <a:pt x="17315" y="4041"/>
                  </a:cubicBezTo>
                  <a:cubicBezTo>
                    <a:pt x="16240" y="7652"/>
                    <a:pt x="14821" y="11178"/>
                    <a:pt x="13016" y="14488"/>
                  </a:cubicBezTo>
                  <a:cubicBezTo>
                    <a:pt x="10436" y="19475"/>
                    <a:pt x="7169" y="24032"/>
                    <a:pt x="3300" y="28116"/>
                  </a:cubicBezTo>
                  <a:cubicBezTo>
                    <a:pt x="2225" y="29191"/>
                    <a:pt x="1150" y="30437"/>
                    <a:pt x="1580" y="31383"/>
                  </a:cubicBezTo>
                  <a:cubicBezTo>
                    <a:pt x="2010" y="32329"/>
                    <a:pt x="3687" y="32716"/>
                    <a:pt x="5278" y="32673"/>
                  </a:cubicBezTo>
                  <a:cubicBezTo>
                    <a:pt x="8674" y="32759"/>
                    <a:pt x="12113" y="32243"/>
                    <a:pt x="15337" y="31168"/>
                  </a:cubicBezTo>
                  <a:cubicBezTo>
                    <a:pt x="18562" y="30093"/>
                    <a:pt x="21571" y="28460"/>
                    <a:pt x="24279" y="26396"/>
                  </a:cubicBezTo>
                  <a:lnTo>
                    <a:pt x="27762" y="23688"/>
                  </a:lnTo>
                  <a:lnTo>
                    <a:pt x="25526" y="27471"/>
                  </a:lnTo>
                  <a:lnTo>
                    <a:pt x="16928" y="41658"/>
                  </a:lnTo>
                  <a:cubicBezTo>
                    <a:pt x="16240" y="42518"/>
                    <a:pt x="15853" y="43550"/>
                    <a:pt x="15724" y="44624"/>
                  </a:cubicBezTo>
                  <a:cubicBezTo>
                    <a:pt x="15853" y="45441"/>
                    <a:pt x="16584" y="45957"/>
                    <a:pt x="17401" y="45828"/>
                  </a:cubicBezTo>
                  <a:lnTo>
                    <a:pt x="17487" y="45828"/>
                  </a:lnTo>
                  <a:cubicBezTo>
                    <a:pt x="19378" y="45398"/>
                    <a:pt x="21184" y="44581"/>
                    <a:pt x="22775" y="43464"/>
                  </a:cubicBezTo>
                  <a:lnTo>
                    <a:pt x="30470" y="39164"/>
                  </a:lnTo>
                  <a:cubicBezTo>
                    <a:pt x="31373" y="38520"/>
                    <a:pt x="32319" y="38047"/>
                    <a:pt x="33350" y="37660"/>
                  </a:cubicBezTo>
                  <a:lnTo>
                    <a:pt x="33350" y="37660"/>
                  </a:lnTo>
                  <a:close/>
                </a:path>
              </a:pathLst>
            </a:custGeom>
            <a:solidFill>
              <a:srgbClr val="455A6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1" name="Google Shape;1551;p76"/>
            <p:cNvSpPr/>
            <p:nvPr/>
          </p:nvSpPr>
          <p:spPr>
            <a:xfrm>
              <a:off x="4579106" y="2520799"/>
              <a:ext cx="19825" cy="20070"/>
            </a:xfrm>
            <a:custGeom>
              <a:avLst/>
              <a:gdLst/>
              <a:ahLst/>
              <a:cxnLst/>
              <a:rect l="l" t="t" r="r" b="b"/>
              <a:pathLst>
                <a:path w="19825" h="20070" extrusionOk="0">
                  <a:moveTo>
                    <a:pt x="140" y="7874"/>
                  </a:moveTo>
                  <a:cubicBezTo>
                    <a:pt x="1129" y="3145"/>
                    <a:pt x="5428" y="-166"/>
                    <a:pt x="10243" y="6"/>
                  </a:cubicBezTo>
                  <a:cubicBezTo>
                    <a:pt x="13725" y="350"/>
                    <a:pt x="16777" y="2371"/>
                    <a:pt x="18411" y="5466"/>
                  </a:cubicBezTo>
                  <a:cubicBezTo>
                    <a:pt x="20001" y="8562"/>
                    <a:pt x="20259" y="12173"/>
                    <a:pt x="19142" y="15440"/>
                  </a:cubicBezTo>
                  <a:lnTo>
                    <a:pt x="19142" y="16171"/>
                  </a:lnTo>
                  <a:cubicBezTo>
                    <a:pt x="15917" y="19825"/>
                    <a:pt x="10758" y="21072"/>
                    <a:pt x="6244" y="19223"/>
                  </a:cubicBezTo>
                  <a:cubicBezTo>
                    <a:pt x="1860" y="17246"/>
                    <a:pt x="-634" y="12603"/>
                    <a:pt x="140" y="7874"/>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2" name="Google Shape;1552;p76"/>
            <p:cNvSpPr/>
            <p:nvPr/>
          </p:nvSpPr>
          <p:spPr>
            <a:xfrm>
              <a:off x="4573141" y="2528559"/>
              <a:ext cx="31899" cy="4623"/>
            </a:xfrm>
            <a:custGeom>
              <a:avLst/>
              <a:gdLst/>
              <a:ahLst/>
              <a:cxnLst/>
              <a:rect l="l" t="t" r="r" b="b"/>
              <a:pathLst>
                <a:path w="31899" h="4623" extrusionOk="0">
                  <a:moveTo>
                    <a:pt x="31899" y="1704"/>
                  </a:moveTo>
                  <a:cubicBezTo>
                    <a:pt x="31899" y="2951"/>
                    <a:pt x="24849" y="4197"/>
                    <a:pt x="16036" y="4541"/>
                  </a:cubicBezTo>
                  <a:cubicBezTo>
                    <a:pt x="7223" y="4885"/>
                    <a:pt x="43" y="4111"/>
                    <a:pt x="0" y="2865"/>
                  </a:cubicBezTo>
                  <a:cubicBezTo>
                    <a:pt x="-43" y="1618"/>
                    <a:pt x="7050" y="371"/>
                    <a:pt x="15864" y="70"/>
                  </a:cubicBezTo>
                  <a:cubicBezTo>
                    <a:pt x="24677" y="-231"/>
                    <a:pt x="31899" y="457"/>
                    <a:pt x="31899" y="1704"/>
                  </a:cubicBez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3" name="Google Shape;1553;p76"/>
            <p:cNvSpPr/>
            <p:nvPr/>
          </p:nvSpPr>
          <p:spPr>
            <a:xfrm>
              <a:off x="4641797" y="2531510"/>
              <a:ext cx="13714" cy="34177"/>
            </a:xfrm>
            <a:custGeom>
              <a:avLst/>
              <a:gdLst/>
              <a:ahLst/>
              <a:cxnLst/>
              <a:rect l="l" t="t" r="r" b="b"/>
              <a:pathLst>
                <a:path w="13714" h="34177" extrusionOk="0">
                  <a:moveTo>
                    <a:pt x="0" y="0"/>
                  </a:moveTo>
                  <a:cubicBezTo>
                    <a:pt x="0" y="0"/>
                    <a:pt x="2537" y="0"/>
                    <a:pt x="4686" y="3095"/>
                  </a:cubicBezTo>
                  <a:cubicBezTo>
                    <a:pt x="7051" y="6965"/>
                    <a:pt x="8770" y="11178"/>
                    <a:pt x="9845" y="15606"/>
                  </a:cubicBezTo>
                  <a:cubicBezTo>
                    <a:pt x="11952" y="21581"/>
                    <a:pt x="13284" y="27858"/>
                    <a:pt x="13714" y="34178"/>
                  </a:cubicBezTo>
                  <a:cubicBezTo>
                    <a:pt x="13241" y="34178"/>
                    <a:pt x="11350" y="26009"/>
                    <a:pt x="8297" y="16079"/>
                  </a:cubicBezTo>
                  <a:cubicBezTo>
                    <a:pt x="7222" y="11822"/>
                    <a:pt x="5675" y="7695"/>
                    <a:pt x="3740" y="3740"/>
                  </a:cubicBezTo>
                  <a:cubicBezTo>
                    <a:pt x="2751" y="2279"/>
                    <a:pt x="1462" y="989"/>
                    <a:pt x="0" y="0"/>
                  </a:cubicBezTo>
                  <a:lnTo>
                    <a:pt x="0"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4" name="Google Shape;1554;p76"/>
            <p:cNvSpPr/>
            <p:nvPr/>
          </p:nvSpPr>
          <p:spPr>
            <a:xfrm>
              <a:off x="4598806" y="2647198"/>
              <a:ext cx="106315" cy="209020"/>
            </a:xfrm>
            <a:custGeom>
              <a:avLst/>
              <a:gdLst/>
              <a:ahLst/>
              <a:cxnLst/>
              <a:rect l="l" t="t" r="r" b="b"/>
              <a:pathLst>
                <a:path w="106315" h="209020" extrusionOk="0">
                  <a:moveTo>
                    <a:pt x="106316" y="153649"/>
                  </a:moveTo>
                  <a:cubicBezTo>
                    <a:pt x="106316" y="153649"/>
                    <a:pt x="50428" y="44495"/>
                    <a:pt x="42518" y="0"/>
                  </a:cubicBezTo>
                  <a:lnTo>
                    <a:pt x="0" y="7180"/>
                  </a:lnTo>
                  <a:lnTo>
                    <a:pt x="26396" y="209021"/>
                  </a:lnTo>
                  <a:lnTo>
                    <a:pt x="106316" y="153649"/>
                  </a:lnTo>
                  <a:lnTo>
                    <a:pt x="106316" y="153649"/>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5" name="Google Shape;1555;p76"/>
            <p:cNvSpPr/>
            <p:nvPr/>
          </p:nvSpPr>
          <p:spPr>
            <a:xfrm>
              <a:off x="4584906" y="2528391"/>
              <a:ext cx="78658" cy="130844"/>
            </a:xfrm>
            <a:custGeom>
              <a:avLst/>
              <a:gdLst/>
              <a:ahLst/>
              <a:cxnLst/>
              <a:rect l="l" t="t" r="r" b="b"/>
              <a:pathLst>
                <a:path w="78658" h="130844" extrusionOk="0">
                  <a:moveTo>
                    <a:pt x="56204" y="119924"/>
                  </a:moveTo>
                  <a:lnTo>
                    <a:pt x="58353" y="107887"/>
                  </a:lnTo>
                  <a:lnTo>
                    <a:pt x="77699" y="56900"/>
                  </a:lnTo>
                  <a:cubicBezTo>
                    <a:pt x="78774" y="54020"/>
                    <a:pt x="78946" y="50881"/>
                    <a:pt x="78215" y="47915"/>
                  </a:cubicBezTo>
                  <a:lnTo>
                    <a:pt x="70519" y="16747"/>
                  </a:lnTo>
                  <a:cubicBezTo>
                    <a:pt x="68800" y="9782"/>
                    <a:pt x="63254" y="4408"/>
                    <a:pt x="56247" y="2904"/>
                  </a:cubicBezTo>
                  <a:cubicBezTo>
                    <a:pt x="45456" y="625"/>
                    <a:pt x="30452" y="-1739"/>
                    <a:pt x="27271" y="1829"/>
                  </a:cubicBezTo>
                  <a:cubicBezTo>
                    <a:pt x="22026" y="7590"/>
                    <a:pt x="23918" y="11373"/>
                    <a:pt x="23918" y="11373"/>
                  </a:cubicBezTo>
                  <a:cubicBezTo>
                    <a:pt x="23918" y="11373"/>
                    <a:pt x="10075" y="14726"/>
                    <a:pt x="10075" y="21906"/>
                  </a:cubicBezTo>
                  <a:cubicBezTo>
                    <a:pt x="10075" y="21906"/>
                    <a:pt x="-888" y="27623"/>
                    <a:pt x="58" y="31922"/>
                  </a:cubicBezTo>
                  <a:cubicBezTo>
                    <a:pt x="1004" y="36222"/>
                    <a:pt x="4830" y="50108"/>
                    <a:pt x="9129" y="49119"/>
                  </a:cubicBezTo>
                  <a:cubicBezTo>
                    <a:pt x="11364" y="48818"/>
                    <a:pt x="13385" y="47657"/>
                    <a:pt x="14675" y="45809"/>
                  </a:cubicBezTo>
                  <a:lnTo>
                    <a:pt x="17254" y="54879"/>
                  </a:lnTo>
                  <a:lnTo>
                    <a:pt x="14675" y="69668"/>
                  </a:lnTo>
                  <a:cubicBezTo>
                    <a:pt x="14675" y="69668"/>
                    <a:pt x="5303" y="101223"/>
                    <a:pt x="7194" y="109822"/>
                  </a:cubicBezTo>
                  <a:cubicBezTo>
                    <a:pt x="9129" y="117001"/>
                    <a:pt x="11622" y="124051"/>
                    <a:pt x="14675" y="130844"/>
                  </a:cubicBezTo>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6" name="Google Shape;1556;p76"/>
            <p:cNvSpPr/>
            <p:nvPr/>
          </p:nvSpPr>
          <p:spPr>
            <a:xfrm>
              <a:off x="4584340" y="2527297"/>
              <a:ext cx="80177" cy="131938"/>
            </a:xfrm>
            <a:custGeom>
              <a:avLst/>
              <a:gdLst/>
              <a:ahLst/>
              <a:cxnLst/>
              <a:rect l="l" t="t" r="r" b="b"/>
              <a:pathLst>
                <a:path w="80177" h="131938" extrusionOk="0">
                  <a:moveTo>
                    <a:pt x="15240" y="131938"/>
                  </a:moveTo>
                  <a:cubicBezTo>
                    <a:pt x="15240" y="131938"/>
                    <a:pt x="15240" y="131637"/>
                    <a:pt x="14681" y="130950"/>
                  </a:cubicBezTo>
                  <a:lnTo>
                    <a:pt x="13305" y="127940"/>
                  </a:lnTo>
                  <a:cubicBezTo>
                    <a:pt x="11672" y="124028"/>
                    <a:pt x="10253" y="120073"/>
                    <a:pt x="9006" y="116032"/>
                  </a:cubicBezTo>
                  <a:cubicBezTo>
                    <a:pt x="7889" y="113152"/>
                    <a:pt x="7330" y="110056"/>
                    <a:pt x="7330" y="106961"/>
                  </a:cubicBezTo>
                  <a:cubicBezTo>
                    <a:pt x="7502" y="103307"/>
                    <a:pt x="7932" y="99695"/>
                    <a:pt x="8663" y="96127"/>
                  </a:cubicBezTo>
                  <a:cubicBezTo>
                    <a:pt x="10038" y="88475"/>
                    <a:pt x="12145" y="79920"/>
                    <a:pt x="14810" y="70591"/>
                  </a:cubicBezTo>
                  <a:lnTo>
                    <a:pt x="14810" y="70591"/>
                  </a:lnTo>
                  <a:cubicBezTo>
                    <a:pt x="15584" y="65905"/>
                    <a:pt x="16444" y="60918"/>
                    <a:pt x="17347" y="55759"/>
                  </a:cubicBezTo>
                  <a:lnTo>
                    <a:pt x="17347" y="56060"/>
                  </a:lnTo>
                  <a:cubicBezTo>
                    <a:pt x="16530" y="53265"/>
                    <a:pt x="15627" y="50170"/>
                    <a:pt x="14724" y="46989"/>
                  </a:cubicBezTo>
                  <a:lnTo>
                    <a:pt x="16100" y="46989"/>
                  </a:lnTo>
                  <a:cubicBezTo>
                    <a:pt x="15068" y="48537"/>
                    <a:pt x="13564" y="49654"/>
                    <a:pt x="11801" y="50213"/>
                  </a:cubicBezTo>
                  <a:cubicBezTo>
                    <a:pt x="10941" y="50600"/>
                    <a:pt x="9952" y="50772"/>
                    <a:pt x="9006" y="50772"/>
                  </a:cubicBezTo>
                  <a:cubicBezTo>
                    <a:pt x="8018" y="50557"/>
                    <a:pt x="7115" y="49998"/>
                    <a:pt x="6513" y="49181"/>
                  </a:cubicBezTo>
                  <a:cubicBezTo>
                    <a:pt x="4407" y="46344"/>
                    <a:pt x="2816" y="43120"/>
                    <a:pt x="1870" y="39680"/>
                  </a:cubicBezTo>
                  <a:cubicBezTo>
                    <a:pt x="1354" y="38004"/>
                    <a:pt x="838" y="36284"/>
                    <a:pt x="408" y="34565"/>
                  </a:cubicBezTo>
                  <a:lnTo>
                    <a:pt x="65" y="33232"/>
                  </a:lnTo>
                  <a:cubicBezTo>
                    <a:pt x="-22" y="32673"/>
                    <a:pt x="-22" y="32157"/>
                    <a:pt x="65" y="31598"/>
                  </a:cubicBezTo>
                  <a:cubicBezTo>
                    <a:pt x="279" y="30566"/>
                    <a:pt x="752" y="29621"/>
                    <a:pt x="1440" y="28847"/>
                  </a:cubicBezTo>
                  <a:cubicBezTo>
                    <a:pt x="4020" y="26095"/>
                    <a:pt x="7072" y="23774"/>
                    <a:pt x="10468" y="22054"/>
                  </a:cubicBezTo>
                  <a:lnTo>
                    <a:pt x="10038" y="22785"/>
                  </a:lnTo>
                  <a:cubicBezTo>
                    <a:pt x="10468" y="19432"/>
                    <a:pt x="12575" y="16551"/>
                    <a:pt x="15627" y="15133"/>
                  </a:cubicBezTo>
                  <a:cubicBezTo>
                    <a:pt x="18421" y="13499"/>
                    <a:pt x="21388" y="12252"/>
                    <a:pt x="24526" y="11478"/>
                  </a:cubicBezTo>
                  <a:lnTo>
                    <a:pt x="23967" y="12639"/>
                  </a:lnTo>
                  <a:cubicBezTo>
                    <a:pt x="23365" y="10791"/>
                    <a:pt x="23451" y="8770"/>
                    <a:pt x="24268" y="6965"/>
                  </a:cubicBezTo>
                  <a:cubicBezTo>
                    <a:pt x="25042" y="5245"/>
                    <a:pt x="26074" y="3654"/>
                    <a:pt x="27364" y="2279"/>
                  </a:cubicBezTo>
                  <a:cubicBezTo>
                    <a:pt x="29126" y="860"/>
                    <a:pt x="31319" y="86"/>
                    <a:pt x="33597" y="129"/>
                  </a:cubicBezTo>
                  <a:cubicBezTo>
                    <a:pt x="35661" y="-43"/>
                    <a:pt x="37767" y="-43"/>
                    <a:pt x="39831" y="129"/>
                  </a:cubicBezTo>
                  <a:cubicBezTo>
                    <a:pt x="43872" y="473"/>
                    <a:pt x="47870" y="1032"/>
                    <a:pt x="51825" y="1806"/>
                  </a:cubicBezTo>
                  <a:cubicBezTo>
                    <a:pt x="53760" y="2150"/>
                    <a:pt x="55694" y="2536"/>
                    <a:pt x="57629" y="2966"/>
                  </a:cubicBezTo>
                  <a:cubicBezTo>
                    <a:pt x="59607" y="3439"/>
                    <a:pt x="61498" y="4213"/>
                    <a:pt x="63218" y="5288"/>
                  </a:cubicBezTo>
                  <a:cubicBezTo>
                    <a:pt x="66614" y="7308"/>
                    <a:pt x="69322" y="10318"/>
                    <a:pt x="70956" y="13886"/>
                  </a:cubicBezTo>
                  <a:cubicBezTo>
                    <a:pt x="71687" y="15649"/>
                    <a:pt x="72203" y="17497"/>
                    <a:pt x="72590" y="19346"/>
                  </a:cubicBezTo>
                  <a:cubicBezTo>
                    <a:pt x="73063" y="21151"/>
                    <a:pt x="73492" y="22914"/>
                    <a:pt x="73922" y="24677"/>
                  </a:cubicBezTo>
                  <a:cubicBezTo>
                    <a:pt x="74782" y="28159"/>
                    <a:pt x="75599" y="31641"/>
                    <a:pt x="76459" y="34994"/>
                  </a:cubicBezTo>
                  <a:lnTo>
                    <a:pt x="78866" y="44925"/>
                  </a:lnTo>
                  <a:cubicBezTo>
                    <a:pt x="79253" y="46602"/>
                    <a:pt x="79726" y="48107"/>
                    <a:pt x="79984" y="49826"/>
                  </a:cubicBezTo>
                  <a:cubicBezTo>
                    <a:pt x="80242" y="51503"/>
                    <a:pt x="80242" y="53179"/>
                    <a:pt x="79984" y="54856"/>
                  </a:cubicBezTo>
                  <a:cubicBezTo>
                    <a:pt x="79640" y="56447"/>
                    <a:pt x="79167" y="57994"/>
                    <a:pt x="78523" y="59456"/>
                  </a:cubicBezTo>
                  <a:cubicBezTo>
                    <a:pt x="77964" y="60875"/>
                    <a:pt x="77405" y="62293"/>
                    <a:pt x="76889" y="63755"/>
                  </a:cubicBezTo>
                  <a:cubicBezTo>
                    <a:pt x="75814" y="66550"/>
                    <a:pt x="74739" y="69258"/>
                    <a:pt x="73751" y="71923"/>
                  </a:cubicBezTo>
                  <a:lnTo>
                    <a:pt x="67990" y="87185"/>
                  </a:lnTo>
                  <a:cubicBezTo>
                    <a:pt x="64508" y="96170"/>
                    <a:pt x="61584" y="103608"/>
                    <a:pt x="59392" y="109239"/>
                  </a:cubicBezTo>
                  <a:lnTo>
                    <a:pt x="59392" y="109239"/>
                  </a:lnTo>
                  <a:cubicBezTo>
                    <a:pt x="58661" y="112980"/>
                    <a:pt x="58102" y="115989"/>
                    <a:pt x="57672" y="118138"/>
                  </a:cubicBezTo>
                  <a:lnTo>
                    <a:pt x="57199" y="120417"/>
                  </a:lnTo>
                  <a:cubicBezTo>
                    <a:pt x="57199" y="120933"/>
                    <a:pt x="57113" y="121191"/>
                    <a:pt x="56941" y="121191"/>
                  </a:cubicBezTo>
                  <a:lnTo>
                    <a:pt x="56941" y="120374"/>
                  </a:lnTo>
                  <a:cubicBezTo>
                    <a:pt x="56941" y="119772"/>
                    <a:pt x="56941" y="118998"/>
                    <a:pt x="57242" y="118052"/>
                  </a:cubicBezTo>
                  <a:lnTo>
                    <a:pt x="58661" y="109110"/>
                  </a:lnTo>
                  <a:lnTo>
                    <a:pt x="58661" y="109110"/>
                  </a:lnTo>
                  <a:cubicBezTo>
                    <a:pt x="60724" y="103436"/>
                    <a:pt x="63519" y="95955"/>
                    <a:pt x="66829" y="86927"/>
                  </a:cubicBezTo>
                  <a:cubicBezTo>
                    <a:pt x="68549" y="82370"/>
                    <a:pt x="70397" y="77426"/>
                    <a:pt x="72332" y="72181"/>
                  </a:cubicBezTo>
                  <a:lnTo>
                    <a:pt x="75427" y="63970"/>
                  </a:lnTo>
                  <a:cubicBezTo>
                    <a:pt x="75943" y="62551"/>
                    <a:pt x="76459" y="61133"/>
                    <a:pt x="77018" y="59671"/>
                  </a:cubicBezTo>
                  <a:cubicBezTo>
                    <a:pt x="77620" y="58295"/>
                    <a:pt x="78050" y="56834"/>
                    <a:pt x="78393" y="55372"/>
                  </a:cubicBezTo>
                  <a:cubicBezTo>
                    <a:pt x="78651" y="53867"/>
                    <a:pt x="78651" y="52320"/>
                    <a:pt x="78393" y="50815"/>
                  </a:cubicBezTo>
                  <a:cubicBezTo>
                    <a:pt x="78135" y="49310"/>
                    <a:pt x="77663" y="47677"/>
                    <a:pt x="77276" y="46043"/>
                  </a:cubicBezTo>
                  <a:cubicBezTo>
                    <a:pt x="76459" y="42819"/>
                    <a:pt x="75642" y="39508"/>
                    <a:pt x="74782" y="36155"/>
                  </a:cubicBezTo>
                  <a:cubicBezTo>
                    <a:pt x="73922" y="32802"/>
                    <a:pt x="73106" y="29320"/>
                    <a:pt x="72203" y="25794"/>
                  </a:cubicBezTo>
                  <a:cubicBezTo>
                    <a:pt x="71773" y="24032"/>
                    <a:pt x="71343" y="22269"/>
                    <a:pt x="70870" y="20507"/>
                  </a:cubicBezTo>
                  <a:cubicBezTo>
                    <a:pt x="70526" y="18701"/>
                    <a:pt x="70010" y="16981"/>
                    <a:pt x="69279" y="15305"/>
                  </a:cubicBezTo>
                  <a:cubicBezTo>
                    <a:pt x="67818" y="11951"/>
                    <a:pt x="65324" y="9157"/>
                    <a:pt x="62186" y="7265"/>
                  </a:cubicBezTo>
                  <a:cubicBezTo>
                    <a:pt x="58790" y="5503"/>
                    <a:pt x="55093" y="4385"/>
                    <a:pt x="51309" y="3998"/>
                  </a:cubicBezTo>
                  <a:cubicBezTo>
                    <a:pt x="47397" y="3267"/>
                    <a:pt x="43442" y="2708"/>
                    <a:pt x="39487" y="2364"/>
                  </a:cubicBezTo>
                  <a:cubicBezTo>
                    <a:pt x="37509" y="2236"/>
                    <a:pt x="35489" y="2236"/>
                    <a:pt x="33511" y="2364"/>
                  </a:cubicBezTo>
                  <a:cubicBezTo>
                    <a:pt x="31663" y="2364"/>
                    <a:pt x="29857" y="2923"/>
                    <a:pt x="28352" y="3998"/>
                  </a:cubicBezTo>
                  <a:cubicBezTo>
                    <a:pt x="27192" y="5245"/>
                    <a:pt x="26246" y="6707"/>
                    <a:pt x="25601" y="8297"/>
                  </a:cubicBezTo>
                  <a:cubicBezTo>
                    <a:pt x="24956" y="9630"/>
                    <a:pt x="24827" y="11178"/>
                    <a:pt x="25257" y="12596"/>
                  </a:cubicBezTo>
                  <a:lnTo>
                    <a:pt x="25601" y="13499"/>
                  </a:lnTo>
                  <a:lnTo>
                    <a:pt x="24698" y="13757"/>
                  </a:lnTo>
                  <a:cubicBezTo>
                    <a:pt x="21689" y="14488"/>
                    <a:pt x="18808" y="15649"/>
                    <a:pt x="16100" y="17196"/>
                  </a:cubicBezTo>
                  <a:cubicBezTo>
                    <a:pt x="13564" y="18357"/>
                    <a:pt x="11758" y="20722"/>
                    <a:pt x="11328" y="23473"/>
                  </a:cubicBezTo>
                  <a:lnTo>
                    <a:pt x="11328" y="23946"/>
                  </a:lnTo>
                  <a:lnTo>
                    <a:pt x="10898" y="24204"/>
                  </a:lnTo>
                  <a:cubicBezTo>
                    <a:pt x="7674" y="25794"/>
                    <a:pt x="4750" y="27901"/>
                    <a:pt x="2300" y="30523"/>
                  </a:cubicBezTo>
                  <a:cubicBezTo>
                    <a:pt x="1784" y="31125"/>
                    <a:pt x="1440" y="31813"/>
                    <a:pt x="1225" y="32544"/>
                  </a:cubicBezTo>
                  <a:cubicBezTo>
                    <a:pt x="1225" y="33318"/>
                    <a:pt x="1311" y="34135"/>
                    <a:pt x="1569" y="34865"/>
                  </a:cubicBezTo>
                  <a:cubicBezTo>
                    <a:pt x="1999" y="36585"/>
                    <a:pt x="2472" y="38262"/>
                    <a:pt x="3031" y="39895"/>
                  </a:cubicBezTo>
                  <a:cubicBezTo>
                    <a:pt x="3934" y="43120"/>
                    <a:pt x="5352" y="46172"/>
                    <a:pt x="7330" y="48880"/>
                  </a:cubicBezTo>
                  <a:cubicBezTo>
                    <a:pt x="7760" y="49396"/>
                    <a:pt x="8319" y="49783"/>
                    <a:pt x="8964" y="49955"/>
                  </a:cubicBezTo>
                  <a:cubicBezTo>
                    <a:pt x="9651" y="49955"/>
                    <a:pt x="10339" y="49783"/>
                    <a:pt x="10984" y="49525"/>
                  </a:cubicBezTo>
                  <a:cubicBezTo>
                    <a:pt x="12360" y="49052"/>
                    <a:pt x="13564" y="48193"/>
                    <a:pt x="14423" y="47032"/>
                  </a:cubicBezTo>
                  <a:lnTo>
                    <a:pt x="15369" y="45570"/>
                  </a:lnTo>
                  <a:lnTo>
                    <a:pt x="15799" y="47161"/>
                  </a:lnTo>
                  <a:lnTo>
                    <a:pt x="18379" y="56232"/>
                  </a:lnTo>
                  <a:lnTo>
                    <a:pt x="18379" y="56576"/>
                  </a:lnTo>
                  <a:cubicBezTo>
                    <a:pt x="17476" y="61735"/>
                    <a:pt x="16573" y="66678"/>
                    <a:pt x="15756" y="71365"/>
                  </a:cubicBezTo>
                  <a:lnTo>
                    <a:pt x="15756" y="71365"/>
                  </a:lnTo>
                  <a:cubicBezTo>
                    <a:pt x="13048" y="80608"/>
                    <a:pt x="10855" y="89120"/>
                    <a:pt x="9393" y="96729"/>
                  </a:cubicBezTo>
                  <a:cubicBezTo>
                    <a:pt x="8663" y="100211"/>
                    <a:pt x="8147" y="103779"/>
                    <a:pt x="7932" y="107348"/>
                  </a:cubicBezTo>
                  <a:cubicBezTo>
                    <a:pt x="7889" y="110357"/>
                    <a:pt x="8362" y="113366"/>
                    <a:pt x="9393" y="116204"/>
                  </a:cubicBezTo>
                  <a:cubicBezTo>
                    <a:pt x="10984" y="121449"/>
                    <a:pt x="12575" y="125447"/>
                    <a:pt x="13693" y="128155"/>
                  </a:cubicBezTo>
                  <a:lnTo>
                    <a:pt x="14896" y="131251"/>
                  </a:lnTo>
                  <a:lnTo>
                    <a:pt x="15240" y="131938"/>
                  </a:lnTo>
                  <a:lnTo>
                    <a:pt x="15240" y="131938"/>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7" name="Google Shape;1557;p76"/>
            <p:cNvSpPr/>
            <p:nvPr/>
          </p:nvSpPr>
          <p:spPr>
            <a:xfrm>
              <a:off x="4594421" y="2548357"/>
              <a:ext cx="25407" cy="23606"/>
            </a:xfrm>
            <a:custGeom>
              <a:avLst/>
              <a:gdLst/>
              <a:ahLst/>
              <a:cxnLst/>
              <a:rect l="l" t="t" r="r" b="b"/>
              <a:pathLst>
                <a:path w="25407" h="23606" extrusionOk="0">
                  <a:moveTo>
                    <a:pt x="0" y="1940"/>
                  </a:moveTo>
                  <a:cubicBezTo>
                    <a:pt x="1677" y="994"/>
                    <a:pt x="3525" y="392"/>
                    <a:pt x="5460" y="220"/>
                  </a:cubicBezTo>
                  <a:cubicBezTo>
                    <a:pt x="7566" y="-167"/>
                    <a:pt x="9759" y="-38"/>
                    <a:pt x="11822" y="564"/>
                  </a:cubicBezTo>
                  <a:cubicBezTo>
                    <a:pt x="14359" y="1553"/>
                    <a:pt x="16466" y="3401"/>
                    <a:pt x="17712" y="5809"/>
                  </a:cubicBezTo>
                  <a:cubicBezTo>
                    <a:pt x="20851" y="11484"/>
                    <a:pt x="23430" y="17416"/>
                    <a:pt x="25408" y="23607"/>
                  </a:cubicBezTo>
                  <a:cubicBezTo>
                    <a:pt x="21968" y="18190"/>
                    <a:pt x="18916" y="12515"/>
                    <a:pt x="16294" y="6669"/>
                  </a:cubicBezTo>
                  <a:cubicBezTo>
                    <a:pt x="15262" y="4562"/>
                    <a:pt x="13456" y="2928"/>
                    <a:pt x="11307" y="2026"/>
                  </a:cubicBezTo>
                  <a:cubicBezTo>
                    <a:pt x="9458" y="1381"/>
                    <a:pt x="7523" y="1166"/>
                    <a:pt x="5589" y="1381"/>
                  </a:cubicBezTo>
                  <a:cubicBezTo>
                    <a:pt x="3740" y="1725"/>
                    <a:pt x="1892" y="1897"/>
                    <a:pt x="0" y="1940"/>
                  </a:cubicBezTo>
                  <a:lnTo>
                    <a:pt x="0" y="194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8" name="Google Shape;1558;p76"/>
            <p:cNvSpPr/>
            <p:nvPr/>
          </p:nvSpPr>
          <p:spPr>
            <a:xfrm>
              <a:off x="4596120" y="2563581"/>
              <a:ext cx="4591" cy="12866"/>
            </a:xfrm>
            <a:custGeom>
              <a:avLst/>
              <a:gdLst/>
              <a:ahLst/>
              <a:cxnLst/>
              <a:rect l="l" t="t" r="r" b="b"/>
              <a:pathLst>
                <a:path w="4591" h="12866" extrusionOk="0">
                  <a:moveTo>
                    <a:pt x="322" y="0"/>
                  </a:moveTo>
                  <a:cubicBezTo>
                    <a:pt x="1483" y="1978"/>
                    <a:pt x="2299" y="4084"/>
                    <a:pt x="2729" y="6320"/>
                  </a:cubicBezTo>
                  <a:cubicBezTo>
                    <a:pt x="3890" y="9802"/>
                    <a:pt x="4922" y="12639"/>
                    <a:pt x="4492" y="12854"/>
                  </a:cubicBezTo>
                  <a:cubicBezTo>
                    <a:pt x="4062" y="13069"/>
                    <a:pt x="2342" y="10447"/>
                    <a:pt x="1182" y="6836"/>
                  </a:cubicBezTo>
                  <a:cubicBezTo>
                    <a:pt x="21" y="3224"/>
                    <a:pt x="-323" y="43"/>
                    <a:pt x="322" y="0"/>
                  </a:cubicBezTo>
                  <a:lnTo>
                    <a:pt x="322"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9" name="Google Shape;1559;p76"/>
            <p:cNvSpPr/>
            <p:nvPr/>
          </p:nvSpPr>
          <p:spPr>
            <a:xfrm>
              <a:off x="4590822" y="2564914"/>
              <a:ext cx="6653" cy="4273"/>
            </a:xfrm>
            <a:custGeom>
              <a:avLst/>
              <a:gdLst/>
              <a:ahLst/>
              <a:cxnLst/>
              <a:rect l="l" t="t" r="r" b="b"/>
              <a:pathLst>
                <a:path w="6653" h="4273" extrusionOk="0">
                  <a:moveTo>
                    <a:pt x="160" y="0"/>
                  </a:moveTo>
                  <a:cubicBezTo>
                    <a:pt x="590" y="0"/>
                    <a:pt x="1535" y="1161"/>
                    <a:pt x="3255" y="2107"/>
                  </a:cubicBezTo>
                  <a:cubicBezTo>
                    <a:pt x="4975" y="3052"/>
                    <a:pt x="6565" y="3181"/>
                    <a:pt x="6651" y="3654"/>
                  </a:cubicBezTo>
                  <a:cubicBezTo>
                    <a:pt x="6737" y="4127"/>
                    <a:pt x="4631" y="4772"/>
                    <a:pt x="2352" y="3654"/>
                  </a:cubicBezTo>
                  <a:cubicBezTo>
                    <a:pt x="74" y="2536"/>
                    <a:pt x="-270" y="86"/>
                    <a:pt x="160" y="0"/>
                  </a:cubicBezTo>
                  <a:lnTo>
                    <a:pt x="160" y="0"/>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0" name="Google Shape;1560;p76"/>
            <p:cNvSpPr/>
            <p:nvPr/>
          </p:nvSpPr>
          <p:spPr>
            <a:xfrm>
              <a:off x="4609554" y="2538485"/>
              <a:ext cx="29047" cy="33865"/>
            </a:xfrm>
            <a:custGeom>
              <a:avLst/>
              <a:gdLst/>
              <a:ahLst/>
              <a:cxnLst/>
              <a:rect l="l" t="t" r="r" b="b"/>
              <a:pathLst>
                <a:path w="29047" h="33865" extrusionOk="0">
                  <a:moveTo>
                    <a:pt x="28890" y="33866"/>
                  </a:moveTo>
                  <a:cubicBezTo>
                    <a:pt x="27385" y="25354"/>
                    <a:pt x="24978" y="17014"/>
                    <a:pt x="21624" y="9060"/>
                  </a:cubicBezTo>
                  <a:cubicBezTo>
                    <a:pt x="20679" y="5965"/>
                    <a:pt x="18486" y="3429"/>
                    <a:pt x="15563" y="2096"/>
                  </a:cubicBezTo>
                  <a:cubicBezTo>
                    <a:pt x="12983" y="1365"/>
                    <a:pt x="10275" y="1279"/>
                    <a:pt x="7652" y="1795"/>
                  </a:cubicBezTo>
                  <a:cubicBezTo>
                    <a:pt x="5159" y="2397"/>
                    <a:pt x="2494" y="2397"/>
                    <a:pt x="0" y="1795"/>
                  </a:cubicBezTo>
                  <a:cubicBezTo>
                    <a:pt x="0" y="1795"/>
                    <a:pt x="2880" y="1795"/>
                    <a:pt x="7480" y="548"/>
                  </a:cubicBezTo>
                  <a:cubicBezTo>
                    <a:pt x="10318" y="-183"/>
                    <a:pt x="13241" y="-183"/>
                    <a:pt x="16078" y="548"/>
                  </a:cubicBezTo>
                  <a:cubicBezTo>
                    <a:pt x="17798" y="1107"/>
                    <a:pt x="19260" y="2139"/>
                    <a:pt x="20378" y="3557"/>
                  </a:cubicBezTo>
                  <a:cubicBezTo>
                    <a:pt x="21495" y="4976"/>
                    <a:pt x="22441" y="6567"/>
                    <a:pt x="23129" y="8243"/>
                  </a:cubicBezTo>
                  <a:cubicBezTo>
                    <a:pt x="25751" y="13918"/>
                    <a:pt x="27557" y="19894"/>
                    <a:pt x="28503" y="26042"/>
                  </a:cubicBezTo>
                  <a:cubicBezTo>
                    <a:pt x="29062" y="28621"/>
                    <a:pt x="29191" y="31243"/>
                    <a:pt x="28890" y="33866"/>
                  </a:cubicBezTo>
                  <a:lnTo>
                    <a:pt x="28890" y="33866"/>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1" name="Google Shape;1561;p76"/>
            <p:cNvSpPr/>
            <p:nvPr/>
          </p:nvSpPr>
          <p:spPr>
            <a:xfrm>
              <a:off x="4639132" y="2584346"/>
              <a:ext cx="9338" cy="13969"/>
            </a:xfrm>
            <a:custGeom>
              <a:avLst/>
              <a:gdLst/>
              <a:ahLst/>
              <a:cxnLst/>
              <a:rect l="l" t="t" r="r" b="b"/>
              <a:pathLst>
                <a:path w="9338" h="13969" extrusionOk="0">
                  <a:moveTo>
                    <a:pt x="0" y="13886"/>
                  </a:moveTo>
                  <a:cubicBezTo>
                    <a:pt x="0" y="13456"/>
                    <a:pt x="3396" y="11779"/>
                    <a:pt x="5847" y="7824"/>
                  </a:cubicBezTo>
                  <a:cubicBezTo>
                    <a:pt x="7137" y="5331"/>
                    <a:pt x="8168" y="2708"/>
                    <a:pt x="8899" y="0"/>
                  </a:cubicBezTo>
                  <a:cubicBezTo>
                    <a:pt x="8899" y="0"/>
                    <a:pt x="9415" y="989"/>
                    <a:pt x="9329" y="2665"/>
                  </a:cubicBezTo>
                  <a:cubicBezTo>
                    <a:pt x="9157" y="4858"/>
                    <a:pt x="8426" y="6922"/>
                    <a:pt x="7265" y="8770"/>
                  </a:cubicBezTo>
                  <a:cubicBezTo>
                    <a:pt x="6105" y="10576"/>
                    <a:pt x="4514" y="12037"/>
                    <a:pt x="2622" y="13069"/>
                  </a:cubicBezTo>
                  <a:cubicBezTo>
                    <a:pt x="1118" y="13929"/>
                    <a:pt x="301" y="14101"/>
                    <a:pt x="0" y="13886"/>
                  </a:cubicBez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2" name="Google Shape;1562;p76"/>
            <p:cNvSpPr/>
            <p:nvPr/>
          </p:nvSpPr>
          <p:spPr>
            <a:xfrm>
              <a:off x="4616475" y="2587397"/>
              <a:ext cx="9581" cy="10225"/>
            </a:xfrm>
            <a:custGeom>
              <a:avLst/>
              <a:gdLst/>
              <a:ahLst/>
              <a:cxnLst/>
              <a:rect l="l" t="t" r="r" b="b"/>
              <a:pathLst>
                <a:path w="9581" h="10225" extrusionOk="0">
                  <a:moveTo>
                    <a:pt x="0" y="9888"/>
                  </a:moveTo>
                  <a:cubicBezTo>
                    <a:pt x="0" y="9415"/>
                    <a:pt x="3182" y="8857"/>
                    <a:pt x="5718" y="6019"/>
                  </a:cubicBezTo>
                  <a:cubicBezTo>
                    <a:pt x="8254" y="3182"/>
                    <a:pt x="8770" y="-42"/>
                    <a:pt x="9243" y="0"/>
                  </a:cubicBezTo>
                  <a:cubicBezTo>
                    <a:pt x="9716" y="43"/>
                    <a:pt x="9673" y="860"/>
                    <a:pt x="9243" y="2279"/>
                  </a:cubicBezTo>
                  <a:cubicBezTo>
                    <a:pt x="8512" y="5976"/>
                    <a:pt x="5761" y="8943"/>
                    <a:pt x="2107" y="9931"/>
                  </a:cubicBezTo>
                  <a:cubicBezTo>
                    <a:pt x="860" y="10404"/>
                    <a:pt x="0" y="10232"/>
                    <a:pt x="0" y="9931"/>
                  </a:cubicBezTo>
                  <a:lnTo>
                    <a:pt x="0" y="993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3" name="Google Shape;1563;p76"/>
            <p:cNvSpPr/>
            <p:nvPr/>
          </p:nvSpPr>
          <p:spPr>
            <a:xfrm>
              <a:off x="4623655" y="2797751"/>
              <a:ext cx="126080" cy="149193"/>
            </a:xfrm>
            <a:custGeom>
              <a:avLst/>
              <a:gdLst/>
              <a:ahLst/>
              <a:cxnLst/>
              <a:rect l="l" t="t" r="r" b="b"/>
              <a:pathLst>
                <a:path w="126080" h="149193" extrusionOk="0">
                  <a:moveTo>
                    <a:pt x="88862" y="145480"/>
                  </a:moveTo>
                  <a:lnTo>
                    <a:pt x="88174" y="145738"/>
                  </a:lnTo>
                  <a:lnTo>
                    <a:pt x="86110" y="146383"/>
                  </a:lnTo>
                  <a:cubicBezTo>
                    <a:pt x="83402" y="147157"/>
                    <a:pt x="80651" y="147802"/>
                    <a:pt x="77856" y="148275"/>
                  </a:cubicBezTo>
                  <a:cubicBezTo>
                    <a:pt x="67452" y="150080"/>
                    <a:pt x="56791" y="149221"/>
                    <a:pt x="46817" y="145738"/>
                  </a:cubicBezTo>
                  <a:cubicBezTo>
                    <a:pt x="31942" y="139935"/>
                    <a:pt x="19432" y="129359"/>
                    <a:pt x="11264" y="115645"/>
                  </a:cubicBezTo>
                  <a:cubicBezTo>
                    <a:pt x="8727" y="111733"/>
                    <a:pt x="6750" y="107520"/>
                    <a:pt x="5374" y="103092"/>
                  </a:cubicBezTo>
                  <a:cubicBezTo>
                    <a:pt x="4041" y="98449"/>
                    <a:pt x="2966" y="93763"/>
                    <a:pt x="2235" y="88991"/>
                  </a:cubicBezTo>
                  <a:cubicBezTo>
                    <a:pt x="774" y="78931"/>
                    <a:pt x="43" y="68742"/>
                    <a:pt x="0" y="58553"/>
                  </a:cubicBezTo>
                  <a:lnTo>
                    <a:pt x="0" y="58123"/>
                  </a:lnTo>
                  <a:lnTo>
                    <a:pt x="387" y="57865"/>
                  </a:lnTo>
                  <a:lnTo>
                    <a:pt x="20077" y="44538"/>
                  </a:lnTo>
                  <a:lnTo>
                    <a:pt x="84950" y="301"/>
                  </a:lnTo>
                  <a:lnTo>
                    <a:pt x="85465" y="0"/>
                  </a:lnTo>
                  <a:lnTo>
                    <a:pt x="85895" y="387"/>
                  </a:lnTo>
                  <a:cubicBezTo>
                    <a:pt x="95310" y="9028"/>
                    <a:pt x="103822" y="18615"/>
                    <a:pt x="111303" y="29019"/>
                  </a:cubicBezTo>
                  <a:cubicBezTo>
                    <a:pt x="114355" y="33447"/>
                    <a:pt x="116977" y="38133"/>
                    <a:pt x="119213" y="42991"/>
                  </a:cubicBezTo>
                  <a:cubicBezTo>
                    <a:pt x="121019" y="47161"/>
                    <a:pt x="122480" y="51460"/>
                    <a:pt x="123512" y="55888"/>
                  </a:cubicBezTo>
                  <a:cubicBezTo>
                    <a:pt x="125060" y="62121"/>
                    <a:pt x="125877" y="68484"/>
                    <a:pt x="126049" y="74890"/>
                  </a:cubicBezTo>
                  <a:lnTo>
                    <a:pt x="126049" y="79963"/>
                  </a:lnTo>
                  <a:cubicBezTo>
                    <a:pt x="126091" y="80521"/>
                    <a:pt x="126091" y="81123"/>
                    <a:pt x="126049" y="81682"/>
                  </a:cubicBezTo>
                  <a:cubicBezTo>
                    <a:pt x="126006" y="81123"/>
                    <a:pt x="126006" y="80521"/>
                    <a:pt x="126049" y="79963"/>
                  </a:cubicBezTo>
                  <a:lnTo>
                    <a:pt x="126049" y="74890"/>
                  </a:lnTo>
                  <a:cubicBezTo>
                    <a:pt x="125662" y="68527"/>
                    <a:pt x="124716" y="62250"/>
                    <a:pt x="123125" y="56103"/>
                  </a:cubicBezTo>
                  <a:cubicBezTo>
                    <a:pt x="121965" y="51675"/>
                    <a:pt x="120417" y="47376"/>
                    <a:pt x="118525" y="43206"/>
                  </a:cubicBezTo>
                  <a:cubicBezTo>
                    <a:pt x="116204" y="38391"/>
                    <a:pt x="113495" y="33834"/>
                    <a:pt x="110357" y="29492"/>
                  </a:cubicBezTo>
                  <a:cubicBezTo>
                    <a:pt x="102877" y="19217"/>
                    <a:pt x="94322" y="9759"/>
                    <a:pt x="84907" y="1247"/>
                  </a:cubicBezTo>
                  <a:lnTo>
                    <a:pt x="85852" y="1247"/>
                  </a:lnTo>
                  <a:lnTo>
                    <a:pt x="21065" y="45656"/>
                  </a:lnTo>
                  <a:lnTo>
                    <a:pt x="1075" y="59284"/>
                  </a:lnTo>
                  <a:lnTo>
                    <a:pt x="1462" y="58596"/>
                  </a:lnTo>
                  <a:cubicBezTo>
                    <a:pt x="1462" y="68656"/>
                    <a:pt x="2193" y="78716"/>
                    <a:pt x="3611" y="88690"/>
                  </a:cubicBezTo>
                  <a:cubicBezTo>
                    <a:pt x="4342" y="93376"/>
                    <a:pt x="5374" y="98019"/>
                    <a:pt x="6620" y="102619"/>
                  </a:cubicBezTo>
                  <a:cubicBezTo>
                    <a:pt x="7953" y="106918"/>
                    <a:pt x="9888" y="111045"/>
                    <a:pt x="12295" y="114828"/>
                  </a:cubicBezTo>
                  <a:cubicBezTo>
                    <a:pt x="20291" y="128284"/>
                    <a:pt x="32501" y="138731"/>
                    <a:pt x="47032" y="144578"/>
                  </a:cubicBezTo>
                  <a:cubicBezTo>
                    <a:pt x="56834" y="148103"/>
                    <a:pt x="67323" y="149135"/>
                    <a:pt x="77598" y="147544"/>
                  </a:cubicBezTo>
                  <a:cubicBezTo>
                    <a:pt x="81209" y="147071"/>
                    <a:pt x="83961" y="146383"/>
                    <a:pt x="85852" y="145996"/>
                  </a:cubicBezTo>
                  <a:lnTo>
                    <a:pt x="87959" y="145480"/>
                  </a:lnTo>
                  <a:lnTo>
                    <a:pt x="88862" y="145480"/>
                  </a:lnTo>
                  <a:lnTo>
                    <a:pt x="88862" y="14548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4" name="Google Shape;1564;p76"/>
            <p:cNvSpPr/>
            <p:nvPr/>
          </p:nvSpPr>
          <p:spPr>
            <a:xfrm>
              <a:off x="4645795" y="2905826"/>
              <a:ext cx="137886" cy="83647"/>
            </a:xfrm>
            <a:custGeom>
              <a:avLst/>
              <a:gdLst/>
              <a:ahLst/>
              <a:cxnLst/>
              <a:rect l="l" t="t" r="r" b="b"/>
              <a:pathLst>
                <a:path w="137886" h="83647" extrusionOk="0">
                  <a:moveTo>
                    <a:pt x="102705" y="219"/>
                  </a:moveTo>
                  <a:cubicBezTo>
                    <a:pt x="102705" y="219"/>
                    <a:pt x="124501" y="-1200"/>
                    <a:pt x="131079" y="3185"/>
                  </a:cubicBezTo>
                  <a:cubicBezTo>
                    <a:pt x="137656" y="7570"/>
                    <a:pt x="137054" y="19221"/>
                    <a:pt x="137054" y="19221"/>
                  </a:cubicBezTo>
                  <a:lnTo>
                    <a:pt x="137054" y="24294"/>
                  </a:lnTo>
                  <a:cubicBezTo>
                    <a:pt x="138344" y="28765"/>
                    <a:pt x="138129" y="33537"/>
                    <a:pt x="136452" y="37879"/>
                  </a:cubicBezTo>
                  <a:cubicBezTo>
                    <a:pt x="133357" y="45230"/>
                    <a:pt x="121062" y="41619"/>
                    <a:pt x="121062" y="41619"/>
                  </a:cubicBezTo>
                  <a:cubicBezTo>
                    <a:pt x="121062" y="41619"/>
                    <a:pt x="130133" y="43682"/>
                    <a:pt x="129402" y="51679"/>
                  </a:cubicBezTo>
                  <a:cubicBezTo>
                    <a:pt x="129058" y="56279"/>
                    <a:pt x="125619" y="60019"/>
                    <a:pt x="121062" y="60707"/>
                  </a:cubicBezTo>
                  <a:cubicBezTo>
                    <a:pt x="122094" y="63157"/>
                    <a:pt x="122395" y="65866"/>
                    <a:pt x="121836" y="68445"/>
                  </a:cubicBezTo>
                  <a:cubicBezTo>
                    <a:pt x="120245" y="72443"/>
                    <a:pt x="116419" y="75109"/>
                    <a:pt x="112120" y="75281"/>
                  </a:cubicBezTo>
                  <a:lnTo>
                    <a:pt x="99008" y="76914"/>
                  </a:lnTo>
                  <a:cubicBezTo>
                    <a:pt x="99008" y="76914"/>
                    <a:pt x="48752" y="85512"/>
                    <a:pt x="37832" y="83277"/>
                  </a:cubicBezTo>
                  <a:cubicBezTo>
                    <a:pt x="26912" y="81041"/>
                    <a:pt x="5632" y="73819"/>
                    <a:pt x="5632" y="73819"/>
                  </a:cubicBezTo>
                  <a:lnTo>
                    <a:pt x="0" y="14105"/>
                  </a:lnTo>
                  <a:lnTo>
                    <a:pt x="102705" y="219"/>
                  </a:lnTo>
                  <a:lnTo>
                    <a:pt x="102705" y="219"/>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5" name="Google Shape;1565;p76"/>
            <p:cNvSpPr/>
            <p:nvPr/>
          </p:nvSpPr>
          <p:spPr>
            <a:xfrm>
              <a:off x="4478776" y="2910043"/>
              <a:ext cx="175376" cy="83917"/>
            </a:xfrm>
            <a:custGeom>
              <a:avLst/>
              <a:gdLst/>
              <a:ahLst/>
              <a:cxnLst/>
              <a:rect l="l" t="t" r="r" b="b"/>
              <a:pathLst>
                <a:path w="175376" h="83917" extrusionOk="0">
                  <a:moveTo>
                    <a:pt x="167019" y="9845"/>
                  </a:moveTo>
                  <a:cubicBezTo>
                    <a:pt x="167019" y="9845"/>
                    <a:pt x="70548" y="17798"/>
                    <a:pt x="28331" y="0"/>
                  </a:cubicBezTo>
                  <a:lnTo>
                    <a:pt x="0" y="83918"/>
                  </a:lnTo>
                  <a:cubicBezTo>
                    <a:pt x="0" y="83918"/>
                    <a:pt x="164138" y="75320"/>
                    <a:pt x="172650" y="69559"/>
                  </a:cubicBezTo>
                  <a:cubicBezTo>
                    <a:pt x="181163" y="63798"/>
                    <a:pt x="167019" y="9845"/>
                    <a:pt x="167019" y="9845"/>
                  </a:cubicBezTo>
                  <a:lnTo>
                    <a:pt x="167019" y="9845"/>
                  </a:lnTo>
                  <a:close/>
                </a:path>
              </a:pathLst>
            </a:custGeom>
            <a:solidFill>
              <a:srgbClr val="FFBE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6" name="Google Shape;1566;p76"/>
            <p:cNvSpPr/>
            <p:nvPr/>
          </p:nvSpPr>
          <p:spPr>
            <a:xfrm>
              <a:off x="4746651" y="2960020"/>
              <a:ext cx="20205" cy="6511"/>
            </a:xfrm>
            <a:custGeom>
              <a:avLst/>
              <a:gdLst/>
              <a:ahLst/>
              <a:cxnLst/>
              <a:rect l="l" t="t" r="r" b="b"/>
              <a:pathLst>
                <a:path w="20205" h="6511" extrusionOk="0">
                  <a:moveTo>
                    <a:pt x="0" y="21"/>
                  </a:moveTo>
                  <a:cubicBezTo>
                    <a:pt x="3611" y="-108"/>
                    <a:pt x="7179" y="365"/>
                    <a:pt x="10619" y="1482"/>
                  </a:cubicBezTo>
                  <a:cubicBezTo>
                    <a:pt x="14230" y="2127"/>
                    <a:pt x="17583" y="3847"/>
                    <a:pt x="20206" y="6469"/>
                  </a:cubicBezTo>
                  <a:cubicBezTo>
                    <a:pt x="19948" y="6856"/>
                    <a:pt x="15907" y="4492"/>
                    <a:pt x="10189" y="3073"/>
                  </a:cubicBezTo>
                  <a:cubicBezTo>
                    <a:pt x="6664" y="2471"/>
                    <a:pt x="3267" y="1482"/>
                    <a:pt x="0" y="21"/>
                  </a:cubicBezTo>
                  <a:lnTo>
                    <a:pt x="0" y="2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7" name="Google Shape;1567;p76"/>
            <p:cNvSpPr/>
            <p:nvPr/>
          </p:nvSpPr>
          <p:spPr>
            <a:xfrm>
              <a:off x="4746135" y="2941845"/>
              <a:ext cx="20747" cy="5485"/>
            </a:xfrm>
            <a:custGeom>
              <a:avLst/>
              <a:gdLst/>
              <a:ahLst/>
              <a:cxnLst/>
              <a:rect l="l" t="t" r="r" b="b"/>
              <a:pathLst>
                <a:path w="20747" h="5485" extrusionOk="0">
                  <a:moveTo>
                    <a:pt x="0" y="871"/>
                  </a:moveTo>
                  <a:cubicBezTo>
                    <a:pt x="0" y="871"/>
                    <a:pt x="1204" y="441"/>
                    <a:pt x="3181" y="226"/>
                  </a:cubicBezTo>
                  <a:cubicBezTo>
                    <a:pt x="5804" y="-75"/>
                    <a:pt x="8426" y="-75"/>
                    <a:pt x="11049" y="226"/>
                  </a:cubicBezTo>
                  <a:cubicBezTo>
                    <a:pt x="13714" y="527"/>
                    <a:pt x="16293" y="1472"/>
                    <a:pt x="18529" y="2977"/>
                  </a:cubicBezTo>
                  <a:cubicBezTo>
                    <a:pt x="20206" y="4224"/>
                    <a:pt x="20893" y="5342"/>
                    <a:pt x="20722" y="5470"/>
                  </a:cubicBezTo>
                  <a:cubicBezTo>
                    <a:pt x="20549" y="5599"/>
                    <a:pt x="19604" y="4869"/>
                    <a:pt x="17927" y="3966"/>
                  </a:cubicBezTo>
                  <a:cubicBezTo>
                    <a:pt x="15691" y="2848"/>
                    <a:pt x="13284" y="2160"/>
                    <a:pt x="10834" y="1859"/>
                  </a:cubicBezTo>
                  <a:cubicBezTo>
                    <a:pt x="7910" y="1429"/>
                    <a:pt x="5202" y="1386"/>
                    <a:pt x="3224" y="1257"/>
                  </a:cubicBezTo>
                  <a:cubicBezTo>
                    <a:pt x="1247" y="1129"/>
                    <a:pt x="0" y="1085"/>
                    <a:pt x="0" y="871"/>
                  </a:cubicBezTo>
                  <a:lnTo>
                    <a:pt x="0" y="871"/>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8" name="Google Shape;1568;p76"/>
            <p:cNvSpPr/>
            <p:nvPr/>
          </p:nvSpPr>
          <p:spPr>
            <a:xfrm>
              <a:off x="4742610" y="2919609"/>
              <a:ext cx="39981" cy="10489"/>
            </a:xfrm>
            <a:custGeom>
              <a:avLst/>
              <a:gdLst/>
              <a:ahLst/>
              <a:cxnLst/>
              <a:rect l="l" t="t" r="r" b="b"/>
              <a:pathLst>
                <a:path w="39981" h="10489" extrusionOk="0">
                  <a:moveTo>
                    <a:pt x="0" y="3245"/>
                  </a:moveTo>
                  <a:cubicBezTo>
                    <a:pt x="0" y="3245"/>
                    <a:pt x="0" y="2600"/>
                    <a:pt x="989" y="1826"/>
                  </a:cubicBezTo>
                  <a:cubicBezTo>
                    <a:pt x="2193" y="795"/>
                    <a:pt x="3697" y="150"/>
                    <a:pt x="5288" y="64"/>
                  </a:cubicBezTo>
                  <a:cubicBezTo>
                    <a:pt x="7609" y="-108"/>
                    <a:pt x="9931" y="64"/>
                    <a:pt x="12166" y="623"/>
                  </a:cubicBezTo>
                  <a:cubicBezTo>
                    <a:pt x="14703" y="1053"/>
                    <a:pt x="17454" y="1569"/>
                    <a:pt x="20335" y="2213"/>
                  </a:cubicBezTo>
                  <a:cubicBezTo>
                    <a:pt x="25322" y="3202"/>
                    <a:pt x="30180" y="4750"/>
                    <a:pt x="34822" y="6856"/>
                  </a:cubicBezTo>
                  <a:cubicBezTo>
                    <a:pt x="36843" y="7587"/>
                    <a:pt x="38606" y="8834"/>
                    <a:pt x="39981" y="10468"/>
                  </a:cubicBezTo>
                  <a:cubicBezTo>
                    <a:pt x="39981" y="10683"/>
                    <a:pt x="37918" y="9307"/>
                    <a:pt x="34350" y="7888"/>
                  </a:cubicBezTo>
                  <a:cubicBezTo>
                    <a:pt x="29664" y="6169"/>
                    <a:pt x="24892" y="4793"/>
                    <a:pt x="19991" y="3804"/>
                  </a:cubicBezTo>
                  <a:lnTo>
                    <a:pt x="11909" y="2084"/>
                  </a:lnTo>
                  <a:cubicBezTo>
                    <a:pt x="9759" y="1526"/>
                    <a:pt x="7566" y="1268"/>
                    <a:pt x="5374" y="1225"/>
                  </a:cubicBezTo>
                  <a:cubicBezTo>
                    <a:pt x="3396" y="1311"/>
                    <a:pt x="1505" y="1998"/>
                    <a:pt x="0" y="3245"/>
                  </a:cubicBezTo>
                  <a:lnTo>
                    <a:pt x="0" y="3245"/>
                  </a:lnTo>
                  <a:close/>
                </a:path>
              </a:pathLst>
            </a:custGeom>
            <a:solidFill>
              <a:srgbClr val="EB99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9" name="Google Shape;1569;p76"/>
            <p:cNvSpPr/>
            <p:nvPr/>
          </p:nvSpPr>
          <p:spPr>
            <a:xfrm>
              <a:off x="4456593" y="2772172"/>
              <a:ext cx="49568" cy="137914"/>
            </a:xfrm>
            <a:custGeom>
              <a:avLst/>
              <a:gdLst/>
              <a:ahLst/>
              <a:cxnLst/>
              <a:rect l="l" t="t" r="r" b="b"/>
              <a:pathLst>
                <a:path w="49568" h="137914" extrusionOk="0">
                  <a:moveTo>
                    <a:pt x="49568" y="137914"/>
                  </a:moveTo>
                  <a:cubicBezTo>
                    <a:pt x="48322" y="137699"/>
                    <a:pt x="47075" y="137355"/>
                    <a:pt x="45871" y="136925"/>
                  </a:cubicBezTo>
                  <a:lnTo>
                    <a:pt x="35811" y="133615"/>
                  </a:lnTo>
                  <a:lnTo>
                    <a:pt x="645" y="121363"/>
                  </a:lnTo>
                  <a:lnTo>
                    <a:pt x="0" y="121363"/>
                  </a:lnTo>
                  <a:lnTo>
                    <a:pt x="0" y="25279"/>
                  </a:lnTo>
                  <a:cubicBezTo>
                    <a:pt x="0" y="17755"/>
                    <a:pt x="0" y="11565"/>
                    <a:pt x="258" y="6793"/>
                  </a:cubicBezTo>
                  <a:cubicBezTo>
                    <a:pt x="172" y="4514"/>
                    <a:pt x="344" y="2235"/>
                    <a:pt x="688" y="0"/>
                  </a:cubicBezTo>
                  <a:cubicBezTo>
                    <a:pt x="1032" y="2235"/>
                    <a:pt x="1204" y="4514"/>
                    <a:pt x="1161" y="6793"/>
                  </a:cubicBezTo>
                  <a:cubicBezTo>
                    <a:pt x="1161" y="11565"/>
                    <a:pt x="1376" y="17755"/>
                    <a:pt x="1548" y="25236"/>
                  </a:cubicBezTo>
                  <a:cubicBezTo>
                    <a:pt x="1806" y="40841"/>
                    <a:pt x="2021" y="62422"/>
                    <a:pt x="2107" y="86196"/>
                  </a:cubicBezTo>
                  <a:lnTo>
                    <a:pt x="2107" y="120804"/>
                  </a:lnTo>
                  <a:lnTo>
                    <a:pt x="1462" y="119858"/>
                  </a:lnTo>
                  <a:lnTo>
                    <a:pt x="36327" y="132755"/>
                  </a:lnTo>
                  <a:lnTo>
                    <a:pt x="46215" y="136624"/>
                  </a:lnTo>
                  <a:cubicBezTo>
                    <a:pt x="47376" y="136925"/>
                    <a:pt x="48494" y="137355"/>
                    <a:pt x="49568" y="137914"/>
                  </a:cubicBezTo>
                  <a:lnTo>
                    <a:pt x="49568" y="137914"/>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0" name="Google Shape;1570;p76"/>
            <p:cNvSpPr/>
            <p:nvPr/>
          </p:nvSpPr>
          <p:spPr>
            <a:xfrm>
              <a:off x="4427661" y="2665082"/>
              <a:ext cx="35940" cy="68570"/>
            </a:xfrm>
            <a:custGeom>
              <a:avLst/>
              <a:gdLst/>
              <a:ahLst/>
              <a:cxnLst/>
              <a:rect l="l" t="t" r="r" b="b"/>
              <a:pathLst>
                <a:path w="35940" h="68570" extrusionOk="0">
                  <a:moveTo>
                    <a:pt x="35940" y="68570"/>
                  </a:moveTo>
                  <a:cubicBezTo>
                    <a:pt x="34607" y="64959"/>
                    <a:pt x="33490" y="61305"/>
                    <a:pt x="32544" y="57565"/>
                  </a:cubicBezTo>
                  <a:cubicBezTo>
                    <a:pt x="27213" y="39938"/>
                    <a:pt x="18572" y="23473"/>
                    <a:pt x="7137" y="9028"/>
                  </a:cubicBezTo>
                  <a:cubicBezTo>
                    <a:pt x="4600" y="6148"/>
                    <a:pt x="2193" y="3138"/>
                    <a:pt x="0" y="0"/>
                  </a:cubicBezTo>
                  <a:cubicBezTo>
                    <a:pt x="3138" y="2279"/>
                    <a:pt x="5933" y="4987"/>
                    <a:pt x="8340" y="8039"/>
                  </a:cubicBezTo>
                  <a:cubicBezTo>
                    <a:pt x="20679" y="22140"/>
                    <a:pt x="29535" y="38993"/>
                    <a:pt x="34135" y="57178"/>
                  </a:cubicBezTo>
                  <a:cubicBezTo>
                    <a:pt x="35252" y="60875"/>
                    <a:pt x="35854" y="64701"/>
                    <a:pt x="35940" y="68570"/>
                  </a:cubicBezTo>
                  <a:lnTo>
                    <a:pt x="35940" y="68570"/>
                  </a:lnTo>
                  <a:close/>
                </a:path>
              </a:pathLst>
            </a:custGeom>
            <a:solidFill>
              <a:srgbClr val="26323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574"/>
        <p:cNvGrpSpPr/>
        <p:nvPr/>
      </p:nvGrpSpPr>
      <p:grpSpPr>
        <a:xfrm>
          <a:off x="0" y="0"/>
          <a:ext cx="0" cy="0"/>
          <a:chOff x="0" y="0"/>
          <a:chExt cx="0" cy="0"/>
        </a:xfrm>
      </p:grpSpPr>
      <p:sp>
        <p:nvSpPr>
          <p:cNvPr id="1575" name="Google Shape;1575;p7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1576" name="Google Shape;1576;p77"/>
          <p:cNvSpPr txBox="1">
            <a:spLocks noGrp="1"/>
          </p:cNvSpPr>
          <p:nvPr>
            <p:ph type="subTitle" idx="4294967295"/>
          </p:nvPr>
        </p:nvSpPr>
        <p:spPr>
          <a:xfrm>
            <a:off x="720000" y="1932075"/>
            <a:ext cx="3852000" cy="208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Photos:</a:t>
            </a:r>
            <a:endParaRPr/>
          </a:p>
          <a:p>
            <a:pPr marL="457200" lvl="0" indent="-317500" algn="l" rtl="0">
              <a:spcBef>
                <a:spcPts val="1600"/>
              </a:spcBef>
              <a:spcAft>
                <a:spcPts val="0"/>
              </a:spcAft>
              <a:buSzPts val="1400"/>
              <a:buChar char="●"/>
            </a:pPr>
            <a:r>
              <a:rPr lang="en" u="sng">
                <a:solidFill>
                  <a:schemeClr val="hlink"/>
                </a:solidFill>
                <a:hlinkClick r:id="rId3"/>
              </a:rPr>
              <a:t>Crop ethnic medic measuring pressure</a:t>
            </a:r>
            <a:endParaRPr u="sng"/>
          </a:p>
          <a:p>
            <a:pPr marL="457200" lvl="0" indent="-317500" algn="l" rtl="0">
              <a:spcBef>
                <a:spcPts val="0"/>
              </a:spcBef>
              <a:spcAft>
                <a:spcPts val="0"/>
              </a:spcAft>
              <a:buSzPts val="1400"/>
              <a:buChar char="●"/>
            </a:pPr>
            <a:r>
              <a:rPr lang="en" u="sng">
                <a:solidFill>
                  <a:schemeClr val="hlink"/>
                </a:solidFill>
                <a:hlinkClick r:id="rId4"/>
              </a:rPr>
              <a:t>Medium shot doctor talking to patient</a:t>
            </a:r>
            <a:endParaRPr u="sng"/>
          </a:p>
          <a:p>
            <a:pPr marL="457200" lvl="0" indent="-317500" algn="l" rtl="0">
              <a:spcBef>
                <a:spcPts val="0"/>
              </a:spcBef>
              <a:spcAft>
                <a:spcPts val="0"/>
              </a:spcAft>
              <a:buSzPts val="1400"/>
              <a:buChar char="●"/>
            </a:pPr>
            <a:r>
              <a:rPr lang="en" u="sng">
                <a:solidFill>
                  <a:schemeClr val="hlink"/>
                </a:solidFill>
                <a:hlinkClick r:id="rId5"/>
              </a:rPr>
              <a:t>Side view doctor talking to patient</a:t>
            </a:r>
            <a:endParaRPr u="sng"/>
          </a:p>
          <a:p>
            <a:pPr marL="457200" lvl="0" indent="-317500" algn="l" rtl="0">
              <a:spcBef>
                <a:spcPts val="0"/>
              </a:spcBef>
              <a:spcAft>
                <a:spcPts val="0"/>
              </a:spcAft>
              <a:buSzPts val="1400"/>
              <a:buChar char="●"/>
            </a:pPr>
            <a:r>
              <a:rPr lang="en" u="sng">
                <a:solidFill>
                  <a:schemeClr val="hlink"/>
                </a:solidFill>
                <a:hlinkClick r:id="rId6"/>
              </a:rPr>
              <a:t>Side view doctor checking patient</a:t>
            </a:r>
            <a:endParaRPr u="sng"/>
          </a:p>
          <a:p>
            <a:pPr marL="457200" lvl="0" indent="-317500" algn="l" rtl="0">
              <a:spcBef>
                <a:spcPts val="0"/>
              </a:spcBef>
              <a:spcAft>
                <a:spcPts val="0"/>
              </a:spcAft>
              <a:buSzPts val="1400"/>
              <a:buChar char="●"/>
            </a:pPr>
            <a:r>
              <a:rPr lang="en" u="sng">
                <a:solidFill>
                  <a:schemeClr val="hlink"/>
                </a:solidFill>
                <a:hlinkClick r:id="rId7"/>
              </a:rPr>
              <a:t>Front view doctor working at clinic</a:t>
            </a:r>
            <a:endParaRPr u="sng"/>
          </a:p>
        </p:txBody>
      </p:sp>
      <p:sp>
        <p:nvSpPr>
          <p:cNvPr id="1577" name="Google Shape;1577;p77"/>
          <p:cNvSpPr txBox="1">
            <a:spLocks noGrp="1"/>
          </p:cNvSpPr>
          <p:nvPr>
            <p:ph type="body" idx="4294967295"/>
          </p:nvPr>
        </p:nvSpPr>
        <p:spPr>
          <a:xfrm>
            <a:off x="720000" y="1315574"/>
            <a:ext cx="4712400" cy="616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1400"/>
              <a:t>Did you like the resources on this template?</a:t>
            </a:r>
            <a:endParaRPr/>
          </a:p>
          <a:p>
            <a:pPr marL="0" marR="0" lvl="0" indent="0" algn="l" rtl="0">
              <a:lnSpc>
                <a:spcPct val="100000"/>
              </a:lnSpc>
              <a:spcBef>
                <a:spcPts val="0"/>
              </a:spcBef>
              <a:spcAft>
                <a:spcPts val="0"/>
              </a:spcAft>
              <a:buNone/>
            </a:pPr>
            <a:r>
              <a:rPr lang="en" sz="1400"/>
              <a:t>Get them for free at </a:t>
            </a:r>
            <a:r>
              <a:rPr lang="en"/>
              <a:t>these</a:t>
            </a:r>
            <a:r>
              <a:rPr lang="en" sz="1400"/>
              <a:t> websites:</a:t>
            </a:r>
            <a:endParaRPr sz="1400">
              <a:solidFill>
                <a:schemeClr val="accent1"/>
              </a:solidFill>
            </a:endParaRPr>
          </a:p>
        </p:txBody>
      </p:sp>
      <p:sp>
        <p:nvSpPr>
          <p:cNvPr id="1578" name="Google Shape;1578;p77"/>
          <p:cNvSpPr txBox="1">
            <a:spLocks noGrp="1"/>
          </p:cNvSpPr>
          <p:nvPr>
            <p:ph type="subTitle" idx="4294967295"/>
          </p:nvPr>
        </p:nvSpPr>
        <p:spPr>
          <a:xfrm>
            <a:off x="4825950" y="1932075"/>
            <a:ext cx="3651000" cy="208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Illustrations</a:t>
            </a:r>
            <a:endParaRPr/>
          </a:p>
          <a:p>
            <a:pPr marL="457200" lvl="0" indent="-317500" algn="l" rtl="0">
              <a:spcBef>
                <a:spcPts val="1600"/>
              </a:spcBef>
              <a:spcAft>
                <a:spcPts val="0"/>
              </a:spcAft>
              <a:buSzPts val="1400"/>
              <a:buChar char="●"/>
            </a:pPr>
            <a:r>
              <a:rPr lang="en" u="sng">
                <a:solidFill>
                  <a:schemeClr val="hlink"/>
                </a:solidFill>
                <a:hlinkClick r:id="rId8"/>
              </a:rPr>
              <a:t>Doctor</a:t>
            </a:r>
            <a:r>
              <a:rPr lang="en" u="sng"/>
              <a:t>  </a:t>
            </a:r>
            <a:endParaRPr u="sng"/>
          </a:p>
          <a:p>
            <a:pPr marL="457200" lvl="0" indent="-317500" algn="l" rtl="0">
              <a:spcBef>
                <a:spcPts val="0"/>
              </a:spcBef>
              <a:spcAft>
                <a:spcPts val="0"/>
              </a:spcAft>
              <a:buSzPts val="1400"/>
              <a:buChar char="●"/>
            </a:pPr>
            <a:r>
              <a:rPr lang="en" u="sng">
                <a:solidFill>
                  <a:schemeClr val="hlink"/>
                </a:solidFill>
                <a:hlinkClick r:id="rId9"/>
              </a:rPr>
              <a:t>Medicine</a:t>
            </a:r>
            <a:r>
              <a:rPr lang="en" u="sng"/>
              <a:t> </a:t>
            </a:r>
            <a:endParaRPr u="sng"/>
          </a:p>
          <a:p>
            <a:pPr marL="457200" lvl="0" indent="-317500" algn="l" rtl="0">
              <a:spcBef>
                <a:spcPts val="0"/>
              </a:spcBef>
              <a:spcAft>
                <a:spcPts val="0"/>
              </a:spcAft>
              <a:buSzPts val="1400"/>
              <a:buChar char="●"/>
            </a:pPr>
            <a:r>
              <a:rPr lang="en" u="sng">
                <a:solidFill>
                  <a:schemeClr val="hlink"/>
                </a:solidFill>
                <a:hlinkClick r:id="rId10"/>
              </a:rPr>
              <a:t>World health day</a:t>
            </a:r>
            <a:endParaRPr u="sng"/>
          </a:p>
          <a:p>
            <a:pPr marL="457200" lvl="0" indent="-317500" algn="l" rtl="0">
              <a:spcBef>
                <a:spcPts val="0"/>
              </a:spcBef>
              <a:spcAft>
                <a:spcPts val="0"/>
              </a:spcAft>
              <a:buSzPts val="1400"/>
              <a:buChar char="●"/>
            </a:pPr>
            <a:r>
              <a:rPr lang="en" u="sng">
                <a:solidFill>
                  <a:schemeClr val="hlink"/>
                </a:solidFill>
                <a:hlinkClick r:id="rId11"/>
              </a:rPr>
              <a:t>Health professional team</a:t>
            </a:r>
            <a:r>
              <a:rPr lang="en" u="sng"/>
              <a:t>  </a:t>
            </a:r>
            <a:endParaRPr u="sng"/>
          </a:p>
          <a:p>
            <a:pPr marL="457200" lvl="0" indent="-317500" algn="l" rtl="0">
              <a:spcBef>
                <a:spcPts val="0"/>
              </a:spcBef>
              <a:spcAft>
                <a:spcPts val="0"/>
              </a:spcAft>
              <a:buSzPts val="1400"/>
              <a:buChar char="●"/>
            </a:pPr>
            <a:r>
              <a:rPr lang="en" u="sng">
                <a:solidFill>
                  <a:schemeClr val="hlink"/>
                </a:solidFill>
                <a:hlinkClick r:id="rId12"/>
              </a:rPr>
              <a:t>Blood donation</a:t>
            </a:r>
            <a:r>
              <a:rPr lang="en" u="sng"/>
              <a:t> </a:t>
            </a:r>
            <a:endParaRPr u="sng"/>
          </a:p>
          <a:p>
            <a:pPr marL="457200" lvl="0" indent="-317500" algn="l" rtl="0">
              <a:spcBef>
                <a:spcPts val="0"/>
              </a:spcBef>
              <a:spcAft>
                <a:spcPts val="0"/>
              </a:spcAft>
              <a:buSzPts val="1400"/>
              <a:buChar char="●"/>
            </a:pPr>
            <a:r>
              <a:rPr lang="en" u="sng">
                <a:solidFill>
                  <a:schemeClr val="hlink"/>
                </a:solidFill>
                <a:hlinkClick r:id="rId13"/>
              </a:rPr>
              <a:t>Ffp2 face mask</a:t>
            </a:r>
            <a:r>
              <a:rPr lang="en" u="sng"/>
              <a:t> </a:t>
            </a:r>
            <a:endParaRPr u="sng"/>
          </a:p>
          <a:p>
            <a:pPr marL="457200" lvl="0" indent="-317500" algn="l" rtl="0">
              <a:spcBef>
                <a:spcPts val="0"/>
              </a:spcBef>
              <a:spcAft>
                <a:spcPts val="0"/>
              </a:spcAft>
              <a:buSzPts val="1400"/>
              <a:buChar char="●"/>
            </a:pPr>
            <a:r>
              <a:rPr lang="en" u="sng">
                <a:solidFill>
                  <a:schemeClr val="hlink"/>
                </a:solidFill>
                <a:hlinkClick r:id="rId14"/>
              </a:rPr>
              <a:t>Vaccine phases</a:t>
            </a:r>
            <a:r>
              <a:rPr lang="en" u="sng"/>
              <a:t>  </a:t>
            </a:r>
            <a:endParaRPr u="sng"/>
          </a:p>
          <a:p>
            <a:pPr marL="0" lvl="0" indent="0" algn="l" rtl="0">
              <a:spcBef>
                <a:spcPts val="1600"/>
              </a:spcBef>
              <a:spcAft>
                <a:spcPts val="0"/>
              </a:spcAft>
              <a:buNone/>
            </a:pPr>
            <a:endParaRPr/>
          </a:p>
          <a:p>
            <a:pPr marL="0" lvl="0" indent="0" algn="l" rtl="0">
              <a:spcBef>
                <a:spcPts val="1600"/>
              </a:spcBef>
              <a:spcAft>
                <a:spcPts val="1600"/>
              </a:spcAft>
              <a:buNone/>
            </a:pPr>
            <a:endParaRPr/>
          </a:p>
        </p:txBody>
      </p:sp>
      <p:sp>
        <p:nvSpPr>
          <p:cNvPr id="1579" name="Google Shape;1579;p77"/>
          <p:cNvSpPr txBox="1">
            <a:spLocks noGrp="1"/>
          </p:cNvSpPr>
          <p:nvPr>
            <p:ph type="body" idx="4294967295"/>
          </p:nvPr>
        </p:nvSpPr>
        <p:spPr>
          <a:xfrm>
            <a:off x="720000" y="4194700"/>
            <a:ext cx="6089400" cy="367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a:t>Find more illustrations like these on </a:t>
            </a:r>
            <a:r>
              <a:rPr lang="en" b="1">
                <a:uFill>
                  <a:noFill/>
                </a:uFill>
                <a:hlinkClick r:id="rId15"/>
              </a:rPr>
              <a:t>Storyset</a:t>
            </a:r>
            <a:endParaRPr b="1"/>
          </a:p>
          <a:p>
            <a:pPr marL="0" marR="0" lvl="0" indent="0" algn="l" rtl="0">
              <a:lnSpc>
                <a:spcPct val="100000"/>
              </a:lnSpc>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3"/>
        <p:cNvGrpSpPr/>
        <p:nvPr/>
      </p:nvGrpSpPr>
      <p:grpSpPr>
        <a:xfrm>
          <a:off x="0" y="0"/>
          <a:ext cx="0" cy="0"/>
          <a:chOff x="0" y="0"/>
          <a:chExt cx="0" cy="0"/>
        </a:xfrm>
      </p:grpSpPr>
      <p:sp>
        <p:nvSpPr>
          <p:cNvPr id="1584" name="Google Shape;1584;p78"/>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1585" name="Google Shape;1585;p78"/>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lnSpc>
                <a:spcPct val="115000"/>
              </a:lnSpc>
              <a:spcBef>
                <a:spcPts val="0"/>
              </a:spcBef>
              <a:spcAft>
                <a:spcPts val="0"/>
              </a:spcAft>
              <a:buNone/>
            </a:pPr>
            <a:endParaRPr sz="1000">
              <a:solidFill>
                <a:srgbClr val="FFFFFF"/>
              </a:solidFill>
              <a:latin typeface="Arial"/>
              <a:ea typeface="Arial"/>
              <a:cs typeface="Arial"/>
              <a:sym typeface="Arial"/>
            </a:endParaRPr>
          </a:p>
          <a:p>
            <a:pPr marL="0" lvl="0" indent="0" algn="ctr" rtl="0">
              <a:spcBef>
                <a:spcPts val="0"/>
              </a:spcBef>
              <a:spcAft>
                <a:spcPts val="0"/>
              </a:spcAft>
              <a:buNone/>
            </a:pPr>
            <a:endParaRPr sz="1000">
              <a:solidFill>
                <a:srgbClr val="435D74"/>
              </a:solidFill>
              <a:latin typeface="Arial"/>
              <a:ea typeface="Arial"/>
              <a:cs typeface="Arial"/>
              <a:sym typeface="Arial"/>
            </a:endParaRPr>
          </a:p>
          <a:p>
            <a:pPr marL="0" lvl="0" indent="0" algn="ctr" rtl="0">
              <a:spcBef>
                <a:spcPts val="0"/>
              </a:spcBef>
              <a:spcAft>
                <a:spcPts val="0"/>
              </a:spcAft>
              <a:buNone/>
            </a:pPr>
            <a:endParaRPr sz="1300">
              <a:solidFill>
                <a:srgbClr val="435D74"/>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1586" name="Google Shape;1586;p7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0"/>
        <p:cNvGrpSpPr/>
        <p:nvPr/>
      </p:nvGrpSpPr>
      <p:grpSpPr>
        <a:xfrm>
          <a:off x="0" y="0"/>
          <a:ext cx="0" cy="0"/>
          <a:chOff x="0" y="0"/>
          <a:chExt cx="0" cy="0"/>
        </a:xfrm>
      </p:grpSpPr>
      <p:sp>
        <p:nvSpPr>
          <p:cNvPr id="1591" name="Google Shape;1591;p79"/>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1592" name="Google Shape;1592;p79"/>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1593" name="Google Shape;1593;p79"/>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7"/>
        <p:cNvGrpSpPr/>
        <p:nvPr/>
      </p:nvGrpSpPr>
      <p:grpSpPr>
        <a:xfrm>
          <a:off x="0" y="0"/>
          <a:ext cx="0" cy="0"/>
          <a:chOff x="0" y="0"/>
          <a:chExt cx="0" cy="0"/>
        </a:xfrm>
      </p:grpSpPr>
      <p:sp>
        <p:nvSpPr>
          <p:cNvPr id="1598" name="Google Shape;1598;p80"/>
          <p:cNvSpPr txBox="1">
            <a:spLocks noGrp="1"/>
          </p:cNvSpPr>
          <p:nvPr>
            <p:ph type="title" idx="4294967295"/>
          </p:nvPr>
        </p:nvSpPr>
        <p:spPr>
          <a:xfrm>
            <a:off x="1048350" y="761678"/>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599" name="Google Shape;1599;p80"/>
          <p:cNvSpPr txBox="1">
            <a:spLocks noGrp="1"/>
          </p:cNvSpPr>
          <p:nvPr>
            <p:ph type="body" idx="4294967295"/>
          </p:nvPr>
        </p:nvSpPr>
        <p:spPr>
          <a:xfrm>
            <a:off x="1048350" y="1265153"/>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1600" name="Google Shape;1600;p80"/>
          <p:cNvSpPr txBox="1">
            <a:spLocks noGrp="1"/>
          </p:cNvSpPr>
          <p:nvPr>
            <p:ph type="body" idx="4294967295"/>
          </p:nvPr>
        </p:nvSpPr>
        <p:spPr>
          <a:xfrm>
            <a:off x="1048350" y="1726327"/>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FFFFFF"/>
                </a:solidFill>
                <a:latin typeface="Arial"/>
                <a:ea typeface="Arial"/>
                <a:cs typeface="Arial"/>
                <a:sym typeface="Arial"/>
              </a:rPr>
              <a:t>Sora</a:t>
            </a:r>
            <a:endParaRPr b="1">
              <a:solidFill>
                <a:srgbClr val="FFFFFF"/>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https://fonts.google.com/specimen/Sora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FFFFFF"/>
              </a:solidFill>
              <a:latin typeface="Arial"/>
              <a:ea typeface="Arial"/>
              <a:cs typeface="Arial"/>
              <a:sym typeface="Arial"/>
            </a:endParaRPr>
          </a:p>
          <a:p>
            <a:pPr marL="0" lvl="0" indent="0" algn="ctr" rtl="0">
              <a:spcBef>
                <a:spcPts val="0"/>
              </a:spcBef>
              <a:spcAft>
                <a:spcPts val="0"/>
              </a:spcAft>
              <a:buNone/>
            </a:pPr>
            <a:r>
              <a:rPr lang="en" b="1">
                <a:solidFill>
                  <a:srgbClr val="FFFFFF"/>
                </a:solidFill>
                <a:latin typeface="Arial"/>
                <a:ea typeface="Arial"/>
                <a:cs typeface="Arial"/>
                <a:sym typeface="Arial"/>
              </a:rPr>
              <a:t>Exo</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https://fonts.google.com/specimen/Exo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601" name="Google Shape;1601;p80"/>
          <p:cNvGrpSpPr/>
          <p:nvPr/>
        </p:nvGrpSpPr>
        <p:grpSpPr>
          <a:xfrm>
            <a:off x="2052650" y="3468578"/>
            <a:ext cx="5038700" cy="754200"/>
            <a:chOff x="2052650" y="3759303"/>
            <a:chExt cx="5038700" cy="754200"/>
          </a:xfrm>
        </p:grpSpPr>
        <p:sp>
          <p:nvSpPr>
            <p:cNvPr id="1602" name="Google Shape;1602;p80"/>
            <p:cNvSpPr/>
            <p:nvPr/>
          </p:nvSpPr>
          <p:spPr>
            <a:xfrm>
              <a:off x="3114475" y="3759303"/>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0"/>
            <p:cNvSpPr/>
            <p:nvPr/>
          </p:nvSpPr>
          <p:spPr>
            <a:xfrm>
              <a:off x="4176295" y="3759303"/>
              <a:ext cx="791400" cy="754200"/>
            </a:xfrm>
            <a:prstGeom prst="roundRect">
              <a:avLst>
                <a:gd name="adj" fmla="val 16667"/>
              </a:avLst>
            </a:prstGeom>
            <a:solidFill>
              <a:srgbClr val="F8F5E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0"/>
            <p:cNvSpPr/>
            <p:nvPr/>
          </p:nvSpPr>
          <p:spPr>
            <a:xfrm>
              <a:off x="5238114" y="3759303"/>
              <a:ext cx="791400" cy="754200"/>
            </a:xfrm>
            <a:prstGeom prst="roundRect">
              <a:avLst>
                <a:gd name="adj" fmla="val 16667"/>
              </a:avLst>
            </a:prstGeom>
            <a:solidFill>
              <a:srgbClr val="ECE9E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0"/>
            <p:cNvSpPr/>
            <p:nvPr/>
          </p:nvSpPr>
          <p:spPr>
            <a:xfrm>
              <a:off x="2052650" y="3759303"/>
              <a:ext cx="791400" cy="754200"/>
            </a:xfrm>
            <a:prstGeom prst="roundRect">
              <a:avLst>
                <a:gd name="adj" fmla="val 16667"/>
              </a:avLst>
            </a:prstGeom>
            <a:solidFill>
              <a:srgbClr val="252E4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0"/>
            <p:cNvSpPr txBox="1"/>
            <p:nvPr/>
          </p:nvSpPr>
          <p:spPr>
            <a:xfrm>
              <a:off x="3114475" y="391635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#ffffff</a:t>
              </a:r>
              <a:endParaRPr sz="1000">
                <a:solidFill>
                  <a:srgbClr val="191919"/>
                </a:solidFill>
              </a:endParaRPr>
            </a:p>
          </p:txBody>
        </p:sp>
        <p:sp>
          <p:nvSpPr>
            <p:cNvPr id="1607" name="Google Shape;1607;p80"/>
            <p:cNvSpPr txBox="1"/>
            <p:nvPr/>
          </p:nvSpPr>
          <p:spPr>
            <a:xfrm>
              <a:off x="4176300" y="391635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#f8f5ec</a:t>
              </a:r>
              <a:endParaRPr sz="1000">
                <a:solidFill>
                  <a:srgbClr val="191919"/>
                </a:solidFill>
              </a:endParaRPr>
            </a:p>
          </p:txBody>
        </p:sp>
        <p:sp>
          <p:nvSpPr>
            <p:cNvPr id="1608" name="Google Shape;1608;p80"/>
            <p:cNvSpPr txBox="1"/>
            <p:nvPr/>
          </p:nvSpPr>
          <p:spPr>
            <a:xfrm>
              <a:off x="5238125" y="391635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#ece9e1</a:t>
              </a:r>
              <a:endParaRPr sz="1000">
                <a:solidFill>
                  <a:srgbClr val="191919"/>
                </a:solidFill>
              </a:endParaRPr>
            </a:p>
          </p:txBody>
        </p:sp>
        <p:sp>
          <p:nvSpPr>
            <p:cNvPr id="1609" name="Google Shape;1609;p80"/>
            <p:cNvSpPr txBox="1"/>
            <p:nvPr/>
          </p:nvSpPr>
          <p:spPr>
            <a:xfrm>
              <a:off x="2052650" y="391635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#252e47</a:t>
              </a:r>
              <a:endParaRPr sz="1000">
                <a:solidFill>
                  <a:srgbClr val="FFFFFF"/>
                </a:solidFill>
              </a:endParaRPr>
            </a:p>
          </p:txBody>
        </p:sp>
        <p:sp>
          <p:nvSpPr>
            <p:cNvPr id="1610" name="Google Shape;1610;p80"/>
            <p:cNvSpPr/>
            <p:nvPr/>
          </p:nvSpPr>
          <p:spPr>
            <a:xfrm>
              <a:off x="6299939" y="3759303"/>
              <a:ext cx="791400" cy="754200"/>
            </a:xfrm>
            <a:prstGeom prst="roundRect">
              <a:avLst>
                <a:gd name="adj" fmla="val 16667"/>
              </a:avLst>
            </a:prstGeom>
            <a:solidFill>
              <a:srgbClr val="DADAC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0"/>
            <p:cNvSpPr txBox="1"/>
            <p:nvPr/>
          </p:nvSpPr>
          <p:spPr>
            <a:xfrm>
              <a:off x="6299950" y="391635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#dadace</a:t>
              </a:r>
              <a:endParaRPr sz="1000">
                <a:solidFill>
                  <a:srgbClr val="191919"/>
                </a:solidFil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15"/>
        <p:cNvGrpSpPr/>
        <p:nvPr/>
      </p:nvGrpSpPr>
      <p:grpSpPr>
        <a:xfrm>
          <a:off x="0" y="0"/>
          <a:ext cx="0" cy="0"/>
          <a:chOff x="0" y="0"/>
          <a:chExt cx="0" cy="0"/>
        </a:xfrm>
      </p:grpSpPr>
      <p:sp>
        <p:nvSpPr>
          <p:cNvPr id="1616" name="Google Shape;1616;p81"/>
          <p:cNvSpPr txBox="1">
            <a:spLocks noGrp="1"/>
          </p:cNvSpPr>
          <p:nvPr>
            <p:ph type="title" idx="4294967295"/>
          </p:nvPr>
        </p:nvSpPr>
        <p:spPr>
          <a:xfrm>
            <a:off x="1048350" y="7589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1617" name="Google Shape;1617;p81"/>
          <p:cNvSpPr txBox="1"/>
          <p:nvPr/>
        </p:nvSpPr>
        <p:spPr>
          <a:xfrm>
            <a:off x="1044250" y="1279300"/>
            <a:ext cx="7047300" cy="758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1618" name="Google Shape;1618;p81"/>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1619" name="Google Shape;1619;p81">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620" name="Google Shape;1620;p81">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621" name="Google Shape;1621;p81">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622" name="Google Shape;1622;p81">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623" name="Google Shape;1623;p81"/>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624" name="Google Shape;1624;p81"/>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1625" name="Google Shape;1625;p81"/>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1626" name="Google Shape;1626;p81"/>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1627" name="Google Shape;1627;p81">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1"/>
        <p:cNvGrpSpPr/>
        <p:nvPr/>
      </p:nvGrpSpPr>
      <p:grpSpPr>
        <a:xfrm>
          <a:off x="0" y="0"/>
          <a:ext cx="0" cy="0"/>
          <a:chOff x="0" y="0"/>
          <a:chExt cx="0" cy="0"/>
        </a:xfrm>
      </p:grpSpPr>
      <p:sp>
        <p:nvSpPr>
          <p:cNvPr id="1632" name="Google Shape;1632;p82"/>
          <p:cNvSpPr txBox="1"/>
          <p:nvPr/>
        </p:nvSpPr>
        <p:spPr>
          <a:xfrm>
            <a:off x="1068100" y="1354053"/>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633" name="Google Shape;1633;p82"/>
          <p:cNvGrpSpPr/>
          <p:nvPr/>
        </p:nvGrpSpPr>
        <p:grpSpPr>
          <a:xfrm>
            <a:off x="5082708" y="3095784"/>
            <a:ext cx="442841" cy="514271"/>
            <a:chOff x="4727025" y="1332775"/>
            <a:chExt cx="59900" cy="69625"/>
          </a:xfrm>
        </p:grpSpPr>
        <p:sp>
          <p:nvSpPr>
            <p:cNvPr id="1634" name="Google Shape;1634;p8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 name="Google Shape;1636;p82"/>
          <p:cNvGrpSpPr/>
          <p:nvPr/>
        </p:nvGrpSpPr>
        <p:grpSpPr>
          <a:xfrm>
            <a:off x="5758025" y="2343272"/>
            <a:ext cx="500909" cy="500899"/>
            <a:chOff x="4820425" y="1329900"/>
            <a:chExt cx="70175" cy="70350"/>
          </a:xfrm>
        </p:grpSpPr>
        <p:sp>
          <p:nvSpPr>
            <p:cNvPr id="1637" name="Google Shape;1637;p8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 name="Google Shape;1641;p82"/>
          <p:cNvGrpSpPr/>
          <p:nvPr/>
        </p:nvGrpSpPr>
        <p:grpSpPr>
          <a:xfrm>
            <a:off x="6410648" y="2355062"/>
            <a:ext cx="538135" cy="493119"/>
            <a:chOff x="4903200" y="1331525"/>
            <a:chExt cx="73575" cy="67425"/>
          </a:xfrm>
        </p:grpSpPr>
        <p:sp>
          <p:nvSpPr>
            <p:cNvPr id="1642" name="Google Shape;1642;p8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643" name="Google Shape;1643;p8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 name="Google Shape;1644;p82"/>
          <p:cNvGrpSpPr/>
          <p:nvPr/>
        </p:nvGrpSpPr>
        <p:grpSpPr>
          <a:xfrm>
            <a:off x="5670599" y="3097040"/>
            <a:ext cx="544563" cy="511895"/>
            <a:chOff x="4815575" y="1416800"/>
            <a:chExt cx="73750" cy="71400"/>
          </a:xfrm>
        </p:grpSpPr>
        <p:sp>
          <p:nvSpPr>
            <p:cNvPr id="1645" name="Google Shape;1645;p8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82"/>
          <p:cNvGrpSpPr/>
          <p:nvPr/>
        </p:nvGrpSpPr>
        <p:grpSpPr>
          <a:xfrm>
            <a:off x="6367224" y="3096746"/>
            <a:ext cx="602914" cy="512477"/>
            <a:chOff x="4902475" y="1418875"/>
            <a:chExt cx="74500" cy="63775"/>
          </a:xfrm>
        </p:grpSpPr>
        <p:sp>
          <p:nvSpPr>
            <p:cNvPr id="1649" name="Google Shape;1649;p8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82"/>
          <p:cNvGrpSpPr/>
          <p:nvPr/>
        </p:nvGrpSpPr>
        <p:grpSpPr>
          <a:xfrm>
            <a:off x="5783096" y="3835985"/>
            <a:ext cx="515391" cy="525699"/>
            <a:chOff x="4818100" y="1507675"/>
            <a:chExt cx="71225" cy="71625"/>
          </a:xfrm>
        </p:grpSpPr>
        <p:sp>
          <p:nvSpPr>
            <p:cNvPr id="1652" name="Google Shape;1652;p8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82"/>
          <p:cNvGrpSpPr/>
          <p:nvPr/>
        </p:nvGrpSpPr>
        <p:grpSpPr>
          <a:xfrm>
            <a:off x="5121199" y="3857517"/>
            <a:ext cx="522956" cy="489869"/>
            <a:chOff x="4721450" y="1509475"/>
            <a:chExt cx="79350" cy="74325"/>
          </a:xfrm>
        </p:grpSpPr>
        <p:sp>
          <p:nvSpPr>
            <p:cNvPr id="1657" name="Google Shape;1657;p8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 name="Google Shape;1661;p82"/>
          <p:cNvGrpSpPr/>
          <p:nvPr/>
        </p:nvGrpSpPr>
        <p:grpSpPr>
          <a:xfrm>
            <a:off x="6444441" y="3837269"/>
            <a:ext cx="525704" cy="535436"/>
            <a:chOff x="4906800" y="1507500"/>
            <a:chExt cx="70350" cy="71075"/>
          </a:xfrm>
        </p:grpSpPr>
        <p:sp>
          <p:nvSpPr>
            <p:cNvPr id="1662" name="Google Shape;1662;p8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 name="Google Shape;1667;p82"/>
          <p:cNvGrpSpPr/>
          <p:nvPr/>
        </p:nvGrpSpPr>
        <p:grpSpPr>
          <a:xfrm>
            <a:off x="4477263" y="2343250"/>
            <a:ext cx="508054" cy="508095"/>
            <a:chOff x="3736598" y="2170606"/>
            <a:chExt cx="404889" cy="404889"/>
          </a:xfrm>
        </p:grpSpPr>
        <p:sp>
          <p:nvSpPr>
            <p:cNvPr id="1668" name="Google Shape;1668;p8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82"/>
          <p:cNvGrpSpPr/>
          <p:nvPr/>
        </p:nvGrpSpPr>
        <p:grpSpPr>
          <a:xfrm>
            <a:off x="3765303" y="2343345"/>
            <a:ext cx="575790" cy="507904"/>
            <a:chOff x="3161917" y="2170682"/>
            <a:chExt cx="458870" cy="404737"/>
          </a:xfrm>
        </p:grpSpPr>
        <p:sp>
          <p:nvSpPr>
            <p:cNvPr id="1673" name="Google Shape;1673;p8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674" name="Google Shape;1674;p8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 name="Google Shape;1676;p82"/>
          <p:cNvGrpSpPr/>
          <p:nvPr/>
        </p:nvGrpSpPr>
        <p:grpSpPr>
          <a:xfrm>
            <a:off x="3792833" y="3103717"/>
            <a:ext cx="520730" cy="498567"/>
            <a:chOff x="3179914" y="2889488"/>
            <a:chExt cx="422876" cy="404911"/>
          </a:xfrm>
        </p:grpSpPr>
        <p:sp>
          <p:nvSpPr>
            <p:cNvPr id="1677" name="Google Shape;1677;p8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 name="Google Shape;1683;p82"/>
          <p:cNvGrpSpPr/>
          <p:nvPr/>
        </p:nvGrpSpPr>
        <p:grpSpPr>
          <a:xfrm>
            <a:off x="4421513" y="3103677"/>
            <a:ext cx="516145" cy="498648"/>
            <a:chOff x="3729467" y="2889422"/>
            <a:chExt cx="419153" cy="404977"/>
          </a:xfrm>
        </p:grpSpPr>
        <p:sp>
          <p:nvSpPr>
            <p:cNvPr id="1684" name="Google Shape;1684;p8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1" name="Google Shape;1691;p8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5" name="Google Shape;1695;p82"/>
          <p:cNvGrpSpPr/>
          <p:nvPr/>
        </p:nvGrpSpPr>
        <p:grpSpPr>
          <a:xfrm>
            <a:off x="7141841" y="2550562"/>
            <a:ext cx="166473" cy="141497"/>
            <a:chOff x="4660325" y="1866850"/>
            <a:chExt cx="68350" cy="58100"/>
          </a:xfrm>
        </p:grpSpPr>
        <p:sp>
          <p:nvSpPr>
            <p:cNvPr id="1696" name="Google Shape;1696;p8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 name="Google Shape;1698;p82"/>
          <p:cNvGrpSpPr/>
          <p:nvPr/>
        </p:nvGrpSpPr>
        <p:grpSpPr>
          <a:xfrm>
            <a:off x="7451186" y="2576286"/>
            <a:ext cx="162515" cy="90049"/>
            <a:chOff x="4791775" y="1877500"/>
            <a:chExt cx="66725" cy="36975"/>
          </a:xfrm>
        </p:grpSpPr>
        <p:sp>
          <p:nvSpPr>
            <p:cNvPr id="1699" name="Google Shape;1699;p8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82"/>
          <p:cNvGrpSpPr/>
          <p:nvPr/>
        </p:nvGrpSpPr>
        <p:grpSpPr>
          <a:xfrm>
            <a:off x="7772899" y="2576286"/>
            <a:ext cx="144979" cy="90049"/>
            <a:chOff x="4923925" y="1877500"/>
            <a:chExt cx="59525" cy="36975"/>
          </a:xfrm>
        </p:grpSpPr>
        <p:sp>
          <p:nvSpPr>
            <p:cNvPr id="1702" name="Google Shape;1702;p8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 name="Google Shape;1704;p82"/>
          <p:cNvGrpSpPr/>
          <p:nvPr/>
        </p:nvGrpSpPr>
        <p:grpSpPr>
          <a:xfrm>
            <a:off x="8067390" y="2558477"/>
            <a:ext cx="141447" cy="125667"/>
            <a:chOff x="5058450" y="1870100"/>
            <a:chExt cx="58075" cy="51600"/>
          </a:xfrm>
        </p:grpSpPr>
        <p:sp>
          <p:nvSpPr>
            <p:cNvPr id="1705" name="Google Shape;1705;p8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 name="Google Shape;1707;p82"/>
          <p:cNvGrpSpPr/>
          <p:nvPr/>
        </p:nvGrpSpPr>
        <p:grpSpPr>
          <a:xfrm>
            <a:off x="7481905" y="2980885"/>
            <a:ext cx="101077" cy="107645"/>
            <a:chOff x="4811425" y="2065025"/>
            <a:chExt cx="41500" cy="44200"/>
          </a:xfrm>
        </p:grpSpPr>
        <p:sp>
          <p:nvSpPr>
            <p:cNvPr id="1708" name="Google Shape;1708;p8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 name="Google Shape;1710;p82"/>
          <p:cNvGrpSpPr/>
          <p:nvPr/>
        </p:nvGrpSpPr>
        <p:grpSpPr>
          <a:xfrm>
            <a:off x="7774342" y="2981098"/>
            <a:ext cx="120867" cy="107218"/>
            <a:chOff x="4929875" y="2065025"/>
            <a:chExt cx="49625" cy="44025"/>
          </a:xfrm>
        </p:grpSpPr>
        <p:sp>
          <p:nvSpPr>
            <p:cNvPr id="1711" name="Google Shape;1711;p8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 name="Google Shape;1713;p82"/>
          <p:cNvGrpSpPr/>
          <p:nvPr/>
        </p:nvGrpSpPr>
        <p:grpSpPr>
          <a:xfrm>
            <a:off x="8103011" y="2984112"/>
            <a:ext cx="70206" cy="101191"/>
            <a:chOff x="5083925" y="2066350"/>
            <a:chExt cx="28825" cy="41550"/>
          </a:xfrm>
        </p:grpSpPr>
        <p:sp>
          <p:nvSpPr>
            <p:cNvPr id="1714" name="Google Shape;1714;p8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82"/>
          <p:cNvGrpSpPr/>
          <p:nvPr/>
        </p:nvGrpSpPr>
        <p:grpSpPr>
          <a:xfrm>
            <a:off x="7134565" y="2999759"/>
            <a:ext cx="181026" cy="69896"/>
            <a:chOff x="4659775" y="2072775"/>
            <a:chExt cx="74325" cy="28700"/>
          </a:xfrm>
        </p:grpSpPr>
        <p:sp>
          <p:nvSpPr>
            <p:cNvPr id="1717" name="Google Shape;1717;p8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 name="Google Shape;1720;p82"/>
          <p:cNvGrpSpPr/>
          <p:nvPr/>
        </p:nvGrpSpPr>
        <p:grpSpPr>
          <a:xfrm>
            <a:off x="8054421" y="2790324"/>
            <a:ext cx="167387" cy="89197"/>
            <a:chOff x="4662475" y="1976500"/>
            <a:chExt cx="68725" cy="36625"/>
          </a:xfrm>
        </p:grpSpPr>
        <p:sp>
          <p:nvSpPr>
            <p:cNvPr id="1721" name="Google Shape;1721;p8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 name="Google Shape;1724;p82"/>
          <p:cNvGrpSpPr/>
          <p:nvPr/>
        </p:nvGrpSpPr>
        <p:grpSpPr>
          <a:xfrm>
            <a:off x="7751326" y="2793764"/>
            <a:ext cx="166899" cy="82317"/>
            <a:chOff x="4920150" y="1977875"/>
            <a:chExt cx="68525" cy="33800"/>
          </a:xfrm>
        </p:grpSpPr>
        <p:sp>
          <p:nvSpPr>
            <p:cNvPr id="1725" name="Google Shape;1725;p8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82"/>
          <p:cNvGrpSpPr/>
          <p:nvPr/>
        </p:nvGrpSpPr>
        <p:grpSpPr>
          <a:xfrm>
            <a:off x="7162483" y="3197682"/>
            <a:ext cx="125190" cy="127859"/>
            <a:chOff x="4676550" y="2160575"/>
            <a:chExt cx="51400" cy="52500"/>
          </a:xfrm>
        </p:grpSpPr>
        <p:sp>
          <p:nvSpPr>
            <p:cNvPr id="1729" name="Google Shape;1729;p8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 name="Google Shape;1732;p82"/>
          <p:cNvGrpSpPr/>
          <p:nvPr/>
        </p:nvGrpSpPr>
        <p:grpSpPr>
          <a:xfrm>
            <a:off x="7459741" y="3204714"/>
            <a:ext cx="145405" cy="113794"/>
            <a:chOff x="4768325" y="2163475"/>
            <a:chExt cx="59700" cy="46725"/>
          </a:xfrm>
        </p:grpSpPr>
        <p:sp>
          <p:nvSpPr>
            <p:cNvPr id="1733" name="Google Shape;1733;p8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5" name="Google Shape;1735;p8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1" name="Google Shape;1741;p82"/>
          <p:cNvGrpSpPr/>
          <p:nvPr/>
        </p:nvGrpSpPr>
        <p:grpSpPr>
          <a:xfrm>
            <a:off x="7476059" y="3459808"/>
            <a:ext cx="112768" cy="106853"/>
            <a:chOff x="4768575" y="2253950"/>
            <a:chExt cx="46300" cy="43875"/>
          </a:xfrm>
        </p:grpSpPr>
        <p:sp>
          <p:nvSpPr>
            <p:cNvPr id="1742" name="Google Shape;1742;p8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4" name="Google Shape;1744;p82"/>
          <p:cNvGrpSpPr/>
          <p:nvPr/>
        </p:nvGrpSpPr>
        <p:grpSpPr>
          <a:xfrm>
            <a:off x="7775682" y="3948834"/>
            <a:ext cx="118187" cy="146246"/>
            <a:chOff x="4960900" y="2433225"/>
            <a:chExt cx="48525" cy="60050"/>
          </a:xfrm>
        </p:grpSpPr>
        <p:sp>
          <p:nvSpPr>
            <p:cNvPr id="1745" name="Google Shape;1745;p8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 name="Google Shape;1747;p82"/>
          <p:cNvGrpSpPr/>
          <p:nvPr/>
        </p:nvGrpSpPr>
        <p:grpSpPr>
          <a:xfrm>
            <a:off x="7464247" y="4212895"/>
            <a:ext cx="136394" cy="143810"/>
            <a:chOff x="4854075" y="2527625"/>
            <a:chExt cx="56000" cy="59050"/>
          </a:xfrm>
        </p:grpSpPr>
        <p:sp>
          <p:nvSpPr>
            <p:cNvPr id="1748" name="Google Shape;1748;p8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0" name="Google Shape;1750;p8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3" name="Google Shape;1753;p82"/>
          <p:cNvGrpSpPr/>
          <p:nvPr/>
        </p:nvGrpSpPr>
        <p:grpSpPr>
          <a:xfrm>
            <a:off x="8088458" y="3676639"/>
            <a:ext cx="99312" cy="160797"/>
            <a:chOff x="5059700" y="2334775"/>
            <a:chExt cx="40775" cy="66025"/>
          </a:xfrm>
        </p:grpSpPr>
        <p:sp>
          <p:nvSpPr>
            <p:cNvPr id="1754" name="Google Shape;1754;p8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 name="Google Shape;1763;p82"/>
          <p:cNvGrpSpPr/>
          <p:nvPr/>
        </p:nvGrpSpPr>
        <p:grpSpPr>
          <a:xfrm>
            <a:off x="8045622" y="3941771"/>
            <a:ext cx="184984" cy="160371"/>
            <a:chOff x="5037700" y="2430325"/>
            <a:chExt cx="75950" cy="65850"/>
          </a:xfrm>
        </p:grpSpPr>
        <p:sp>
          <p:nvSpPr>
            <p:cNvPr id="1764" name="Google Shape;1764;p8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 name="Google Shape;1766;p82"/>
          <p:cNvGrpSpPr/>
          <p:nvPr/>
        </p:nvGrpSpPr>
        <p:grpSpPr>
          <a:xfrm>
            <a:off x="7465128" y="3708223"/>
            <a:ext cx="173014" cy="97629"/>
            <a:chOff x="4756975" y="2341800"/>
            <a:chExt cx="91975" cy="51925"/>
          </a:xfrm>
        </p:grpSpPr>
        <p:sp>
          <p:nvSpPr>
            <p:cNvPr id="1767" name="Google Shape;1767;p8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 name="Google Shape;1787;p82"/>
          <p:cNvGrpSpPr/>
          <p:nvPr/>
        </p:nvGrpSpPr>
        <p:grpSpPr>
          <a:xfrm>
            <a:off x="7732065" y="4196920"/>
            <a:ext cx="212497" cy="175761"/>
            <a:chOff x="4943575" y="2516350"/>
            <a:chExt cx="98675" cy="81700"/>
          </a:xfrm>
        </p:grpSpPr>
        <p:sp>
          <p:nvSpPr>
            <p:cNvPr id="1788" name="Google Shape;1788;p8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 name="Google Shape;1866;p82"/>
          <p:cNvGrpSpPr/>
          <p:nvPr/>
        </p:nvGrpSpPr>
        <p:grpSpPr>
          <a:xfrm>
            <a:off x="1990126" y="3423163"/>
            <a:ext cx="965351" cy="134611"/>
            <a:chOff x="4411970" y="2962952"/>
            <a:chExt cx="706544" cy="104212"/>
          </a:xfrm>
        </p:grpSpPr>
        <p:sp>
          <p:nvSpPr>
            <p:cNvPr id="1867" name="Google Shape;1867;p8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 name="Google Shape;1871;p82"/>
          <p:cNvGrpSpPr/>
          <p:nvPr/>
        </p:nvGrpSpPr>
        <p:grpSpPr>
          <a:xfrm>
            <a:off x="1990126" y="3012077"/>
            <a:ext cx="960158" cy="289172"/>
            <a:chOff x="4411970" y="2726085"/>
            <a:chExt cx="643107" cy="193659"/>
          </a:xfrm>
        </p:grpSpPr>
        <p:sp>
          <p:nvSpPr>
            <p:cNvPr id="1872" name="Google Shape;1872;p8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 name="Google Shape;1875;p82"/>
          <p:cNvGrpSpPr/>
          <p:nvPr/>
        </p:nvGrpSpPr>
        <p:grpSpPr>
          <a:xfrm>
            <a:off x="993018" y="3278187"/>
            <a:ext cx="833173" cy="259209"/>
            <a:chOff x="4411970" y="4340222"/>
            <a:chExt cx="779467" cy="242683"/>
          </a:xfrm>
        </p:grpSpPr>
        <p:sp>
          <p:nvSpPr>
            <p:cNvPr id="1876" name="Google Shape;1876;p8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82"/>
          <p:cNvGrpSpPr/>
          <p:nvPr/>
        </p:nvGrpSpPr>
        <p:grpSpPr>
          <a:xfrm>
            <a:off x="1990126" y="2673933"/>
            <a:ext cx="965160" cy="216230"/>
            <a:chOff x="4411970" y="2468674"/>
            <a:chExt cx="747317" cy="167425"/>
          </a:xfrm>
        </p:grpSpPr>
        <p:sp>
          <p:nvSpPr>
            <p:cNvPr id="1880" name="Google Shape;1880;p8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 name="Google Shape;1882;p82"/>
          <p:cNvGrpSpPr/>
          <p:nvPr/>
        </p:nvGrpSpPr>
        <p:grpSpPr>
          <a:xfrm>
            <a:off x="988873" y="2578650"/>
            <a:ext cx="810451" cy="319148"/>
            <a:chOff x="4411970" y="3686602"/>
            <a:chExt cx="797845" cy="314215"/>
          </a:xfrm>
        </p:grpSpPr>
        <p:sp>
          <p:nvSpPr>
            <p:cNvPr id="1883" name="Google Shape;1883;p8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8" name="Google Shape;1888;p82"/>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9" name="Google Shape;1889;p82"/>
          <p:cNvGrpSpPr/>
          <p:nvPr/>
        </p:nvGrpSpPr>
        <p:grpSpPr>
          <a:xfrm>
            <a:off x="988970" y="2333174"/>
            <a:ext cx="1970333" cy="208784"/>
            <a:chOff x="6336019" y="3733725"/>
            <a:chExt cx="2566206" cy="351310"/>
          </a:xfrm>
        </p:grpSpPr>
        <p:sp>
          <p:nvSpPr>
            <p:cNvPr id="1890" name="Google Shape;1890;p8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 name="Google Shape;1894;p82"/>
          <p:cNvGrpSpPr/>
          <p:nvPr/>
        </p:nvGrpSpPr>
        <p:grpSpPr>
          <a:xfrm>
            <a:off x="1990126" y="3940729"/>
            <a:ext cx="946551" cy="153200"/>
            <a:chOff x="4404545" y="3301592"/>
            <a:chExt cx="782403" cy="129272"/>
          </a:xfrm>
        </p:grpSpPr>
        <p:sp>
          <p:nvSpPr>
            <p:cNvPr id="1895" name="Google Shape;1895;p8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 name="Google Shape;1897;p82"/>
          <p:cNvGrpSpPr/>
          <p:nvPr/>
        </p:nvGrpSpPr>
        <p:grpSpPr>
          <a:xfrm>
            <a:off x="1990126" y="3679688"/>
            <a:ext cx="962257" cy="139127"/>
            <a:chOff x="4411970" y="3131459"/>
            <a:chExt cx="710520" cy="117397"/>
          </a:xfrm>
        </p:grpSpPr>
        <p:sp>
          <p:nvSpPr>
            <p:cNvPr id="1898" name="Google Shape;1898;p8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0" name="Google Shape;1900;p82"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1" name="Google Shape;1901;p82"/>
          <p:cNvGrpSpPr/>
          <p:nvPr/>
        </p:nvGrpSpPr>
        <p:grpSpPr>
          <a:xfrm>
            <a:off x="990271" y="3614482"/>
            <a:ext cx="823838" cy="458988"/>
            <a:chOff x="4411970" y="1801825"/>
            <a:chExt cx="734586" cy="409262"/>
          </a:xfrm>
        </p:grpSpPr>
        <p:sp>
          <p:nvSpPr>
            <p:cNvPr id="1902" name="Google Shape;1902;p8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 name="Google Shape;1904;p82"/>
          <p:cNvGrpSpPr/>
          <p:nvPr/>
        </p:nvGrpSpPr>
        <p:grpSpPr>
          <a:xfrm>
            <a:off x="990271" y="4162908"/>
            <a:ext cx="856348" cy="212039"/>
            <a:chOff x="4411970" y="2233974"/>
            <a:chExt cx="763574" cy="189068"/>
          </a:xfrm>
        </p:grpSpPr>
        <p:sp>
          <p:nvSpPr>
            <p:cNvPr id="1905" name="Google Shape;1905;p8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 name="Google Shape;1907;p82"/>
          <p:cNvGrpSpPr/>
          <p:nvPr/>
        </p:nvGrpSpPr>
        <p:grpSpPr>
          <a:xfrm>
            <a:off x="3100467" y="2338244"/>
            <a:ext cx="511602" cy="511602"/>
            <a:chOff x="5681300" y="2527788"/>
            <a:chExt cx="805800" cy="805800"/>
          </a:xfrm>
        </p:grpSpPr>
        <p:sp>
          <p:nvSpPr>
            <p:cNvPr id="1908" name="Google Shape;1908;p8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 name="Google Shape;1910;p82"/>
          <p:cNvGrpSpPr/>
          <p:nvPr/>
        </p:nvGrpSpPr>
        <p:grpSpPr>
          <a:xfrm>
            <a:off x="3097662" y="3104827"/>
            <a:ext cx="513021" cy="512935"/>
            <a:chOff x="4049800" y="640400"/>
            <a:chExt cx="858900" cy="858900"/>
          </a:xfrm>
        </p:grpSpPr>
        <p:sp>
          <p:nvSpPr>
            <p:cNvPr id="1911" name="Google Shape;1911;p8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82"/>
          <p:cNvGrpSpPr/>
          <p:nvPr/>
        </p:nvGrpSpPr>
        <p:grpSpPr>
          <a:xfrm>
            <a:off x="3014861" y="3756719"/>
            <a:ext cx="686489" cy="686585"/>
            <a:chOff x="5080188" y="927900"/>
            <a:chExt cx="961200" cy="961200"/>
          </a:xfrm>
        </p:grpSpPr>
        <p:sp>
          <p:nvSpPr>
            <p:cNvPr id="1914" name="Google Shape;1914;p8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 name="Google Shape;1922;p82"/>
          <p:cNvGrpSpPr/>
          <p:nvPr/>
        </p:nvGrpSpPr>
        <p:grpSpPr>
          <a:xfrm>
            <a:off x="3798012" y="3849448"/>
            <a:ext cx="510373" cy="510937"/>
            <a:chOff x="7508249" y="1522825"/>
            <a:chExt cx="1326332" cy="1322987"/>
          </a:xfrm>
        </p:grpSpPr>
        <p:sp>
          <p:nvSpPr>
            <p:cNvPr id="1923" name="Google Shape;1923;p8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82"/>
          <p:cNvGrpSpPr/>
          <p:nvPr/>
        </p:nvGrpSpPr>
        <p:grpSpPr>
          <a:xfrm>
            <a:off x="4489605" y="3850853"/>
            <a:ext cx="492652" cy="503348"/>
            <a:chOff x="6039282" y="1042577"/>
            <a:chExt cx="734315" cy="731929"/>
          </a:xfrm>
        </p:grpSpPr>
        <p:sp>
          <p:nvSpPr>
            <p:cNvPr id="1934" name="Google Shape;1934;p8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82"/>
          <p:cNvGrpSpPr/>
          <p:nvPr/>
        </p:nvGrpSpPr>
        <p:grpSpPr>
          <a:xfrm>
            <a:off x="5130019" y="2346894"/>
            <a:ext cx="483304" cy="504902"/>
            <a:chOff x="1825800" y="1651625"/>
            <a:chExt cx="568125" cy="591775"/>
          </a:xfrm>
        </p:grpSpPr>
        <p:sp>
          <p:nvSpPr>
            <p:cNvPr id="1956" name="Google Shape;1956;p8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8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2"/>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2"/>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2"/>
          <p:cNvSpPr txBox="1">
            <a:spLocks noGrp="1"/>
          </p:cNvSpPr>
          <p:nvPr>
            <p:ph type="title" idx="4294967295"/>
          </p:nvPr>
        </p:nvSpPr>
        <p:spPr>
          <a:xfrm>
            <a:off x="1068100" y="749106"/>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970"/>
        <p:cNvGrpSpPr/>
        <p:nvPr/>
      </p:nvGrpSpPr>
      <p:grpSpPr>
        <a:xfrm>
          <a:off x="0" y="0"/>
          <a:ext cx="0" cy="0"/>
          <a:chOff x="0" y="0"/>
          <a:chExt cx="0" cy="0"/>
        </a:xfrm>
      </p:grpSpPr>
      <p:grpSp>
        <p:nvGrpSpPr>
          <p:cNvPr id="1971" name="Google Shape;1971;p83"/>
          <p:cNvGrpSpPr/>
          <p:nvPr/>
        </p:nvGrpSpPr>
        <p:grpSpPr>
          <a:xfrm>
            <a:off x="745571" y="1168666"/>
            <a:ext cx="2492868" cy="1379876"/>
            <a:chOff x="2654821" y="2311071"/>
            <a:chExt cx="2279715" cy="1262120"/>
          </a:xfrm>
        </p:grpSpPr>
        <p:grpSp>
          <p:nvGrpSpPr>
            <p:cNvPr id="1972" name="Google Shape;1972;p83"/>
            <p:cNvGrpSpPr/>
            <p:nvPr/>
          </p:nvGrpSpPr>
          <p:grpSpPr>
            <a:xfrm>
              <a:off x="4034269" y="2840745"/>
              <a:ext cx="40212" cy="36437"/>
              <a:chOff x="4293400" y="2574725"/>
              <a:chExt cx="84425" cy="80100"/>
            </a:xfrm>
          </p:grpSpPr>
          <p:sp>
            <p:nvSpPr>
              <p:cNvPr id="1973" name="Google Shape;1973;p8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LB"/>
              </a:p>
            </p:txBody>
          </p:sp>
          <p:sp>
            <p:nvSpPr>
              <p:cNvPr id="1974" name="Google Shape;1974;p8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83"/>
            <p:cNvGrpSpPr/>
            <p:nvPr/>
          </p:nvGrpSpPr>
          <p:grpSpPr>
            <a:xfrm>
              <a:off x="3894606" y="2334874"/>
              <a:ext cx="913198" cy="518984"/>
              <a:chOff x="4000175" y="1462675"/>
              <a:chExt cx="1917275" cy="1140875"/>
            </a:xfrm>
          </p:grpSpPr>
          <p:sp>
            <p:nvSpPr>
              <p:cNvPr id="1976" name="Google Shape;1976;p8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LB"/>
              </a:p>
            </p:txBody>
          </p:sp>
          <p:grpSp>
            <p:nvGrpSpPr>
              <p:cNvPr id="1977" name="Google Shape;1977;p83"/>
              <p:cNvGrpSpPr/>
              <p:nvPr/>
            </p:nvGrpSpPr>
            <p:grpSpPr>
              <a:xfrm>
                <a:off x="4000175" y="1462675"/>
                <a:ext cx="1917275" cy="1140875"/>
                <a:chOff x="4000175" y="1462675"/>
                <a:chExt cx="1917275" cy="1140875"/>
              </a:xfrm>
            </p:grpSpPr>
            <p:sp>
              <p:nvSpPr>
                <p:cNvPr id="1978" name="Google Shape;1978;p8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LB"/>
                </a:p>
              </p:txBody>
            </p:sp>
            <p:sp>
              <p:nvSpPr>
                <p:cNvPr id="1979" name="Google Shape;1979;p8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83" name="Google Shape;1983;p8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84" name="Google Shape;1984;p83"/>
            <p:cNvGrpSpPr/>
            <p:nvPr/>
          </p:nvGrpSpPr>
          <p:grpSpPr>
            <a:xfrm>
              <a:off x="3875768" y="2846704"/>
              <a:ext cx="44796" cy="47366"/>
              <a:chOff x="3960625" y="2587825"/>
              <a:chExt cx="94050" cy="104125"/>
            </a:xfrm>
          </p:grpSpPr>
          <p:sp>
            <p:nvSpPr>
              <p:cNvPr id="1985" name="Google Shape;1985;p8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LB"/>
              </a:p>
            </p:txBody>
          </p:sp>
          <p:sp>
            <p:nvSpPr>
              <p:cNvPr id="1986" name="Google Shape;1986;p8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 name="Google Shape;1987;p83"/>
            <p:cNvGrpSpPr/>
            <p:nvPr/>
          </p:nvGrpSpPr>
          <p:grpSpPr>
            <a:xfrm>
              <a:off x="3782759" y="2807162"/>
              <a:ext cx="82686" cy="85487"/>
              <a:chOff x="3765350" y="2500900"/>
              <a:chExt cx="173600" cy="187925"/>
            </a:xfrm>
          </p:grpSpPr>
          <p:sp>
            <p:nvSpPr>
              <p:cNvPr id="1988" name="Google Shape;1988;p8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LB"/>
              </a:p>
            </p:txBody>
          </p:sp>
          <p:sp>
            <p:nvSpPr>
              <p:cNvPr id="1989" name="Google Shape;1989;p8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 name="Google Shape;1994;p83"/>
            <p:cNvGrpSpPr/>
            <p:nvPr/>
          </p:nvGrpSpPr>
          <p:grpSpPr>
            <a:xfrm>
              <a:off x="3775674" y="2798496"/>
              <a:ext cx="40545" cy="23564"/>
              <a:chOff x="3750475" y="2481850"/>
              <a:chExt cx="85125" cy="51800"/>
            </a:xfrm>
          </p:grpSpPr>
          <p:sp>
            <p:nvSpPr>
              <p:cNvPr id="1995" name="Google Shape;1995;p8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LB"/>
              </a:p>
            </p:txBody>
          </p:sp>
        </p:grpSp>
        <p:grpSp>
          <p:nvGrpSpPr>
            <p:cNvPr id="1997" name="Google Shape;1997;p83"/>
            <p:cNvGrpSpPr/>
            <p:nvPr/>
          </p:nvGrpSpPr>
          <p:grpSpPr>
            <a:xfrm>
              <a:off x="3716946" y="2776024"/>
              <a:ext cx="81971" cy="76912"/>
              <a:chOff x="3627175" y="2432450"/>
              <a:chExt cx="172100" cy="169075"/>
            </a:xfrm>
          </p:grpSpPr>
          <p:sp>
            <p:nvSpPr>
              <p:cNvPr id="1998" name="Google Shape;1998;p8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LB"/>
              </a:p>
            </p:txBody>
          </p:sp>
          <p:sp>
            <p:nvSpPr>
              <p:cNvPr id="2000" name="Google Shape;2000;p8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LB"/>
              </a:p>
            </p:txBody>
          </p:sp>
        </p:grpSp>
        <p:grpSp>
          <p:nvGrpSpPr>
            <p:cNvPr id="2001" name="Google Shape;2001;p83"/>
            <p:cNvGrpSpPr/>
            <p:nvPr/>
          </p:nvGrpSpPr>
          <p:grpSpPr>
            <a:xfrm>
              <a:off x="3685682" y="2845624"/>
              <a:ext cx="29311" cy="45055"/>
              <a:chOff x="3561536" y="2585450"/>
              <a:chExt cx="61539" cy="99045"/>
            </a:xfrm>
          </p:grpSpPr>
          <p:sp>
            <p:nvSpPr>
              <p:cNvPr id="2002" name="Google Shape;2002;p8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LB"/>
              </a:p>
            </p:txBody>
          </p:sp>
        </p:grpSp>
        <p:grpSp>
          <p:nvGrpSpPr>
            <p:cNvPr id="2004" name="Google Shape;2004;p83"/>
            <p:cNvGrpSpPr/>
            <p:nvPr/>
          </p:nvGrpSpPr>
          <p:grpSpPr>
            <a:xfrm>
              <a:off x="3849905" y="2572252"/>
              <a:ext cx="74339" cy="119559"/>
              <a:chOff x="3906325" y="1984500"/>
              <a:chExt cx="156075" cy="262825"/>
            </a:xfrm>
          </p:grpSpPr>
          <p:sp>
            <p:nvSpPr>
              <p:cNvPr id="2005" name="Google Shape;2005;p8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LB"/>
              </a:p>
            </p:txBody>
          </p:sp>
          <p:sp>
            <p:nvSpPr>
              <p:cNvPr id="2006" name="Google Shape;2006;p8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 name="Google Shape;2007;p83"/>
            <p:cNvGrpSpPr/>
            <p:nvPr/>
          </p:nvGrpSpPr>
          <p:grpSpPr>
            <a:xfrm>
              <a:off x="2654821" y="2414345"/>
              <a:ext cx="667570" cy="558731"/>
              <a:chOff x="1397225" y="1637375"/>
              <a:chExt cx="1401575" cy="1228250"/>
            </a:xfrm>
          </p:grpSpPr>
          <p:sp>
            <p:nvSpPr>
              <p:cNvPr id="2008" name="Google Shape;2008;p8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LB"/>
              </a:p>
            </p:txBody>
          </p:sp>
          <p:grpSp>
            <p:nvGrpSpPr>
              <p:cNvPr id="2009" name="Google Shape;2009;p83"/>
              <p:cNvGrpSpPr/>
              <p:nvPr/>
            </p:nvGrpSpPr>
            <p:grpSpPr>
              <a:xfrm>
                <a:off x="1397225" y="1637375"/>
                <a:ext cx="1398775" cy="1228250"/>
                <a:chOff x="1397225" y="1637375"/>
                <a:chExt cx="1398775" cy="1228250"/>
              </a:xfrm>
            </p:grpSpPr>
            <p:sp>
              <p:nvSpPr>
                <p:cNvPr id="2010" name="Google Shape;2010;p8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12" name="Google Shape;2012;p83"/>
            <p:cNvGrpSpPr/>
            <p:nvPr/>
          </p:nvGrpSpPr>
          <p:grpSpPr>
            <a:xfrm>
              <a:off x="3230417" y="3103734"/>
              <a:ext cx="282982" cy="280332"/>
              <a:chOff x="2605700" y="3152850"/>
              <a:chExt cx="594125" cy="616250"/>
            </a:xfrm>
          </p:grpSpPr>
          <p:sp>
            <p:nvSpPr>
              <p:cNvPr id="2013" name="Google Shape;2013;p8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LB"/>
              </a:p>
            </p:txBody>
          </p:sp>
          <p:sp>
            <p:nvSpPr>
              <p:cNvPr id="2014" name="Google Shape;2014;p8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015" name="Google Shape;2015;p83"/>
            <p:cNvGrpSpPr/>
            <p:nvPr/>
          </p:nvGrpSpPr>
          <p:grpSpPr>
            <a:xfrm>
              <a:off x="3265985" y="3226989"/>
              <a:ext cx="87151" cy="346202"/>
              <a:chOff x="2680375" y="3423800"/>
              <a:chExt cx="182975" cy="761050"/>
            </a:xfrm>
          </p:grpSpPr>
          <p:sp>
            <p:nvSpPr>
              <p:cNvPr id="2016" name="Google Shape;2016;p8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LB"/>
              </a:p>
            </p:txBody>
          </p:sp>
          <p:sp>
            <p:nvSpPr>
              <p:cNvPr id="2017" name="Google Shape;2017;p8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 name="Google Shape;2018;p83"/>
            <p:cNvGrpSpPr/>
            <p:nvPr/>
          </p:nvGrpSpPr>
          <p:grpSpPr>
            <a:xfrm>
              <a:off x="3855466" y="3289811"/>
              <a:ext cx="112514" cy="94210"/>
              <a:chOff x="3918000" y="3561900"/>
              <a:chExt cx="236225" cy="207100"/>
            </a:xfrm>
          </p:grpSpPr>
          <p:sp>
            <p:nvSpPr>
              <p:cNvPr id="2019" name="Google Shape;2019;p8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LB"/>
              </a:p>
            </p:txBody>
          </p:sp>
          <p:sp>
            <p:nvSpPr>
              <p:cNvPr id="2020" name="Google Shape;2020;p8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1" name="Google Shape;2021;p8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024" name="Google Shape;2024;p83"/>
            <p:cNvGrpSpPr/>
            <p:nvPr/>
          </p:nvGrpSpPr>
          <p:grpSpPr>
            <a:xfrm>
              <a:off x="2905224" y="2311071"/>
              <a:ext cx="596721" cy="528992"/>
              <a:chOff x="1922950" y="1410350"/>
              <a:chExt cx="1252825" cy="1162875"/>
            </a:xfrm>
          </p:grpSpPr>
          <p:sp>
            <p:nvSpPr>
              <p:cNvPr id="2025" name="Google Shape;2025;p8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041" name="Google Shape;2041;p8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061" name="Google Shape;2061;p8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062" name="Google Shape;2062;p8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3" name="Google Shape;2063;p83"/>
            <p:cNvGrpSpPr/>
            <p:nvPr/>
          </p:nvGrpSpPr>
          <p:grpSpPr>
            <a:xfrm>
              <a:off x="3280929" y="3294542"/>
              <a:ext cx="109894" cy="272224"/>
              <a:chOff x="2711750" y="3572300"/>
              <a:chExt cx="230725" cy="598425"/>
            </a:xfrm>
          </p:grpSpPr>
          <p:sp>
            <p:nvSpPr>
              <p:cNvPr id="2064" name="Google Shape;2064;p8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6" name="Google Shape;2066;p8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7" name="Google Shape;2067;p83"/>
            <p:cNvGrpSpPr/>
            <p:nvPr/>
          </p:nvGrpSpPr>
          <p:grpSpPr>
            <a:xfrm>
              <a:off x="3790439" y="2408636"/>
              <a:ext cx="73017" cy="75684"/>
              <a:chOff x="3781475" y="1624825"/>
              <a:chExt cx="153300" cy="166375"/>
            </a:xfrm>
          </p:grpSpPr>
          <p:sp>
            <p:nvSpPr>
              <p:cNvPr id="2068" name="Google Shape;2068;p8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2" name="Google Shape;2072;p8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9" name="Google Shape;2079;p83"/>
            <p:cNvGrpSpPr/>
            <p:nvPr/>
          </p:nvGrpSpPr>
          <p:grpSpPr>
            <a:xfrm>
              <a:off x="4403342" y="3107749"/>
              <a:ext cx="316680" cy="101374"/>
              <a:chOff x="5068275" y="3161675"/>
              <a:chExt cx="664875" cy="222850"/>
            </a:xfrm>
          </p:grpSpPr>
          <p:sp>
            <p:nvSpPr>
              <p:cNvPr id="2080" name="Google Shape;2080;p8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4" name="Google Shape;2084;p8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3" name="Google Shape;2113;p83"/>
            <p:cNvGrpSpPr/>
            <p:nvPr/>
          </p:nvGrpSpPr>
          <p:grpSpPr>
            <a:xfrm>
              <a:off x="3697513" y="2707266"/>
              <a:ext cx="59549" cy="79733"/>
              <a:chOff x="3586375" y="2281300"/>
              <a:chExt cx="125025" cy="175275"/>
            </a:xfrm>
          </p:grpSpPr>
          <p:sp>
            <p:nvSpPr>
              <p:cNvPr id="2114" name="Google Shape;2114;p8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6" name="Google Shape;2116;p8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7" name="Google Shape;2117;p83"/>
            <p:cNvGrpSpPr/>
            <p:nvPr/>
          </p:nvGrpSpPr>
          <p:grpSpPr>
            <a:xfrm>
              <a:off x="4513224" y="3221724"/>
              <a:ext cx="274563" cy="280321"/>
              <a:chOff x="5298975" y="3412225"/>
              <a:chExt cx="576450" cy="616225"/>
            </a:xfrm>
          </p:grpSpPr>
          <p:sp>
            <p:nvSpPr>
              <p:cNvPr id="2118" name="Google Shape;2118;p8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19" name="Google Shape;2119;p8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83"/>
            <p:cNvGrpSpPr/>
            <p:nvPr/>
          </p:nvGrpSpPr>
          <p:grpSpPr>
            <a:xfrm>
              <a:off x="4824403" y="3421846"/>
              <a:ext cx="110132" cy="130647"/>
              <a:chOff x="5952300" y="3852150"/>
              <a:chExt cx="231225" cy="287200"/>
            </a:xfrm>
          </p:grpSpPr>
          <p:sp>
            <p:nvSpPr>
              <p:cNvPr id="2121" name="Google Shape;2121;p8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3" name="Google Shape;2123;p8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1" name="Google Shape;2131;p83"/>
            <p:cNvGrpSpPr/>
            <p:nvPr/>
          </p:nvGrpSpPr>
          <p:grpSpPr>
            <a:xfrm>
              <a:off x="4295710" y="3079670"/>
              <a:ext cx="14968" cy="27135"/>
              <a:chOff x="4842300" y="3099950"/>
              <a:chExt cx="31425" cy="59650"/>
            </a:xfrm>
          </p:grpSpPr>
          <p:sp>
            <p:nvSpPr>
              <p:cNvPr id="2132" name="Google Shape;2132;p8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6" name="Google Shape;2136;p8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4" name="Google Shape;2144;p83"/>
            <p:cNvGrpSpPr/>
            <p:nvPr/>
          </p:nvGrpSpPr>
          <p:grpSpPr>
            <a:xfrm>
              <a:off x="3831056" y="2816010"/>
              <a:ext cx="37378" cy="27612"/>
              <a:chOff x="3866750" y="2520350"/>
              <a:chExt cx="78475" cy="60700"/>
            </a:xfrm>
          </p:grpSpPr>
          <p:sp>
            <p:nvSpPr>
              <p:cNvPr id="2145" name="Google Shape;2145;p8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9" name="Google Shape;2149;p8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66" name="Google Shape;2166;p8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78" name="Google Shape;2178;p8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1" name="Google Shape;2191;p83"/>
            <p:cNvGrpSpPr/>
            <p:nvPr/>
          </p:nvGrpSpPr>
          <p:grpSpPr>
            <a:xfrm>
              <a:off x="3632736" y="3051591"/>
              <a:ext cx="63288" cy="45217"/>
              <a:chOff x="3450375" y="3038225"/>
              <a:chExt cx="132875" cy="99400"/>
            </a:xfrm>
          </p:grpSpPr>
          <p:sp>
            <p:nvSpPr>
              <p:cNvPr id="2192" name="Google Shape;2192;p8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4" name="Google Shape;2194;p8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03" name="Google Shape;2203;p8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13" name="Google Shape;2213;p8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219" name="Google Shape;2219;p8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 name="Google Shape;2229;p83"/>
          <p:cNvGrpSpPr/>
          <p:nvPr/>
        </p:nvGrpSpPr>
        <p:grpSpPr>
          <a:xfrm>
            <a:off x="3554131" y="1233340"/>
            <a:ext cx="2078182" cy="1366558"/>
            <a:chOff x="235800" y="830650"/>
            <a:chExt cx="6978450" cy="4588844"/>
          </a:xfrm>
        </p:grpSpPr>
        <p:sp>
          <p:nvSpPr>
            <p:cNvPr id="2230" name="Google Shape;2230;p8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 name="Google Shape;2236;p83"/>
          <p:cNvGrpSpPr/>
          <p:nvPr/>
        </p:nvGrpSpPr>
        <p:grpSpPr>
          <a:xfrm>
            <a:off x="742628" y="3064442"/>
            <a:ext cx="2622876" cy="1333540"/>
            <a:chOff x="238125" y="1038125"/>
            <a:chExt cx="7146800" cy="3633625"/>
          </a:xfrm>
        </p:grpSpPr>
        <p:sp>
          <p:nvSpPr>
            <p:cNvPr id="2237" name="Google Shape;2237;p8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9" name="Google Shape;3809;p83"/>
          <p:cNvGrpSpPr/>
          <p:nvPr/>
        </p:nvGrpSpPr>
        <p:grpSpPr>
          <a:xfrm>
            <a:off x="5857556" y="1206552"/>
            <a:ext cx="2590840" cy="1380235"/>
            <a:chOff x="233350" y="949250"/>
            <a:chExt cx="7137300" cy="3802300"/>
          </a:xfrm>
        </p:grpSpPr>
        <p:sp>
          <p:nvSpPr>
            <p:cNvPr id="3810" name="Google Shape;3810;p8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1" name="Google Shape;3861;p83"/>
          <p:cNvGrpSpPr/>
          <p:nvPr/>
        </p:nvGrpSpPr>
        <p:grpSpPr>
          <a:xfrm>
            <a:off x="7671985" y="3251325"/>
            <a:ext cx="104231" cy="320340"/>
            <a:chOff x="7564426" y="3224343"/>
            <a:chExt cx="119985" cy="368801"/>
          </a:xfrm>
        </p:grpSpPr>
        <p:sp>
          <p:nvSpPr>
            <p:cNvPr id="3862" name="Google Shape;3862;p8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4" name="Google Shape;3864;p83"/>
          <p:cNvGrpSpPr/>
          <p:nvPr/>
        </p:nvGrpSpPr>
        <p:grpSpPr>
          <a:xfrm>
            <a:off x="7371473" y="3245427"/>
            <a:ext cx="189489" cy="332132"/>
            <a:chOff x="8370831" y="3202002"/>
            <a:chExt cx="218129" cy="382376"/>
          </a:xfrm>
        </p:grpSpPr>
        <p:sp>
          <p:nvSpPr>
            <p:cNvPr id="3865" name="Google Shape;3865;p8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83"/>
          <p:cNvGrpSpPr/>
          <p:nvPr/>
        </p:nvGrpSpPr>
        <p:grpSpPr>
          <a:xfrm>
            <a:off x="8094863" y="3656559"/>
            <a:ext cx="309429" cy="267000"/>
            <a:chOff x="6742064" y="3750480"/>
            <a:chExt cx="399315" cy="344560"/>
          </a:xfrm>
        </p:grpSpPr>
        <p:sp>
          <p:nvSpPr>
            <p:cNvPr id="3868" name="Google Shape;3868;p8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0" name="Google Shape;3870;p83"/>
          <p:cNvGrpSpPr/>
          <p:nvPr/>
        </p:nvGrpSpPr>
        <p:grpSpPr>
          <a:xfrm>
            <a:off x="7633882" y="4007606"/>
            <a:ext cx="180437" cy="281608"/>
            <a:chOff x="7248525" y="3739696"/>
            <a:chExt cx="230531" cy="359790"/>
          </a:xfrm>
        </p:grpSpPr>
        <p:sp>
          <p:nvSpPr>
            <p:cNvPr id="3871" name="Google Shape;3871;p8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3" name="Google Shape;3873;p83"/>
          <p:cNvGrpSpPr/>
          <p:nvPr/>
        </p:nvGrpSpPr>
        <p:grpSpPr>
          <a:xfrm>
            <a:off x="7879801" y="3650830"/>
            <a:ext cx="162896" cy="278710"/>
            <a:chOff x="7601242" y="3729267"/>
            <a:chExt cx="222566" cy="380803"/>
          </a:xfrm>
        </p:grpSpPr>
        <p:sp>
          <p:nvSpPr>
            <p:cNvPr id="3874" name="Google Shape;3874;p8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6" name="Google Shape;3876;p83"/>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7" name="Google Shape;3877;p83"/>
          <p:cNvGrpSpPr/>
          <p:nvPr/>
        </p:nvGrpSpPr>
        <p:grpSpPr>
          <a:xfrm>
            <a:off x="7369446" y="3651971"/>
            <a:ext cx="193543" cy="275990"/>
            <a:chOff x="8304647" y="3738687"/>
            <a:chExt cx="225076" cy="320956"/>
          </a:xfrm>
        </p:grpSpPr>
        <p:sp>
          <p:nvSpPr>
            <p:cNvPr id="3878" name="Google Shape;3878;p8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1" name="Google Shape;3881;p83"/>
          <p:cNvGrpSpPr/>
          <p:nvPr/>
        </p:nvGrpSpPr>
        <p:grpSpPr>
          <a:xfrm>
            <a:off x="7641939" y="3651971"/>
            <a:ext cx="178492" cy="275990"/>
            <a:chOff x="8615101" y="3738687"/>
            <a:chExt cx="207573" cy="320956"/>
          </a:xfrm>
        </p:grpSpPr>
        <p:sp>
          <p:nvSpPr>
            <p:cNvPr id="3882" name="Google Shape;3882;p8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5" name="Google Shape;3885;p83"/>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6" name="Google Shape;3886;p83"/>
          <p:cNvGrpSpPr/>
          <p:nvPr/>
        </p:nvGrpSpPr>
        <p:grpSpPr>
          <a:xfrm>
            <a:off x="6036644" y="3773459"/>
            <a:ext cx="557670" cy="511283"/>
            <a:chOff x="6015419" y="3716859"/>
            <a:chExt cx="557671" cy="511283"/>
          </a:xfrm>
        </p:grpSpPr>
        <p:sp>
          <p:nvSpPr>
            <p:cNvPr id="3887" name="Google Shape;3887;p8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8" name="Google Shape;3888;p83"/>
            <p:cNvGrpSpPr/>
            <p:nvPr/>
          </p:nvGrpSpPr>
          <p:grpSpPr>
            <a:xfrm>
              <a:off x="6036094" y="3716980"/>
              <a:ext cx="529860" cy="510468"/>
              <a:chOff x="6036094" y="3716980"/>
              <a:chExt cx="529860" cy="510468"/>
            </a:xfrm>
          </p:grpSpPr>
          <p:sp>
            <p:nvSpPr>
              <p:cNvPr id="3889" name="Google Shape;3889;p8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99" name="Google Shape;3899;p83"/>
          <p:cNvGrpSpPr/>
          <p:nvPr/>
        </p:nvGrpSpPr>
        <p:grpSpPr>
          <a:xfrm>
            <a:off x="6665529" y="3130228"/>
            <a:ext cx="576302" cy="511871"/>
            <a:chOff x="6644304" y="3073628"/>
            <a:chExt cx="576302" cy="511871"/>
          </a:xfrm>
        </p:grpSpPr>
        <p:sp>
          <p:nvSpPr>
            <p:cNvPr id="3900" name="Google Shape;3900;p8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1" name="Google Shape;3901;p83"/>
            <p:cNvGrpSpPr/>
            <p:nvPr/>
          </p:nvGrpSpPr>
          <p:grpSpPr>
            <a:xfrm>
              <a:off x="6712169" y="3085440"/>
              <a:ext cx="481622" cy="494913"/>
              <a:chOff x="6712169" y="3085440"/>
              <a:chExt cx="481622" cy="494913"/>
            </a:xfrm>
          </p:grpSpPr>
          <p:sp>
            <p:nvSpPr>
              <p:cNvPr id="3902" name="Google Shape;3902;p8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7" name="Google Shape;3907;p8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0" name="Google Shape;3910;p83"/>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1" name="Google Shape;3911;p83"/>
          <p:cNvGrpSpPr/>
          <p:nvPr/>
        </p:nvGrpSpPr>
        <p:grpSpPr>
          <a:xfrm>
            <a:off x="6673379" y="3773223"/>
            <a:ext cx="560631" cy="511352"/>
            <a:chOff x="6652154" y="3716623"/>
            <a:chExt cx="560631" cy="511352"/>
          </a:xfrm>
        </p:grpSpPr>
        <p:sp>
          <p:nvSpPr>
            <p:cNvPr id="3912" name="Google Shape;3912;p8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3" name="Google Shape;3913;p83"/>
            <p:cNvGrpSpPr/>
            <p:nvPr/>
          </p:nvGrpSpPr>
          <p:grpSpPr>
            <a:xfrm>
              <a:off x="6669657" y="3716715"/>
              <a:ext cx="466779" cy="464290"/>
              <a:chOff x="6669657" y="3716715"/>
              <a:chExt cx="466779" cy="464290"/>
            </a:xfrm>
          </p:grpSpPr>
          <p:sp>
            <p:nvSpPr>
              <p:cNvPr id="3914" name="Google Shape;3914;p8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7" name="Google Shape;3927;p83"/>
          <p:cNvGrpSpPr/>
          <p:nvPr/>
        </p:nvGrpSpPr>
        <p:grpSpPr>
          <a:xfrm>
            <a:off x="7867470" y="4054631"/>
            <a:ext cx="187557" cy="187557"/>
            <a:chOff x="8565775" y="671075"/>
            <a:chExt cx="441000" cy="441000"/>
          </a:xfrm>
        </p:grpSpPr>
        <p:sp>
          <p:nvSpPr>
            <p:cNvPr id="3928" name="Google Shape;3928;p8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0" name="Google Shape;3930;p83"/>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3"/>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2" name="Google Shape;3932;p83"/>
          <p:cNvGrpSpPr/>
          <p:nvPr/>
        </p:nvGrpSpPr>
        <p:grpSpPr>
          <a:xfrm>
            <a:off x="6021325" y="3132850"/>
            <a:ext cx="587871" cy="512373"/>
            <a:chOff x="6000100" y="3076250"/>
            <a:chExt cx="587871" cy="512373"/>
          </a:xfrm>
        </p:grpSpPr>
        <p:sp>
          <p:nvSpPr>
            <p:cNvPr id="3933" name="Google Shape;3933;p8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4" name="Google Shape;3934;p83"/>
            <p:cNvGrpSpPr/>
            <p:nvPr/>
          </p:nvGrpSpPr>
          <p:grpSpPr>
            <a:xfrm>
              <a:off x="6031360" y="3076713"/>
              <a:ext cx="539107" cy="480965"/>
              <a:chOff x="6031360" y="3076713"/>
              <a:chExt cx="539107" cy="480965"/>
            </a:xfrm>
          </p:grpSpPr>
          <p:sp>
            <p:nvSpPr>
              <p:cNvPr id="3935" name="Google Shape;3935;p8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42" name="Google Shape;3942;p83"/>
          <p:cNvGrpSpPr/>
          <p:nvPr/>
        </p:nvGrpSpPr>
        <p:grpSpPr>
          <a:xfrm>
            <a:off x="3597785" y="3065882"/>
            <a:ext cx="2241344" cy="1330656"/>
            <a:chOff x="3597785" y="3065882"/>
            <a:chExt cx="2241344" cy="1330656"/>
          </a:xfrm>
        </p:grpSpPr>
        <p:grpSp>
          <p:nvGrpSpPr>
            <p:cNvPr id="3943" name="Google Shape;3943;p83"/>
            <p:cNvGrpSpPr/>
            <p:nvPr/>
          </p:nvGrpSpPr>
          <p:grpSpPr>
            <a:xfrm>
              <a:off x="5296908" y="3937355"/>
              <a:ext cx="143198" cy="32380"/>
              <a:chOff x="5296908" y="3937355"/>
              <a:chExt cx="143198" cy="32380"/>
            </a:xfrm>
          </p:grpSpPr>
          <p:sp>
            <p:nvSpPr>
              <p:cNvPr id="3944" name="Google Shape;3944;p83"/>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5" name="Google Shape;3945;p83"/>
              <p:cNvGrpSpPr/>
              <p:nvPr/>
            </p:nvGrpSpPr>
            <p:grpSpPr>
              <a:xfrm>
                <a:off x="5402331" y="3937355"/>
                <a:ext cx="37776" cy="32380"/>
                <a:chOff x="5402331" y="3937355"/>
                <a:chExt cx="37776" cy="32380"/>
              </a:xfrm>
            </p:grpSpPr>
            <p:sp>
              <p:nvSpPr>
                <p:cNvPr id="3946" name="Google Shape;3946;p83"/>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3"/>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8" name="Google Shape;3948;p83"/>
              <p:cNvGrpSpPr/>
              <p:nvPr/>
            </p:nvGrpSpPr>
            <p:grpSpPr>
              <a:xfrm>
                <a:off x="5296908" y="3937355"/>
                <a:ext cx="37783" cy="32380"/>
                <a:chOff x="5296908" y="3937355"/>
                <a:chExt cx="37783" cy="32380"/>
              </a:xfrm>
            </p:grpSpPr>
            <p:sp>
              <p:nvSpPr>
                <p:cNvPr id="3949" name="Google Shape;3949;p83"/>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3"/>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51" name="Google Shape;3951;p83"/>
            <p:cNvGrpSpPr/>
            <p:nvPr/>
          </p:nvGrpSpPr>
          <p:grpSpPr>
            <a:xfrm>
              <a:off x="4724163" y="3119631"/>
              <a:ext cx="120838" cy="84218"/>
              <a:chOff x="4724163" y="3119631"/>
              <a:chExt cx="120838" cy="84218"/>
            </a:xfrm>
          </p:grpSpPr>
          <p:grpSp>
            <p:nvGrpSpPr>
              <p:cNvPr id="3952" name="Google Shape;3952;p83"/>
              <p:cNvGrpSpPr/>
              <p:nvPr/>
            </p:nvGrpSpPr>
            <p:grpSpPr>
              <a:xfrm>
                <a:off x="4746712" y="3132773"/>
                <a:ext cx="86869" cy="56424"/>
                <a:chOff x="4746712" y="3132773"/>
                <a:chExt cx="86869" cy="56424"/>
              </a:xfrm>
            </p:grpSpPr>
            <p:sp>
              <p:nvSpPr>
                <p:cNvPr id="3953" name="Google Shape;3953;p83"/>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3"/>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5" name="Google Shape;3955;p83"/>
              <p:cNvGrpSpPr/>
              <p:nvPr/>
            </p:nvGrpSpPr>
            <p:grpSpPr>
              <a:xfrm>
                <a:off x="4773634" y="3143336"/>
                <a:ext cx="37776" cy="32451"/>
                <a:chOff x="4773634" y="3143336"/>
                <a:chExt cx="37776" cy="32451"/>
              </a:xfrm>
            </p:grpSpPr>
            <p:sp>
              <p:nvSpPr>
                <p:cNvPr id="3956" name="Google Shape;3956;p83"/>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3"/>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8" name="Google Shape;3958;p83"/>
              <p:cNvGrpSpPr/>
              <p:nvPr/>
            </p:nvGrpSpPr>
            <p:grpSpPr>
              <a:xfrm>
                <a:off x="4724163" y="3131248"/>
                <a:ext cx="37776" cy="32459"/>
                <a:chOff x="4724163" y="3131248"/>
                <a:chExt cx="37776" cy="32459"/>
              </a:xfrm>
            </p:grpSpPr>
            <p:sp>
              <p:nvSpPr>
                <p:cNvPr id="3959" name="Google Shape;3959;p83"/>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3"/>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1" name="Google Shape;3961;p83"/>
              <p:cNvGrpSpPr/>
              <p:nvPr/>
            </p:nvGrpSpPr>
            <p:grpSpPr>
              <a:xfrm>
                <a:off x="4755081" y="3176054"/>
                <a:ext cx="32357" cy="27795"/>
                <a:chOff x="4755081" y="3176054"/>
                <a:chExt cx="32357" cy="27795"/>
              </a:xfrm>
            </p:grpSpPr>
            <p:sp>
              <p:nvSpPr>
                <p:cNvPr id="3962" name="Google Shape;3962;p83"/>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3"/>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4" name="Google Shape;3964;p83"/>
              <p:cNvGrpSpPr/>
              <p:nvPr/>
            </p:nvGrpSpPr>
            <p:grpSpPr>
              <a:xfrm>
                <a:off x="4812550" y="3119631"/>
                <a:ext cx="32451" cy="27803"/>
                <a:chOff x="4812550" y="3119631"/>
                <a:chExt cx="32451" cy="27803"/>
              </a:xfrm>
            </p:grpSpPr>
            <p:sp>
              <p:nvSpPr>
                <p:cNvPr id="3965" name="Google Shape;3965;p83"/>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3"/>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67" name="Google Shape;3967;p83"/>
            <p:cNvGrpSpPr/>
            <p:nvPr/>
          </p:nvGrpSpPr>
          <p:grpSpPr>
            <a:xfrm>
              <a:off x="5382826" y="4027197"/>
              <a:ext cx="268967" cy="250422"/>
              <a:chOff x="5382826" y="4027197"/>
              <a:chExt cx="268967" cy="250422"/>
            </a:xfrm>
          </p:grpSpPr>
          <p:grpSp>
            <p:nvGrpSpPr>
              <p:cNvPr id="3968" name="Google Shape;3968;p83"/>
              <p:cNvGrpSpPr/>
              <p:nvPr/>
            </p:nvGrpSpPr>
            <p:grpSpPr>
              <a:xfrm>
                <a:off x="5405280" y="4042510"/>
                <a:ext cx="237570" cy="218647"/>
                <a:chOff x="5405280" y="4042510"/>
                <a:chExt cx="237570" cy="218647"/>
              </a:xfrm>
            </p:grpSpPr>
            <p:sp>
              <p:nvSpPr>
                <p:cNvPr id="3969" name="Google Shape;3969;p83"/>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3"/>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3"/>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3"/>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3"/>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3"/>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5" name="Google Shape;3975;p83"/>
              <p:cNvGrpSpPr/>
              <p:nvPr/>
            </p:nvGrpSpPr>
            <p:grpSpPr>
              <a:xfrm>
                <a:off x="5382826" y="4125549"/>
                <a:ext cx="37776" cy="32380"/>
                <a:chOff x="5382826" y="4125549"/>
                <a:chExt cx="37776" cy="32380"/>
              </a:xfrm>
            </p:grpSpPr>
            <p:sp>
              <p:nvSpPr>
                <p:cNvPr id="3976" name="Google Shape;3976;p83"/>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3"/>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8" name="Google Shape;3978;p83"/>
              <p:cNvGrpSpPr/>
              <p:nvPr/>
            </p:nvGrpSpPr>
            <p:grpSpPr>
              <a:xfrm>
                <a:off x="5475680" y="4195587"/>
                <a:ext cx="37783" cy="32364"/>
                <a:chOff x="5475680" y="4195587"/>
                <a:chExt cx="37783" cy="32364"/>
              </a:xfrm>
            </p:grpSpPr>
            <p:sp>
              <p:nvSpPr>
                <p:cNvPr id="3979" name="Google Shape;3979;p83"/>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3"/>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1" name="Google Shape;3981;p83"/>
              <p:cNvGrpSpPr/>
              <p:nvPr/>
            </p:nvGrpSpPr>
            <p:grpSpPr>
              <a:xfrm>
                <a:off x="5532575" y="4027197"/>
                <a:ext cx="33308" cy="32262"/>
                <a:chOff x="5532575" y="4027197"/>
                <a:chExt cx="33308" cy="32262"/>
              </a:xfrm>
            </p:grpSpPr>
            <p:sp>
              <p:nvSpPr>
                <p:cNvPr id="3982" name="Google Shape;3982;p83"/>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3"/>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4" name="Google Shape;3984;p83"/>
              <p:cNvGrpSpPr/>
              <p:nvPr/>
            </p:nvGrpSpPr>
            <p:grpSpPr>
              <a:xfrm>
                <a:off x="5590706" y="4245348"/>
                <a:ext cx="33497" cy="32270"/>
                <a:chOff x="5590706" y="4245348"/>
                <a:chExt cx="33497" cy="32270"/>
              </a:xfrm>
            </p:grpSpPr>
            <p:sp>
              <p:nvSpPr>
                <p:cNvPr id="3985" name="Google Shape;3985;p83"/>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3"/>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7" name="Google Shape;3987;p83"/>
              <p:cNvGrpSpPr/>
              <p:nvPr/>
            </p:nvGrpSpPr>
            <p:grpSpPr>
              <a:xfrm>
                <a:off x="5618681" y="4109677"/>
                <a:ext cx="33112" cy="32357"/>
                <a:chOff x="5618681" y="4109677"/>
                <a:chExt cx="33112" cy="32357"/>
              </a:xfrm>
            </p:grpSpPr>
            <p:sp>
              <p:nvSpPr>
                <p:cNvPr id="3988" name="Google Shape;3988;p83"/>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3"/>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 name="Google Shape;3990;p83"/>
              <p:cNvGrpSpPr/>
              <p:nvPr/>
            </p:nvGrpSpPr>
            <p:grpSpPr>
              <a:xfrm>
                <a:off x="5479298" y="4128262"/>
                <a:ext cx="31405" cy="26906"/>
                <a:chOff x="5479298" y="4128262"/>
                <a:chExt cx="31405" cy="26906"/>
              </a:xfrm>
            </p:grpSpPr>
            <p:sp>
              <p:nvSpPr>
                <p:cNvPr id="3991" name="Google Shape;3991;p83"/>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3"/>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3" name="Google Shape;3993;p83"/>
              <p:cNvGrpSpPr/>
              <p:nvPr/>
            </p:nvGrpSpPr>
            <p:grpSpPr>
              <a:xfrm>
                <a:off x="5582903" y="4180116"/>
                <a:ext cx="31499" cy="26898"/>
                <a:chOff x="5582903" y="4180116"/>
                <a:chExt cx="31499" cy="26898"/>
              </a:xfrm>
            </p:grpSpPr>
            <p:sp>
              <p:nvSpPr>
                <p:cNvPr id="3994" name="Google Shape;3994;p83"/>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3"/>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96" name="Google Shape;3996;p83"/>
            <p:cNvGrpSpPr/>
            <p:nvPr/>
          </p:nvGrpSpPr>
          <p:grpSpPr>
            <a:xfrm>
              <a:off x="3977681" y="3230323"/>
              <a:ext cx="94584" cy="84085"/>
              <a:chOff x="3977681" y="3230323"/>
              <a:chExt cx="94584" cy="84085"/>
            </a:xfrm>
          </p:grpSpPr>
          <p:grpSp>
            <p:nvGrpSpPr>
              <p:cNvPr id="3997" name="Google Shape;3997;p83"/>
              <p:cNvGrpSpPr/>
              <p:nvPr/>
            </p:nvGrpSpPr>
            <p:grpSpPr>
              <a:xfrm>
                <a:off x="4000135" y="3243041"/>
                <a:ext cx="59570" cy="57186"/>
                <a:chOff x="4000135" y="3243041"/>
                <a:chExt cx="59570" cy="57186"/>
              </a:xfrm>
            </p:grpSpPr>
            <p:sp>
              <p:nvSpPr>
                <p:cNvPr id="3998" name="Google Shape;3998;p83"/>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3"/>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3"/>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 name="Google Shape;4001;p83"/>
              <p:cNvGrpSpPr/>
              <p:nvPr/>
            </p:nvGrpSpPr>
            <p:grpSpPr>
              <a:xfrm>
                <a:off x="3977681" y="3245872"/>
                <a:ext cx="37783" cy="32380"/>
                <a:chOff x="3977681" y="3245872"/>
                <a:chExt cx="37783" cy="32380"/>
              </a:xfrm>
            </p:grpSpPr>
            <p:sp>
              <p:nvSpPr>
                <p:cNvPr id="4002" name="Google Shape;4002;p83"/>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3"/>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4" name="Google Shape;4004;p83"/>
              <p:cNvGrpSpPr/>
              <p:nvPr/>
            </p:nvGrpSpPr>
            <p:grpSpPr>
              <a:xfrm>
                <a:off x="4040860" y="3262672"/>
                <a:ext cx="31405" cy="27001"/>
                <a:chOff x="4040860" y="3262672"/>
                <a:chExt cx="31405" cy="27001"/>
              </a:xfrm>
            </p:grpSpPr>
            <p:sp>
              <p:nvSpPr>
                <p:cNvPr id="4005" name="Google Shape;4005;p83"/>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3"/>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7" name="Google Shape;4007;p83"/>
              <p:cNvGrpSpPr/>
              <p:nvPr/>
            </p:nvGrpSpPr>
            <p:grpSpPr>
              <a:xfrm>
                <a:off x="4021072" y="3230323"/>
                <a:ext cx="31397" cy="26906"/>
                <a:chOff x="4021072" y="3230323"/>
                <a:chExt cx="31397" cy="26906"/>
              </a:xfrm>
            </p:grpSpPr>
            <p:sp>
              <p:nvSpPr>
                <p:cNvPr id="4008" name="Google Shape;4008;p83"/>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3"/>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0" name="Google Shape;4010;p83"/>
              <p:cNvGrpSpPr/>
              <p:nvPr/>
            </p:nvGrpSpPr>
            <p:grpSpPr>
              <a:xfrm>
                <a:off x="4001472" y="3287462"/>
                <a:ext cx="31499" cy="26945"/>
                <a:chOff x="4001472" y="3287462"/>
                <a:chExt cx="31499" cy="26945"/>
              </a:xfrm>
            </p:grpSpPr>
            <p:sp>
              <p:nvSpPr>
                <p:cNvPr id="4011" name="Google Shape;4011;p83"/>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3"/>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13" name="Google Shape;4013;p83"/>
            <p:cNvGrpSpPr/>
            <p:nvPr/>
          </p:nvGrpSpPr>
          <p:grpSpPr>
            <a:xfrm>
              <a:off x="4084715" y="3258865"/>
              <a:ext cx="184961" cy="137268"/>
              <a:chOff x="4084715" y="3258865"/>
              <a:chExt cx="184961" cy="137268"/>
            </a:xfrm>
          </p:grpSpPr>
          <p:grpSp>
            <p:nvGrpSpPr>
              <p:cNvPr id="4014" name="Google Shape;4014;p83"/>
              <p:cNvGrpSpPr/>
              <p:nvPr/>
            </p:nvGrpSpPr>
            <p:grpSpPr>
              <a:xfrm>
                <a:off x="4107453" y="3271583"/>
                <a:ext cx="153470" cy="110275"/>
                <a:chOff x="4107453" y="3271583"/>
                <a:chExt cx="153470" cy="110275"/>
              </a:xfrm>
            </p:grpSpPr>
            <p:sp>
              <p:nvSpPr>
                <p:cNvPr id="4015" name="Google Shape;4015;p83"/>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3"/>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3"/>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3"/>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9" name="Google Shape;4019;p83"/>
              <p:cNvGrpSpPr/>
              <p:nvPr/>
            </p:nvGrpSpPr>
            <p:grpSpPr>
              <a:xfrm>
                <a:off x="4136947" y="3258865"/>
                <a:ext cx="31499" cy="27001"/>
                <a:chOff x="4136947" y="3258865"/>
                <a:chExt cx="31499" cy="27001"/>
              </a:xfrm>
            </p:grpSpPr>
            <p:sp>
              <p:nvSpPr>
                <p:cNvPr id="4020" name="Google Shape;4020;p83"/>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3"/>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2" name="Google Shape;4022;p83"/>
              <p:cNvGrpSpPr/>
              <p:nvPr/>
            </p:nvGrpSpPr>
            <p:grpSpPr>
              <a:xfrm>
                <a:off x="4084715" y="3266478"/>
                <a:ext cx="31468" cy="26898"/>
                <a:chOff x="4084715" y="3266478"/>
                <a:chExt cx="31468" cy="26898"/>
              </a:xfrm>
            </p:grpSpPr>
            <p:sp>
              <p:nvSpPr>
                <p:cNvPr id="4023" name="Google Shape;4023;p83"/>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3"/>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5" name="Google Shape;4025;p83"/>
              <p:cNvGrpSpPr/>
              <p:nvPr/>
            </p:nvGrpSpPr>
            <p:grpSpPr>
              <a:xfrm>
                <a:off x="4159213" y="3279849"/>
                <a:ext cx="31405" cy="26945"/>
                <a:chOff x="4159213" y="3279849"/>
                <a:chExt cx="31405" cy="26945"/>
              </a:xfrm>
            </p:grpSpPr>
            <p:sp>
              <p:nvSpPr>
                <p:cNvPr id="4026" name="Google Shape;4026;p83"/>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3"/>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8" name="Google Shape;4028;p83"/>
              <p:cNvGrpSpPr/>
              <p:nvPr/>
            </p:nvGrpSpPr>
            <p:grpSpPr>
              <a:xfrm>
                <a:off x="4201550" y="3266502"/>
                <a:ext cx="31405" cy="26883"/>
                <a:chOff x="4201550" y="3266502"/>
                <a:chExt cx="31405" cy="26883"/>
              </a:xfrm>
            </p:grpSpPr>
            <p:sp>
              <p:nvSpPr>
                <p:cNvPr id="4029" name="Google Shape;4029;p83"/>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3"/>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1" name="Google Shape;4031;p83"/>
              <p:cNvGrpSpPr/>
              <p:nvPr/>
            </p:nvGrpSpPr>
            <p:grpSpPr>
              <a:xfrm>
                <a:off x="4201550" y="3338278"/>
                <a:ext cx="31405" cy="26930"/>
                <a:chOff x="4201550" y="3338278"/>
                <a:chExt cx="31405" cy="26930"/>
              </a:xfrm>
            </p:grpSpPr>
            <p:sp>
              <p:nvSpPr>
                <p:cNvPr id="4032" name="Google Shape;4032;p83"/>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3"/>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4" name="Google Shape;4034;p83"/>
              <p:cNvGrpSpPr/>
              <p:nvPr/>
            </p:nvGrpSpPr>
            <p:grpSpPr>
              <a:xfrm>
                <a:off x="4238272" y="3369132"/>
                <a:ext cx="31405" cy="27001"/>
                <a:chOff x="4238272" y="3369132"/>
                <a:chExt cx="31405" cy="27001"/>
              </a:xfrm>
            </p:grpSpPr>
            <p:sp>
              <p:nvSpPr>
                <p:cNvPr id="4035" name="Google Shape;4035;p83"/>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3"/>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37" name="Google Shape;4037;p83"/>
            <p:cNvGrpSpPr/>
            <p:nvPr/>
          </p:nvGrpSpPr>
          <p:grpSpPr>
            <a:xfrm>
              <a:off x="4068639" y="3200169"/>
              <a:ext cx="77643" cy="37272"/>
              <a:chOff x="4068639" y="3200169"/>
              <a:chExt cx="77643" cy="37272"/>
            </a:xfrm>
          </p:grpSpPr>
          <p:sp>
            <p:nvSpPr>
              <p:cNvPr id="4038" name="Google Shape;4038;p83"/>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9" name="Google Shape;4039;p83"/>
              <p:cNvGrpSpPr/>
              <p:nvPr/>
            </p:nvGrpSpPr>
            <p:grpSpPr>
              <a:xfrm>
                <a:off x="4114878" y="3200169"/>
                <a:ext cx="31405" cy="26993"/>
                <a:chOff x="4114878" y="3200169"/>
                <a:chExt cx="31405" cy="26993"/>
              </a:xfrm>
            </p:grpSpPr>
            <p:sp>
              <p:nvSpPr>
                <p:cNvPr id="4040" name="Google Shape;4040;p83"/>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3"/>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2" name="Google Shape;4042;p83"/>
              <p:cNvGrpSpPr/>
              <p:nvPr/>
            </p:nvGrpSpPr>
            <p:grpSpPr>
              <a:xfrm>
                <a:off x="4068639" y="3210535"/>
                <a:ext cx="31499" cy="26906"/>
                <a:chOff x="4068639" y="3210535"/>
                <a:chExt cx="31499" cy="26906"/>
              </a:xfrm>
            </p:grpSpPr>
            <p:sp>
              <p:nvSpPr>
                <p:cNvPr id="4043" name="Google Shape;4043;p83"/>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3"/>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45" name="Google Shape;4045;p83"/>
            <p:cNvGrpSpPr/>
            <p:nvPr/>
          </p:nvGrpSpPr>
          <p:grpSpPr>
            <a:xfrm>
              <a:off x="3869702" y="3066935"/>
              <a:ext cx="382664" cy="190294"/>
              <a:chOff x="3869702" y="3066935"/>
              <a:chExt cx="382664" cy="190294"/>
            </a:xfrm>
          </p:grpSpPr>
          <p:grpSp>
            <p:nvGrpSpPr>
              <p:cNvPr id="4046" name="Google Shape;4046;p83"/>
              <p:cNvGrpSpPr/>
              <p:nvPr/>
            </p:nvGrpSpPr>
            <p:grpSpPr>
              <a:xfrm>
                <a:off x="3888633" y="3082351"/>
                <a:ext cx="351172" cy="160698"/>
                <a:chOff x="3888633" y="3082351"/>
                <a:chExt cx="351172" cy="160698"/>
              </a:xfrm>
            </p:grpSpPr>
            <p:sp>
              <p:nvSpPr>
                <p:cNvPr id="4047" name="Google Shape;4047;p83"/>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3"/>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3"/>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3"/>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3"/>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3"/>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3" name="Google Shape;4053;p83"/>
              <p:cNvGrpSpPr/>
              <p:nvPr/>
            </p:nvGrpSpPr>
            <p:grpSpPr>
              <a:xfrm>
                <a:off x="4143703" y="3066935"/>
                <a:ext cx="37783" cy="32357"/>
                <a:chOff x="4143703" y="3066935"/>
                <a:chExt cx="37783" cy="32357"/>
              </a:xfrm>
            </p:grpSpPr>
            <p:sp>
              <p:nvSpPr>
                <p:cNvPr id="4054" name="Google Shape;4054;p83"/>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3"/>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 name="Google Shape;4056;p83"/>
              <p:cNvGrpSpPr/>
              <p:nvPr/>
            </p:nvGrpSpPr>
            <p:grpSpPr>
              <a:xfrm>
                <a:off x="4044565" y="3103563"/>
                <a:ext cx="37783" cy="32451"/>
                <a:chOff x="4044565" y="3103563"/>
                <a:chExt cx="37783" cy="32451"/>
              </a:xfrm>
            </p:grpSpPr>
            <p:sp>
              <p:nvSpPr>
                <p:cNvPr id="4057" name="Google Shape;4057;p83"/>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3"/>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9" name="Google Shape;4059;p83"/>
              <p:cNvGrpSpPr/>
              <p:nvPr/>
            </p:nvGrpSpPr>
            <p:grpSpPr>
              <a:xfrm>
                <a:off x="4017454" y="3188237"/>
                <a:ext cx="37776" cy="32357"/>
                <a:chOff x="4017454" y="3188237"/>
                <a:chExt cx="37776" cy="32357"/>
              </a:xfrm>
            </p:grpSpPr>
            <p:sp>
              <p:nvSpPr>
                <p:cNvPr id="4060" name="Google Shape;4060;p83"/>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3"/>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 name="Google Shape;4062;p83"/>
              <p:cNvGrpSpPr/>
              <p:nvPr/>
            </p:nvGrpSpPr>
            <p:grpSpPr>
              <a:xfrm>
                <a:off x="3921548" y="3157509"/>
                <a:ext cx="37783" cy="32357"/>
                <a:chOff x="3921548" y="3157509"/>
                <a:chExt cx="37783" cy="32357"/>
              </a:xfrm>
            </p:grpSpPr>
            <p:sp>
              <p:nvSpPr>
                <p:cNvPr id="4063" name="Google Shape;4063;p83"/>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3"/>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5" name="Google Shape;4065;p83"/>
              <p:cNvGrpSpPr/>
              <p:nvPr/>
            </p:nvGrpSpPr>
            <p:grpSpPr>
              <a:xfrm>
                <a:off x="3939056" y="3211620"/>
                <a:ext cx="37783" cy="32380"/>
                <a:chOff x="3939056" y="3211620"/>
                <a:chExt cx="37783" cy="32380"/>
              </a:xfrm>
            </p:grpSpPr>
            <p:sp>
              <p:nvSpPr>
                <p:cNvPr id="4066" name="Google Shape;4066;p83"/>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3"/>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8" name="Google Shape;4068;p83"/>
              <p:cNvGrpSpPr/>
              <p:nvPr/>
            </p:nvGrpSpPr>
            <p:grpSpPr>
              <a:xfrm>
                <a:off x="4176240" y="3136965"/>
                <a:ext cx="31405" cy="26930"/>
                <a:chOff x="4176240" y="3136965"/>
                <a:chExt cx="31405" cy="26930"/>
              </a:xfrm>
            </p:grpSpPr>
            <p:sp>
              <p:nvSpPr>
                <p:cNvPr id="4069" name="Google Shape;4069;p83"/>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3"/>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1" name="Google Shape;4071;p83"/>
              <p:cNvGrpSpPr/>
              <p:nvPr/>
            </p:nvGrpSpPr>
            <p:grpSpPr>
              <a:xfrm>
                <a:off x="4133148" y="3152593"/>
                <a:ext cx="31499" cy="27001"/>
                <a:chOff x="4133148" y="3152593"/>
                <a:chExt cx="31499" cy="27001"/>
              </a:xfrm>
            </p:grpSpPr>
            <p:sp>
              <p:nvSpPr>
                <p:cNvPr id="4072" name="Google Shape;4072;p83"/>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3"/>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83"/>
              <p:cNvGrpSpPr/>
              <p:nvPr/>
            </p:nvGrpSpPr>
            <p:grpSpPr>
              <a:xfrm>
                <a:off x="4220866" y="3073534"/>
                <a:ext cx="31499" cy="26898"/>
                <a:chOff x="4220866" y="3073534"/>
                <a:chExt cx="31499" cy="26898"/>
              </a:xfrm>
            </p:grpSpPr>
            <p:sp>
              <p:nvSpPr>
                <p:cNvPr id="4075" name="Google Shape;4075;p83"/>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3"/>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7" name="Google Shape;4077;p83"/>
              <p:cNvGrpSpPr/>
              <p:nvPr/>
            </p:nvGrpSpPr>
            <p:grpSpPr>
              <a:xfrm>
                <a:off x="3869702" y="3230323"/>
                <a:ext cx="31499" cy="26906"/>
                <a:chOff x="3869702" y="3230323"/>
                <a:chExt cx="31499" cy="26906"/>
              </a:xfrm>
            </p:grpSpPr>
            <p:sp>
              <p:nvSpPr>
                <p:cNvPr id="4078" name="Google Shape;4078;p83"/>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3"/>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80" name="Google Shape;4080;p83"/>
            <p:cNvGrpSpPr/>
            <p:nvPr/>
          </p:nvGrpSpPr>
          <p:grpSpPr>
            <a:xfrm>
              <a:off x="4271383" y="3065882"/>
              <a:ext cx="304556" cy="341663"/>
              <a:chOff x="4271383" y="3065882"/>
              <a:chExt cx="304556" cy="341663"/>
            </a:xfrm>
          </p:grpSpPr>
          <p:grpSp>
            <p:nvGrpSpPr>
              <p:cNvPr id="4081" name="Google Shape;4081;p83"/>
              <p:cNvGrpSpPr/>
              <p:nvPr/>
            </p:nvGrpSpPr>
            <p:grpSpPr>
              <a:xfrm>
                <a:off x="4293838" y="3078639"/>
                <a:ext cx="269353" cy="311973"/>
                <a:chOff x="4293838" y="3078639"/>
                <a:chExt cx="269353" cy="311973"/>
              </a:xfrm>
            </p:grpSpPr>
            <p:sp>
              <p:nvSpPr>
                <p:cNvPr id="4082" name="Google Shape;4082;p83"/>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3"/>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3"/>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3"/>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3"/>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3"/>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3"/>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3"/>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3"/>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3"/>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3"/>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3"/>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3"/>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3"/>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3"/>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3"/>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3"/>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9" name="Google Shape;4099;p83"/>
              <p:cNvGrpSpPr/>
              <p:nvPr/>
            </p:nvGrpSpPr>
            <p:grpSpPr>
              <a:xfrm>
                <a:off x="4538164" y="3342061"/>
                <a:ext cx="37776" cy="32380"/>
                <a:chOff x="4538164" y="3342061"/>
                <a:chExt cx="37776" cy="32380"/>
              </a:xfrm>
            </p:grpSpPr>
            <p:sp>
              <p:nvSpPr>
                <p:cNvPr id="4100" name="Google Shape;4100;p83"/>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3"/>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 name="Google Shape;4102;p83"/>
              <p:cNvGrpSpPr/>
              <p:nvPr/>
            </p:nvGrpSpPr>
            <p:grpSpPr>
              <a:xfrm>
                <a:off x="4271383" y="3194742"/>
                <a:ext cx="37783" cy="32420"/>
                <a:chOff x="4271383" y="3194742"/>
                <a:chExt cx="37783" cy="32420"/>
              </a:xfrm>
            </p:grpSpPr>
            <p:sp>
              <p:nvSpPr>
                <p:cNvPr id="4103" name="Google Shape;4103;p83"/>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3"/>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 name="Google Shape;4105;p83"/>
              <p:cNvGrpSpPr/>
              <p:nvPr/>
            </p:nvGrpSpPr>
            <p:grpSpPr>
              <a:xfrm>
                <a:off x="4284416" y="3084058"/>
                <a:ext cx="37783" cy="32357"/>
                <a:chOff x="4284416" y="3084058"/>
                <a:chExt cx="37783" cy="32357"/>
              </a:xfrm>
            </p:grpSpPr>
            <p:sp>
              <p:nvSpPr>
                <p:cNvPr id="4106" name="Google Shape;4106;p83"/>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3"/>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8" name="Google Shape;4108;p83"/>
              <p:cNvGrpSpPr/>
              <p:nvPr/>
            </p:nvGrpSpPr>
            <p:grpSpPr>
              <a:xfrm>
                <a:off x="4478697" y="3297561"/>
                <a:ext cx="37776" cy="32451"/>
                <a:chOff x="4478697" y="3297561"/>
                <a:chExt cx="37776" cy="32451"/>
              </a:xfrm>
            </p:grpSpPr>
            <p:sp>
              <p:nvSpPr>
                <p:cNvPr id="4109" name="Google Shape;4109;p83"/>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3"/>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1" name="Google Shape;4111;p83"/>
              <p:cNvGrpSpPr/>
              <p:nvPr/>
            </p:nvGrpSpPr>
            <p:grpSpPr>
              <a:xfrm>
                <a:off x="4411813" y="3331711"/>
                <a:ext cx="37776" cy="32451"/>
                <a:chOff x="4411813" y="3331711"/>
                <a:chExt cx="37776" cy="32451"/>
              </a:xfrm>
            </p:grpSpPr>
            <p:sp>
              <p:nvSpPr>
                <p:cNvPr id="4112" name="Google Shape;4112;p83"/>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3"/>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4" name="Google Shape;4114;p83"/>
              <p:cNvGrpSpPr/>
              <p:nvPr/>
            </p:nvGrpSpPr>
            <p:grpSpPr>
              <a:xfrm>
                <a:off x="4337984" y="3375188"/>
                <a:ext cx="37776" cy="32357"/>
                <a:chOff x="4337984" y="3375188"/>
                <a:chExt cx="37776" cy="32357"/>
              </a:xfrm>
            </p:grpSpPr>
            <p:sp>
              <p:nvSpPr>
                <p:cNvPr id="4115" name="Google Shape;4115;p83"/>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3"/>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7" name="Google Shape;4117;p83"/>
              <p:cNvGrpSpPr/>
              <p:nvPr/>
            </p:nvGrpSpPr>
            <p:grpSpPr>
              <a:xfrm>
                <a:off x="4494867" y="3090530"/>
                <a:ext cx="37878" cy="32451"/>
                <a:chOff x="4494867" y="3090530"/>
                <a:chExt cx="37878" cy="32451"/>
              </a:xfrm>
            </p:grpSpPr>
            <p:sp>
              <p:nvSpPr>
                <p:cNvPr id="4118" name="Google Shape;4118;p83"/>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3"/>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0" name="Google Shape;4120;p83"/>
              <p:cNvGrpSpPr/>
              <p:nvPr/>
            </p:nvGrpSpPr>
            <p:grpSpPr>
              <a:xfrm>
                <a:off x="4525124" y="3207774"/>
                <a:ext cx="37783" cy="32420"/>
                <a:chOff x="4525124" y="3207774"/>
                <a:chExt cx="37783" cy="32420"/>
              </a:xfrm>
            </p:grpSpPr>
            <p:sp>
              <p:nvSpPr>
                <p:cNvPr id="4121" name="Google Shape;4121;p83"/>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3"/>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3" name="Google Shape;4123;p83"/>
              <p:cNvGrpSpPr/>
              <p:nvPr/>
            </p:nvGrpSpPr>
            <p:grpSpPr>
              <a:xfrm>
                <a:off x="4440544" y="3176479"/>
                <a:ext cx="31499" cy="26898"/>
                <a:chOff x="4440544" y="3176479"/>
                <a:chExt cx="31499" cy="26898"/>
              </a:xfrm>
            </p:grpSpPr>
            <p:sp>
              <p:nvSpPr>
                <p:cNvPr id="4124" name="Google Shape;4124;p83"/>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3"/>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 name="Google Shape;4126;p83"/>
              <p:cNvGrpSpPr/>
              <p:nvPr/>
            </p:nvGrpSpPr>
            <p:grpSpPr>
              <a:xfrm>
                <a:off x="4350545" y="3156400"/>
                <a:ext cx="31405" cy="27001"/>
                <a:chOff x="4350545" y="3156400"/>
                <a:chExt cx="31405" cy="27001"/>
              </a:xfrm>
            </p:grpSpPr>
            <p:sp>
              <p:nvSpPr>
                <p:cNvPr id="4127" name="Google Shape;4127;p83"/>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3"/>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9" name="Google Shape;4129;p83"/>
              <p:cNvGrpSpPr/>
              <p:nvPr/>
            </p:nvGrpSpPr>
            <p:grpSpPr>
              <a:xfrm>
                <a:off x="4376703" y="3255058"/>
                <a:ext cx="31405" cy="27001"/>
                <a:chOff x="4376703" y="3255058"/>
                <a:chExt cx="31405" cy="27001"/>
              </a:xfrm>
            </p:grpSpPr>
            <p:sp>
              <p:nvSpPr>
                <p:cNvPr id="4130" name="Google Shape;4130;p83"/>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3"/>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2" name="Google Shape;4132;p83"/>
              <p:cNvGrpSpPr/>
              <p:nvPr/>
            </p:nvGrpSpPr>
            <p:grpSpPr>
              <a:xfrm>
                <a:off x="4331322" y="3283656"/>
                <a:ext cx="31405" cy="26945"/>
                <a:chOff x="4331322" y="3283656"/>
                <a:chExt cx="31405" cy="26945"/>
              </a:xfrm>
            </p:grpSpPr>
            <p:sp>
              <p:nvSpPr>
                <p:cNvPr id="4133" name="Google Shape;4133;p83"/>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3"/>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5" name="Google Shape;4135;p83"/>
              <p:cNvGrpSpPr/>
              <p:nvPr/>
            </p:nvGrpSpPr>
            <p:grpSpPr>
              <a:xfrm>
                <a:off x="4380510" y="3065882"/>
                <a:ext cx="31405" cy="26938"/>
                <a:chOff x="4380510" y="3065882"/>
                <a:chExt cx="31405" cy="26938"/>
              </a:xfrm>
            </p:grpSpPr>
            <p:sp>
              <p:nvSpPr>
                <p:cNvPr id="4136" name="Google Shape;4136;p83"/>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3"/>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38" name="Google Shape;4138;p83"/>
            <p:cNvGrpSpPr/>
            <p:nvPr/>
          </p:nvGrpSpPr>
          <p:grpSpPr>
            <a:xfrm>
              <a:off x="4558998" y="3188237"/>
              <a:ext cx="1280131" cy="1052746"/>
              <a:chOff x="4558998" y="3188237"/>
              <a:chExt cx="1280131" cy="1052746"/>
            </a:xfrm>
          </p:grpSpPr>
          <p:sp>
            <p:nvSpPr>
              <p:cNvPr id="4139" name="Google Shape;4139;p83"/>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0" name="Google Shape;4140;p83"/>
              <p:cNvGrpSpPr/>
              <p:nvPr/>
            </p:nvGrpSpPr>
            <p:grpSpPr>
              <a:xfrm>
                <a:off x="4579164" y="3203653"/>
                <a:ext cx="1244833" cy="1020397"/>
                <a:chOff x="4579164" y="3203653"/>
                <a:chExt cx="1244833" cy="1020397"/>
              </a:xfrm>
            </p:grpSpPr>
            <p:sp>
              <p:nvSpPr>
                <p:cNvPr id="4141" name="Google Shape;4141;p83"/>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3"/>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3" name="Google Shape;4143;p83"/>
                <p:cNvGrpSpPr/>
                <p:nvPr/>
              </p:nvGrpSpPr>
              <p:grpSpPr>
                <a:xfrm>
                  <a:off x="4579164" y="3203653"/>
                  <a:ext cx="1244833" cy="1020397"/>
                  <a:chOff x="4579164" y="3203653"/>
                  <a:chExt cx="1244833" cy="1020397"/>
                </a:xfrm>
              </p:grpSpPr>
              <p:sp>
                <p:nvSpPr>
                  <p:cNvPr id="4144" name="Google Shape;4144;p83"/>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3"/>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6" name="Google Shape;4146;p83"/>
                  <p:cNvGrpSpPr/>
                  <p:nvPr/>
                </p:nvGrpSpPr>
                <p:grpSpPr>
                  <a:xfrm>
                    <a:off x="4579164" y="3203653"/>
                    <a:ext cx="1244833" cy="1020397"/>
                    <a:chOff x="4579164" y="3203653"/>
                    <a:chExt cx="1244833" cy="1020397"/>
                  </a:xfrm>
                </p:grpSpPr>
                <p:sp>
                  <p:nvSpPr>
                    <p:cNvPr id="4147" name="Google Shape;4147;p83"/>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3"/>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3"/>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3"/>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3"/>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3"/>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3"/>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3"/>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5" name="Google Shape;4155;p83"/>
                    <p:cNvGrpSpPr/>
                    <p:nvPr/>
                  </p:nvGrpSpPr>
                  <p:grpSpPr>
                    <a:xfrm>
                      <a:off x="4579164" y="3203653"/>
                      <a:ext cx="1244833" cy="1020397"/>
                      <a:chOff x="4579164" y="3203653"/>
                      <a:chExt cx="1244833" cy="1020397"/>
                    </a:xfrm>
                  </p:grpSpPr>
                  <p:sp>
                    <p:nvSpPr>
                      <p:cNvPr id="4156" name="Google Shape;4156;p83"/>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3"/>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3"/>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3"/>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3"/>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3"/>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3"/>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3"/>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3"/>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3"/>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3"/>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3"/>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3"/>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3"/>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0" name="Google Shape;4170;p83"/>
                      <p:cNvGrpSpPr/>
                      <p:nvPr/>
                    </p:nvGrpSpPr>
                    <p:grpSpPr>
                      <a:xfrm>
                        <a:off x="4579164" y="3203653"/>
                        <a:ext cx="1244833" cy="1020397"/>
                        <a:chOff x="4579164" y="3203653"/>
                        <a:chExt cx="1244833" cy="1020397"/>
                      </a:xfrm>
                    </p:grpSpPr>
                    <p:sp>
                      <p:nvSpPr>
                        <p:cNvPr id="4171" name="Google Shape;4171;p83"/>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3"/>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3"/>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3"/>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3"/>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3"/>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3"/>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3"/>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3"/>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3"/>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3"/>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3"/>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3"/>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3"/>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3"/>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3"/>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3"/>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3"/>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3"/>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3"/>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3"/>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3"/>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3"/>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3"/>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5" name="Google Shape;4195;p83"/>
                        <p:cNvGrpSpPr/>
                        <p:nvPr/>
                      </p:nvGrpSpPr>
                      <p:grpSpPr>
                        <a:xfrm>
                          <a:off x="4579164" y="3203653"/>
                          <a:ext cx="1244833" cy="1020397"/>
                          <a:chOff x="4579164" y="3203653"/>
                          <a:chExt cx="1244833" cy="1020397"/>
                        </a:xfrm>
                      </p:grpSpPr>
                      <p:sp>
                        <p:nvSpPr>
                          <p:cNvPr id="4196" name="Google Shape;4196;p83"/>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7" name="Google Shape;4197;p83"/>
                          <p:cNvGrpSpPr/>
                          <p:nvPr/>
                        </p:nvGrpSpPr>
                        <p:grpSpPr>
                          <a:xfrm>
                            <a:off x="4579164" y="3203653"/>
                            <a:ext cx="1244833" cy="1020397"/>
                            <a:chOff x="4579164" y="3203653"/>
                            <a:chExt cx="1244833" cy="1020397"/>
                          </a:xfrm>
                        </p:grpSpPr>
                        <p:sp>
                          <p:nvSpPr>
                            <p:cNvPr id="4198" name="Google Shape;4198;p83"/>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3"/>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3"/>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3"/>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3"/>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3"/>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3"/>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5" name="Google Shape;4205;p83"/>
                            <p:cNvGrpSpPr/>
                            <p:nvPr/>
                          </p:nvGrpSpPr>
                          <p:grpSpPr>
                            <a:xfrm>
                              <a:off x="4579164" y="3203653"/>
                              <a:ext cx="1244833" cy="1020397"/>
                              <a:chOff x="4579164" y="3203653"/>
                              <a:chExt cx="1244833" cy="1020397"/>
                            </a:xfrm>
                          </p:grpSpPr>
                          <p:sp>
                            <p:nvSpPr>
                              <p:cNvPr id="4206" name="Google Shape;4206;p83"/>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3"/>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3"/>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3"/>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3"/>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3"/>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3"/>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3"/>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3"/>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3"/>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3"/>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3"/>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3"/>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9" name="Google Shape;4219;p83"/>
                              <p:cNvGrpSpPr/>
                              <p:nvPr/>
                            </p:nvGrpSpPr>
                            <p:grpSpPr>
                              <a:xfrm>
                                <a:off x="4579164" y="3203653"/>
                                <a:ext cx="1244833" cy="1020397"/>
                                <a:chOff x="4579164" y="3203653"/>
                                <a:chExt cx="1244833" cy="1020397"/>
                              </a:xfrm>
                            </p:grpSpPr>
                            <p:sp>
                              <p:nvSpPr>
                                <p:cNvPr id="4220" name="Google Shape;4220;p83"/>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3"/>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3"/>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3"/>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3"/>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3"/>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3"/>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7" name="Google Shape;4227;p83"/>
                                <p:cNvGrpSpPr/>
                                <p:nvPr/>
                              </p:nvGrpSpPr>
                              <p:grpSpPr>
                                <a:xfrm>
                                  <a:off x="4579164" y="3203653"/>
                                  <a:ext cx="1244833" cy="1020397"/>
                                  <a:chOff x="4579164" y="3203653"/>
                                  <a:chExt cx="1244833" cy="1020397"/>
                                </a:xfrm>
                              </p:grpSpPr>
                              <p:sp>
                                <p:nvSpPr>
                                  <p:cNvPr id="4228" name="Google Shape;4228;p83"/>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3"/>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3"/>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3"/>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3"/>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3" name="Google Shape;4233;p83"/>
                                  <p:cNvGrpSpPr/>
                                  <p:nvPr/>
                                </p:nvGrpSpPr>
                                <p:grpSpPr>
                                  <a:xfrm>
                                    <a:off x="4579164" y="3203653"/>
                                    <a:ext cx="1244833" cy="1020397"/>
                                    <a:chOff x="4579164" y="3203653"/>
                                    <a:chExt cx="1244833" cy="1020397"/>
                                  </a:xfrm>
                                </p:grpSpPr>
                                <p:sp>
                                  <p:nvSpPr>
                                    <p:cNvPr id="4234" name="Google Shape;4234;p83"/>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3"/>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3"/>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3"/>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238" name="Google Shape;4238;p83"/>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3"/>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3"/>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41" name="Google Shape;4241;p83"/>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242" name="Google Shape;4242;p83"/>
              <p:cNvGrpSpPr/>
              <p:nvPr/>
            </p:nvGrpSpPr>
            <p:grpSpPr>
              <a:xfrm>
                <a:off x="4595437" y="3598775"/>
                <a:ext cx="37776" cy="32451"/>
                <a:chOff x="4595437" y="3598775"/>
                <a:chExt cx="37776" cy="32451"/>
              </a:xfrm>
            </p:grpSpPr>
            <p:sp>
              <p:nvSpPr>
                <p:cNvPr id="4243" name="Google Shape;4243;p83"/>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3"/>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5" name="Google Shape;4245;p83"/>
              <p:cNvGrpSpPr/>
              <p:nvPr/>
            </p:nvGrpSpPr>
            <p:grpSpPr>
              <a:xfrm>
                <a:off x="4641864" y="3524443"/>
                <a:ext cx="37776" cy="32380"/>
                <a:chOff x="4641864" y="3524443"/>
                <a:chExt cx="37776" cy="32380"/>
              </a:xfrm>
            </p:grpSpPr>
            <p:sp>
              <p:nvSpPr>
                <p:cNvPr id="4246" name="Google Shape;4246;p83"/>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3"/>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8" name="Google Shape;4248;p83"/>
              <p:cNvGrpSpPr/>
              <p:nvPr/>
            </p:nvGrpSpPr>
            <p:grpSpPr>
              <a:xfrm>
                <a:off x="4648431" y="3893901"/>
                <a:ext cx="37776" cy="32357"/>
                <a:chOff x="4648431" y="3893901"/>
                <a:chExt cx="37776" cy="32357"/>
              </a:xfrm>
            </p:grpSpPr>
            <p:sp>
              <p:nvSpPr>
                <p:cNvPr id="4249" name="Google Shape;4249;p83"/>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3"/>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1" name="Google Shape;4251;p83"/>
              <p:cNvGrpSpPr/>
              <p:nvPr/>
            </p:nvGrpSpPr>
            <p:grpSpPr>
              <a:xfrm>
                <a:off x="4567752" y="3722908"/>
                <a:ext cx="37870" cy="32380"/>
                <a:chOff x="4567752" y="3722908"/>
                <a:chExt cx="37870" cy="32380"/>
              </a:xfrm>
            </p:grpSpPr>
            <p:sp>
              <p:nvSpPr>
                <p:cNvPr id="4252" name="Google Shape;4252;p83"/>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3"/>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4" name="Google Shape;4254;p83"/>
              <p:cNvGrpSpPr/>
              <p:nvPr/>
            </p:nvGrpSpPr>
            <p:grpSpPr>
              <a:xfrm>
                <a:off x="4617506" y="3652052"/>
                <a:ext cx="37783" cy="32357"/>
                <a:chOff x="4617506" y="3652052"/>
                <a:chExt cx="37783" cy="32357"/>
              </a:xfrm>
            </p:grpSpPr>
            <p:sp>
              <p:nvSpPr>
                <p:cNvPr id="4255" name="Google Shape;4255;p83"/>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3"/>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83"/>
              <p:cNvGrpSpPr/>
              <p:nvPr/>
            </p:nvGrpSpPr>
            <p:grpSpPr>
              <a:xfrm>
                <a:off x="4739005" y="3554149"/>
                <a:ext cx="37870" cy="32357"/>
                <a:chOff x="4739005" y="3554149"/>
                <a:chExt cx="37870" cy="32357"/>
              </a:xfrm>
            </p:grpSpPr>
            <p:sp>
              <p:nvSpPr>
                <p:cNvPr id="4258" name="Google Shape;4258;p83"/>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3"/>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0" name="Google Shape;4260;p83"/>
              <p:cNvGrpSpPr/>
              <p:nvPr/>
            </p:nvGrpSpPr>
            <p:grpSpPr>
              <a:xfrm>
                <a:off x="4806557" y="3630258"/>
                <a:ext cx="37776" cy="32364"/>
                <a:chOff x="4806557" y="3630258"/>
                <a:chExt cx="37776" cy="32364"/>
              </a:xfrm>
            </p:grpSpPr>
            <p:sp>
              <p:nvSpPr>
                <p:cNvPr id="4261" name="Google Shape;4261;p83"/>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3"/>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3" name="Google Shape;4263;p83"/>
              <p:cNvGrpSpPr/>
              <p:nvPr/>
            </p:nvGrpSpPr>
            <p:grpSpPr>
              <a:xfrm>
                <a:off x="4737007" y="4004357"/>
                <a:ext cx="37870" cy="32357"/>
                <a:chOff x="4737007" y="4004357"/>
                <a:chExt cx="37870" cy="32357"/>
              </a:xfrm>
            </p:grpSpPr>
            <p:sp>
              <p:nvSpPr>
                <p:cNvPr id="4264" name="Google Shape;4264;p83"/>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3"/>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6" name="Google Shape;4266;p83"/>
              <p:cNvGrpSpPr/>
              <p:nvPr/>
            </p:nvGrpSpPr>
            <p:grpSpPr>
              <a:xfrm>
                <a:off x="4773634" y="4208627"/>
                <a:ext cx="37776" cy="32357"/>
                <a:chOff x="4773634" y="4208627"/>
                <a:chExt cx="37776" cy="32357"/>
              </a:xfrm>
            </p:grpSpPr>
            <p:sp>
              <p:nvSpPr>
                <p:cNvPr id="4267" name="Google Shape;4267;p83"/>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3"/>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9" name="Google Shape;4269;p83"/>
              <p:cNvGrpSpPr/>
              <p:nvPr/>
            </p:nvGrpSpPr>
            <p:grpSpPr>
              <a:xfrm>
                <a:off x="4888282" y="4074764"/>
                <a:ext cx="37776" cy="32451"/>
                <a:chOff x="4888282" y="4074764"/>
                <a:chExt cx="37776" cy="32451"/>
              </a:xfrm>
            </p:grpSpPr>
            <p:sp>
              <p:nvSpPr>
                <p:cNvPr id="4270" name="Google Shape;4270;p83"/>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3"/>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2" name="Google Shape;4272;p83"/>
              <p:cNvGrpSpPr/>
              <p:nvPr/>
            </p:nvGrpSpPr>
            <p:grpSpPr>
              <a:xfrm>
                <a:off x="4901315" y="3804271"/>
                <a:ext cx="37776" cy="32364"/>
                <a:chOff x="4901315" y="3804271"/>
                <a:chExt cx="37776" cy="32364"/>
              </a:xfrm>
            </p:grpSpPr>
            <p:sp>
              <p:nvSpPr>
                <p:cNvPr id="4273" name="Google Shape;4273;p83"/>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3"/>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83"/>
              <p:cNvGrpSpPr/>
              <p:nvPr/>
            </p:nvGrpSpPr>
            <p:grpSpPr>
              <a:xfrm>
                <a:off x="4866394" y="3715035"/>
                <a:ext cx="37846" cy="32357"/>
                <a:chOff x="4866394" y="3715035"/>
                <a:chExt cx="37846" cy="32357"/>
              </a:xfrm>
            </p:grpSpPr>
            <p:sp>
              <p:nvSpPr>
                <p:cNvPr id="4276" name="Google Shape;4276;p83"/>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3"/>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8" name="Google Shape;4278;p83"/>
              <p:cNvGrpSpPr/>
              <p:nvPr/>
            </p:nvGrpSpPr>
            <p:grpSpPr>
              <a:xfrm>
                <a:off x="4979233" y="3839798"/>
                <a:ext cx="37878" cy="32420"/>
                <a:chOff x="4979233" y="3839798"/>
                <a:chExt cx="37878" cy="32420"/>
              </a:xfrm>
            </p:grpSpPr>
            <p:sp>
              <p:nvSpPr>
                <p:cNvPr id="4279" name="Google Shape;4279;p83"/>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3"/>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1" name="Google Shape;4281;p83"/>
              <p:cNvGrpSpPr/>
              <p:nvPr/>
            </p:nvGrpSpPr>
            <p:grpSpPr>
              <a:xfrm>
                <a:off x="4790662" y="3679147"/>
                <a:ext cx="37783" cy="32380"/>
                <a:chOff x="4790662" y="3679147"/>
                <a:chExt cx="37783" cy="32380"/>
              </a:xfrm>
            </p:grpSpPr>
            <p:sp>
              <p:nvSpPr>
                <p:cNvPr id="4282" name="Google Shape;4282;p83"/>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3"/>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4" name="Google Shape;4284;p83"/>
              <p:cNvGrpSpPr/>
              <p:nvPr/>
            </p:nvGrpSpPr>
            <p:grpSpPr>
              <a:xfrm>
                <a:off x="4857263" y="3557861"/>
                <a:ext cx="37776" cy="32357"/>
                <a:chOff x="4857263" y="3557861"/>
                <a:chExt cx="37776" cy="32357"/>
              </a:xfrm>
            </p:grpSpPr>
            <p:sp>
              <p:nvSpPr>
                <p:cNvPr id="4285" name="Google Shape;4285;p83"/>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3"/>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7" name="Google Shape;4287;p83"/>
              <p:cNvGrpSpPr/>
              <p:nvPr/>
            </p:nvGrpSpPr>
            <p:grpSpPr>
              <a:xfrm>
                <a:off x="4883902" y="3648033"/>
                <a:ext cx="37783" cy="32380"/>
                <a:chOff x="4883902" y="3648033"/>
                <a:chExt cx="37783" cy="32380"/>
              </a:xfrm>
            </p:grpSpPr>
            <p:sp>
              <p:nvSpPr>
                <p:cNvPr id="4288" name="Google Shape;4288;p83"/>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3"/>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0" name="Google Shape;4290;p83"/>
              <p:cNvGrpSpPr/>
              <p:nvPr/>
            </p:nvGrpSpPr>
            <p:grpSpPr>
              <a:xfrm>
                <a:off x="4907780" y="3347220"/>
                <a:ext cx="37878" cy="32357"/>
                <a:chOff x="4907780" y="3347220"/>
                <a:chExt cx="37878" cy="32357"/>
              </a:xfrm>
            </p:grpSpPr>
            <p:sp>
              <p:nvSpPr>
                <p:cNvPr id="4291" name="Google Shape;4291;p83"/>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3"/>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3" name="Google Shape;4293;p83"/>
              <p:cNvGrpSpPr/>
              <p:nvPr/>
            </p:nvGrpSpPr>
            <p:grpSpPr>
              <a:xfrm>
                <a:off x="5065048" y="3738150"/>
                <a:ext cx="37783" cy="32364"/>
                <a:chOff x="5065048" y="3738150"/>
                <a:chExt cx="37783" cy="32364"/>
              </a:xfrm>
            </p:grpSpPr>
            <p:sp>
              <p:nvSpPr>
                <p:cNvPr id="4294" name="Google Shape;4294;p83"/>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3"/>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6" name="Google Shape;4296;p83"/>
              <p:cNvGrpSpPr/>
              <p:nvPr/>
            </p:nvGrpSpPr>
            <p:grpSpPr>
              <a:xfrm>
                <a:off x="5071616" y="3284615"/>
                <a:ext cx="37783" cy="32357"/>
                <a:chOff x="5071616" y="3284615"/>
                <a:chExt cx="37783" cy="32357"/>
              </a:xfrm>
            </p:grpSpPr>
            <p:sp>
              <p:nvSpPr>
                <p:cNvPr id="4297" name="Google Shape;4297;p83"/>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3"/>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9" name="Google Shape;4299;p83"/>
              <p:cNvGrpSpPr/>
              <p:nvPr/>
            </p:nvGrpSpPr>
            <p:grpSpPr>
              <a:xfrm>
                <a:off x="5389291" y="3759921"/>
                <a:ext cx="37783" cy="32380"/>
                <a:chOff x="5389291" y="3759921"/>
                <a:chExt cx="37783" cy="32380"/>
              </a:xfrm>
            </p:grpSpPr>
            <p:sp>
              <p:nvSpPr>
                <p:cNvPr id="4300" name="Google Shape;4300;p83"/>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3"/>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2" name="Google Shape;4302;p83"/>
              <p:cNvGrpSpPr/>
              <p:nvPr/>
            </p:nvGrpSpPr>
            <p:grpSpPr>
              <a:xfrm>
                <a:off x="5431534" y="3632932"/>
                <a:ext cx="37878" cy="32451"/>
                <a:chOff x="5431534" y="3632932"/>
                <a:chExt cx="37878" cy="32451"/>
              </a:xfrm>
            </p:grpSpPr>
            <p:sp>
              <p:nvSpPr>
                <p:cNvPr id="4303" name="Google Shape;4303;p83"/>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3"/>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5" name="Google Shape;4305;p83"/>
              <p:cNvGrpSpPr/>
              <p:nvPr/>
            </p:nvGrpSpPr>
            <p:grpSpPr>
              <a:xfrm>
                <a:off x="5540755" y="3544829"/>
                <a:ext cx="37783" cy="32357"/>
                <a:chOff x="5540755" y="3544829"/>
                <a:chExt cx="37783" cy="32357"/>
              </a:xfrm>
            </p:grpSpPr>
            <p:sp>
              <p:nvSpPr>
                <p:cNvPr id="4306" name="Google Shape;4306;p83"/>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3"/>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8" name="Google Shape;4308;p83"/>
              <p:cNvGrpSpPr/>
              <p:nvPr/>
            </p:nvGrpSpPr>
            <p:grpSpPr>
              <a:xfrm>
                <a:off x="5579293" y="3412107"/>
                <a:ext cx="37776" cy="32357"/>
                <a:chOff x="5579293" y="3412107"/>
                <a:chExt cx="37776" cy="32357"/>
              </a:xfrm>
            </p:grpSpPr>
            <p:sp>
              <p:nvSpPr>
                <p:cNvPr id="4309" name="Google Shape;4309;p83"/>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3"/>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1" name="Google Shape;4311;p83"/>
              <p:cNvGrpSpPr/>
              <p:nvPr/>
            </p:nvGrpSpPr>
            <p:grpSpPr>
              <a:xfrm>
                <a:off x="5801346" y="3284615"/>
                <a:ext cx="37783" cy="32357"/>
                <a:chOff x="5801346" y="3284615"/>
                <a:chExt cx="37783" cy="32357"/>
              </a:xfrm>
            </p:grpSpPr>
            <p:sp>
              <p:nvSpPr>
                <p:cNvPr id="4312" name="Google Shape;4312;p83"/>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3"/>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4" name="Google Shape;4314;p83"/>
              <p:cNvGrpSpPr/>
              <p:nvPr/>
            </p:nvGrpSpPr>
            <p:grpSpPr>
              <a:xfrm>
                <a:off x="5763578" y="3399067"/>
                <a:ext cx="37776" cy="32364"/>
                <a:chOff x="5763578" y="3399067"/>
                <a:chExt cx="37776" cy="32364"/>
              </a:xfrm>
            </p:grpSpPr>
            <p:sp>
              <p:nvSpPr>
                <p:cNvPr id="4315" name="Google Shape;4315;p83"/>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3"/>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7" name="Google Shape;4317;p83"/>
              <p:cNvGrpSpPr/>
              <p:nvPr/>
            </p:nvGrpSpPr>
            <p:grpSpPr>
              <a:xfrm>
                <a:off x="5395858" y="3230952"/>
                <a:ext cx="37776" cy="32364"/>
                <a:chOff x="5395858" y="3230952"/>
                <a:chExt cx="37776" cy="32364"/>
              </a:xfrm>
            </p:grpSpPr>
            <p:sp>
              <p:nvSpPr>
                <p:cNvPr id="4318" name="Google Shape;4318;p83"/>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3"/>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0" name="Google Shape;4320;p83"/>
              <p:cNvGrpSpPr/>
              <p:nvPr/>
            </p:nvGrpSpPr>
            <p:grpSpPr>
              <a:xfrm>
                <a:off x="5264088" y="3188237"/>
                <a:ext cx="37776" cy="32357"/>
                <a:chOff x="5264088" y="3188237"/>
                <a:chExt cx="37776" cy="32357"/>
              </a:xfrm>
            </p:grpSpPr>
            <p:sp>
              <p:nvSpPr>
                <p:cNvPr id="4321" name="Google Shape;4321;p83"/>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3"/>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3" name="Google Shape;4323;p83"/>
              <p:cNvGrpSpPr/>
              <p:nvPr/>
            </p:nvGrpSpPr>
            <p:grpSpPr>
              <a:xfrm>
                <a:off x="5585758" y="3237425"/>
                <a:ext cx="37878" cy="32357"/>
                <a:chOff x="5585758" y="3237425"/>
                <a:chExt cx="37878" cy="32357"/>
              </a:xfrm>
            </p:grpSpPr>
            <p:sp>
              <p:nvSpPr>
                <p:cNvPr id="4324" name="Google Shape;4324;p83"/>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3"/>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6" name="Google Shape;4326;p83"/>
              <p:cNvGrpSpPr/>
              <p:nvPr/>
            </p:nvGrpSpPr>
            <p:grpSpPr>
              <a:xfrm>
                <a:off x="4874196" y="3291088"/>
                <a:ext cx="37878" cy="32451"/>
                <a:chOff x="4874196" y="3291088"/>
                <a:chExt cx="37878" cy="32451"/>
              </a:xfrm>
            </p:grpSpPr>
            <p:sp>
              <p:nvSpPr>
                <p:cNvPr id="4327" name="Google Shape;4327;p83"/>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3"/>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9" name="Google Shape;4329;p83"/>
              <p:cNvGrpSpPr/>
              <p:nvPr/>
            </p:nvGrpSpPr>
            <p:grpSpPr>
              <a:xfrm>
                <a:off x="5197770" y="3785466"/>
                <a:ext cx="37783" cy="32427"/>
                <a:chOff x="5197770" y="3785466"/>
                <a:chExt cx="37783" cy="32427"/>
              </a:xfrm>
            </p:grpSpPr>
            <p:sp>
              <p:nvSpPr>
                <p:cNvPr id="4330" name="Google Shape;4330;p83"/>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3"/>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2" name="Google Shape;4332;p83"/>
              <p:cNvGrpSpPr/>
              <p:nvPr/>
            </p:nvGrpSpPr>
            <p:grpSpPr>
              <a:xfrm>
                <a:off x="5177699" y="3492117"/>
                <a:ext cx="37776" cy="32357"/>
                <a:chOff x="5177699" y="3492117"/>
                <a:chExt cx="37776" cy="32357"/>
              </a:xfrm>
            </p:grpSpPr>
            <p:sp>
              <p:nvSpPr>
                <p:cNvPr id="4333" name="Google Shape;4333;p83"/>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3"/>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5" name="Google Shape;4335;p83"/>
              <p:cNvGrpSpPr/>
              <p:nvPr/>
            </p:nvGrpSpPr>
            <p:grpSpPr>
              <a:xfrm>
                <a:off x="5349431" y="3622346"/>
                <a:ext cx="37870" cy="32380"/>
                <a:chOff x="5349431" y="3622346"/>
                <a:chExt cx="37870" cy="32380"/>
              </a:xfrm>
            </p:grpSpPr>
            <p:sp>
              <p:nvSpPr>
                <p:cNvPr id="4336" name="Google Shape;4336;p83"/>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3"/>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8" name="Google Shape;4338;p83"/>
              <p:cNvGrpSpPr/>
              <p:nvPr/>
            </p:nvGrpSpPr>
            <p:grpSpPr>
              <a:xfrm>
                <a:off x="5068855" y="3563980"/>
                <a:ext cx="53954" cy="46223"/>
                <a:chOff x="5068855" y="3563980"/>
                <a:chExt cx="53954" cy="46223"/>
              </a:xfrm>
            </p:grpSpPr>
            <p:sp>
              <p:nvSpPr>
                <p:cNvPr id="4339" name="Google Shape;4339;p83"/>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3"/>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1" name="Google Shape;4341;p83"/>
              <p:cNvGrpSpPr/>
              <p:nvPr/>
            </p:nvGrpSpPr>
            <p:grpSpPr>
              <a:xfrm>
                <a:off x="5037654" y="3392507"/>
                <a:ext cx="37870" cy="32451"/>
                <a:chOff x="5037654" y="3392507"/>
                <a:chExt cx="37870" cy="32451"/>
              </a:xfrm>
            </p:grpSpPr>
            <p:sp>
              <p:nvSpPr>
                <p:cNvPr id="4342" name="Google Shape;4342;p83"/>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3"/>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 name="Google Shape;4344;p83"/>
              <p:cNvGrpSpPr/>
              <p:nvPr/>
            </p:nvGrpSpPr>
            <p:grpSpPr>
              <a:xfrm>
                <a:off x="5456560" y="3368629"/>
                <a:ext cx="37870" cy="32451"/>
                <a:chOff x="5456560" y="3368629"/>
                <a:chExt cx="37870" cy="32451"/>
              </a:xfrm>
            </p:grpSpPr>
            <p:sp>
              <p:nvSpPr>
                <p:cNvPr id="4345" name="Google Shape;4345;p83"/>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3"/>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7" name="Google Shape;4347;p83"/>
              <p:cNvGrpSpPr/>
              <p:nvPr/>
            </p:nvGrpSpPr>
            <p:grpSpPr>
              <a:xfrm>
                <a:off x="4755749" y="3501516"/>
                <a:ext cx="46246" cy="39608"/>
                <a:chOff x="4755749" y="3501516"/>
                <a:chExt cx="46246" cy="39608"/>
              </a:xfrm>
            </p:grpSpPr>
            <p:sp>
              <p:nvSpPr>
                <p:cNvPr id="4348" name="Google Shape;4348;p83"/>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3"/>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0" name="Google Shape;4350;p83"/>
              <p:cNvGrpSpPr/>
              <p:nvPr/>
            </p:nvGrpSpPr>
            <p:grpSpPr>
              <a:xfrm>
                <a:off x="4681346" y="3485582"/>
                <a:ext cx="37783" cy="32427"/>
                <a:chOff x="4681346" y="3485582"/>
                <a:chExt cx="37783" cy="32427"/>
              </a:xfrm>
            </p:grpSpPr>
            <p:sp>
              <p:nvSpPr>
                <p:cNvPr id="4351" name="Google Shape;4351;p83"/>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3"/>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3" name="Google Shape;4353;p83"/>
              <p:cNvGrpSpPr/>
              <p:nvPr/>
            </p:nvGrpSpPr>
            <p:grpSpPr>
              <a:xfrm>
                <a:off x="4767067" y="3291088"/>
                <a:ext cx="37878" cy="32451"/>
                <a:chOff x="4767067" y="3291088"/>
                <a:chExt cx="37878" cy="32451"/>
              </a:xfrm>
            </p:grpSpPr>
            <p:sp>
              <p:nvSpPr>
                <p:cNvPr id="4354" name="Google Shape;4354;p83"/>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3"/>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83"/>
              <p:cNvGrpSpPr/>
              <p:nvPr/>
            </p:nvGrpSpPr>
            <p:grpSpPr>
              <a:xfrm>
                <a:off x="4687819" y="3405539"/>
                <a:ext cx="37776" cy="32451"/>
                <a:chOff x="4687819" y="3405539"/>
                <a:chExt cx="37776" cy="32451"/>
              </a:xfrm>
            </p:grpSpPr>
            <p:sp>
              <p:nvSpPr>
                <p:cNvPr id="4357" name="Google Shape;4357;p83"/>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3"/>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9" name="Google Shape;4359;p83"/>
              <p:cNvGrpSpPr/>
              <p:nvPr/>
            </p:nvGrpSpPr>
            <p:grpSpPr>
              <a:xfrm>
                <a:off x="4923101" y="3444809"/>
                <a:ext cx="52813" cy="45318"/>
                <a:chOff x="4923101" y="3444809"/>
                <a:chExt cx="52813" cy="45318"/>
              </a:xfrm>
            </p:grpSpPr>
            <p:sp>
              <p:nvSpPr>
                <p:cNvPr id="4360" name="Google Shape;4360;p83"/>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3"/>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2" name="Google Shape;4362;p83"/>
              <p:cNvGrpSpPr/>
              <p:nvPr/>
            </p:nvGrpSpPr>
            <p:grpSpPr>
              <a:xfrm>
                <a:off x="4846040" y="3654750"/>
                <a:ext cx="31405" cy="26993"/>
                <a:chOff x="4846040" y="3654750"/>
                <a:chExt cx="31405" cy="26993"/>
              </a:xfrm>
            </p:grpSpPr>
            <p:sp>
              <p:nvSpPr>
                <p:cNvPr id="4363" name="Google Shape;4363;p83"/>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3"/>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5" name="Google Shape;4365;p83"/>
              <p:cNvGrpSpPr/>
              <p:nvPr/>
            </p:nvGrpSpPr>
            <p:grpSpPr>
              <a:xfrm>
                <a:off x="4925673" y="3691700"/>
                <a:ext cx="40253" cy="34472"/>
                <a:chOff x="4925673" y="3691700"/>
                <a:chExt cx="40253" cy="34472"/>
              </a:xfrm>
            </p:grpSpPr>
            <p:sp>
              <p:nvSpPr>
                <p:cNvPr id="4366" name="Google Shape;4366;p83"/>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3"/>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8" name="Google Shape;4368;p83"/>
              <p:cNvGrpSpPr/>
              <p:nvPr/>
            </p:nvGrpSpPr>
            <p:grpSpPr>
              <a:xfrm>
                <a:off x="4894653" y="3740848"/>
                <a:ext cx="31405" cy="26906"/>
                <a:chOff x="4894653" y="3740848"/>
                <a:chExt cx="31405" cy="26906"/>
              </a:xfrm>
            </p:grpSpPr>
            <p:sp>
              <p:nvSpPr>
                <p:cNvPr id="4369" name="Google Shape;4369;p83"/>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3"/>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1" name="Google Shape;4371;p83"/>
              <p:cNvGrpSpPr/>
              <p:nvPr/>
            </p:nvGrpSpPr>
            <p:grpSpPr>
              <a:xfrm>
                <a:off x="4962300" y="3696348"/>
                <a:ext cx="38255" cy="32773"/>
                <a:chOff x="4962300" y="3696348"/>
                <a:chExt cx="38255" cy="32773"/>
              </a:xfrm>
            </p:grpSpPr>
            <p:sp>
              <p:nvSpPr>
                <p:cNvPr id="4372" name="Google Shape;4372;p83"/>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3"/>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4" name="Google Shape;4374;p83"/>
              <p:cNvGrpSpPr/>
              <p:nvPr/>
            </p:nvGrpSpPr>
            <p:grpSpPr>
              <a:xfrm>
                <a:off x="4980185" y="3743349"/>
                <a:ext cx="31499" cy="26969"/>
                <a:chOff x="4980185" y="3743349"/>
                <a:chExt cx="31499" cy="26969"/>
              </a:xfrm>
            </p:grpSpPr>
            <p:sp>
              <p:nvSpPr>
                <p:cNvPr id="4375" name="Google Shape;4375;p83"/>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3"/>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7" name="Google Shape;4377;p83"/>
              <p:cNvGrpSpPr/>
              <p:nvPr/>
            </p:nvGrpSpPr>
            <p:grpSpPr>
              <a:xfrm>
                <a:off x="5013768" y="3734312"/>
                <a:ext cx="31499" cy="26969"/>
                <a:chOff x="5013768" y="3734312"/>
                <a:chExt cx="31499" cy="26969"/>
              </a:xfrm>
            </p:grpSpPr>
            <p:sp>
              <p:nvSpPr>
                <p:cNvPr id="4378" name="Google Shape;4378;p83"/>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3"/>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83"/>
              <p:cNvGrpSpPr/>
              <p:nvPr/>
            </p:nvGrpSpPr>
            <p:grpSpPr>
              <a:xfrm>
                <a:off x="5036703" y="3764545"/>
                <a:ext cx="31499" cy="26898"/>
                <a:chOff x="5036703" y="3764545"/>
                <a:chExt cx="31499" cy="26898"/>
              </a:xfrm>
            </p:grpSpPr>
            <p:sp>
              <p:nvSpPr>
                <p:cNvPr id="4381" name="Google Shape;4381;p83"/>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3"/>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3" name="Google Shape;4383;p83"/>
              <p:cNvGrpSpPr/>
              <p:nvPr/>
            </p:nvGrpSpPr>
            <p:grpSpPr>
              <a:xfrm>
                <a:off x="4953546" y="3768352"/>
                <a:ext cx="31405" cy="26898"/>
                <a:chOff x="4953546" y="3768352"/>
                <a:chExt cx="31405" cy="26898"/>
              </a:xfrm>
            </p:grpSpPr>
            <p:sp>
              <p:nvSpPr>
                <p:cNvPr id="4384" name="Google Shape;4384;p83"/>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3"/>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6" name="Google Shape;4386;p83"/>
              <p:cNvGrpSpPr/>
              <p:nvPr/>
            </p:nvGrpSpPr>
            <p:grpSpPr>
              <a:xfrm>
                <a:off x="4964770" y="3814016"/>
                <a:ext cx="31499" cy="26993"/>
                <a:chOff x="4964770" y="3814016"/>
                <a:chExt cx="31499" cy="26993"/>
              </a:xfrm>
            </p:grpSpPr>
            <p:sp>
              <p:nvSpPr>
                <p:cNvPr id="4387" name="Google Shape;4387;p83"/>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3"/>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9" name="Google Shape;4389;p83"/>
              <p:cNvGrpSpPr/>
              <p:nvPr/>
            </p:nvGrpSpPr>
            <p:grpSpPr>
              <a:xfrm>
                <a:off x="4923290" y="3800504"/>
                <a:ext cx="31468" cy="26898"/>
                <a:chOff x="4923290" y="3800504"/>
                <a:chExt cx="31468" cy="26898"/>
              </a:xfrm>
            </p:grpSpPr>
            <p:sp>
              <p:nvSpPr>
                <p:cNvPr id="4390" name="Google Shape;4390;p83"/>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3"/>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2" name="Google Shape;4392;p83"/>
              <p:cNvGrpSpPr/>
              <p:nvPr/>
            </p:nvGrpSpPr>
            <p:grpSpPr>
              <a:xfrm>
                <a:off x="5108534" y="3650943"/>
                <a:ext cx="31405" cy="26993"/>
                <a:chOff x="5108534" y="3650943"/>
                <a:chExt cx="31405" cy="26993"/>
              </a:xfrm>
            </p:grpSpPr>
            <p:sp>
              <p:nvSpPr>
                <p:cNvPr id="4393" name="Google Shape;4393;p83"/>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3"/>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 name="Google Shape;4395;p83"/>
              <p:cNvGrpSpPr/>
              <p:nvPr/>
            </p:nvGrpSpPr>
            <p:grpSpPr>
              <a:xfrm>
                <a:off x="5119380" y="3760739"/>
                <a:ext cx="31499" cy="26993"/>
                <a:chOff x="5119380" y="3760739"/>
                <a:chExt cx="31499" cy="26993"/>
              </a:xfrm>
            </p:grpSpPr>
            <p:sp>
              <p:nvSpPr>
                <p:cNvPr id="4396" name="Google Shape;4396;p83"/>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3"/>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8" name="Google Shape;4398;p83"/>
              <p:cNvGrpSpPr/>
              <p:nvPr/>
            </p:nvGrpSpPr>
            <p:grpSpPr>
              <a:xfrm>
                <a:off x="5119380" y="3788235"/>
                <a:ext cx="31499" cy="26993"/>
                <a:chOff x="5119380" y="3788235"/>
                <a:chExt cx="31499" cy="26993"/>
              </a:xfrm>
            </p:grpSpPr>
            <p:sp>
              <p:nvSpPr>
                <p:cNvPr id="4399" name="Google Shape;4399;p83"/>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3"/>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1" name="Google Shape;4401;p83"/>
              <p:cNvGrpSpPr/>
              <p:nvPr/>
            </p:nvGrpSpPr>
            <p:grpSpPr>
              <a:xfrm>
                <a:off x="5158005" y="3875284"/>
                <a:ext cx="31405" cy="27001"/>
                <a:chOff x="5158005" y="3875284"/>
                <a:chExt cx="31405" cy="27001"/>
              </a:xfrm>
            </p:grpSpPr>
            <p:sp>
              <p:nvSpPr>
                <p:cNvPr id="4402" name="Google Shape;4402;p83"/>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3"/>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4" name="Google Shape;4404;p83"/>
              <p:cNvGrpSpPr/>
              <p:nvPr/>
            </p:nvGrpSpPr>
            <p:grpSpPr>
              <a:xfrm>
                <a:off x="5233163" y="3764545"/>
                <a:ext cx="31499" cy="26898"/>
                <a:chOff x="5233163" y="3764545"/>
                <a:chExt cx="31499" cy="26898"/>
              </a:xfrm>
            </p:grpSpPr>
            <p:sp>
              <p:nvSpPr>
                <p:cNvPr id="4405" name="Google Shape;4405;p83"/>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3"/>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7" name="Google Shape;4407;p83"/>
              <p:cNvGrpSpPr/>
              <p:nvPr/>
            </p:nvGrpSpPr>
            <p:grpSpPr>
              <a:xfrm>
                <a:off x="5276168" y="3805545"/>
                <a:ext cx="31499" cy="26906"/>
                <a:chOff x="5276168" y="3805545"/>
                <a:chExt cx="31499" cy="26906"/>
              </a:xfrm>
            </p:grpSpPr>
            <p:sp>
              <p:nvSpPr>
                <p:cNvPr id="4408" name="Google Shape;4408;p83"/>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3"/>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0" name="Google Shape;4410;p83"/>
              <p:cNvGrpSpPr/>
              <p:nvPr/>
            </p:nvGrpSpPr>
            <p:grpSpPr>
              <a:xfrm>
                <a:off x="5294053" y="3851933"/>
                <a:ext cx="31405" cy="26945"/>
                <a:chOff x="5294053" y="3851933"/>
                <a:chExt cx="31405" cy="26945"/>
              </a:xfrm>
            </p:grpSpPr>
            <p:sp>
              <p:nvSpPr>
                <p:cNvPr id="4411" name="Google Shape;4411;p83"/>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3"/>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3" name="Google Shape;4413;p83"/>
              <p:cNvGrpSpPr/>
              <p:nvPr/>
            </p:nvGrpSpPr>
            <p:grpSpPr>
              <a:xfrm>
                <a:off x="5341723" y="3851902"/>
                <a:ext cx="31405" cy="26977"/>
                <a:chOff x="5341723" y="3851902"/>
                <a:chExt cx="31405" cy="26977"/>
              </a:xfrm>
            </p:grpSpPr>
            <p:sp>
              <p:nvSpPr>
                <p:cNvPr id="4414" name="Google Shape;4414;p83"/>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3"/>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83"/>
              <p:cNvGrpSpPr/>
              <p:nvPr/>
            </p:nvGrpSpPr>
            <p:grpSpPr>
              <a:xfrm>
                <a:off x="5054871" y="3507855"/>
                <a:ext cx="31405" cy="26993"/>
                <a:chOff x="5054871" y="3507855"/>
                <a:chExt cx="31405" cy="26993"/>
              </a:xfrm>
            </p:grpSpPr>
            <p:sp>
              <p:nvSpPr>
                <p:cNvPr id="4417" name="Google Shape;4417;p83"/>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3"/>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9" name="Google Shape;4419;p83"/>
              <p:cNvGrpSpPr/>
              <p:nvPr/>
            </p:nvGrpSpPr>
            <p:grpSpPr>
              <a:xfrm>
                <a:off x="4876579" y="3675325"/>
                <a:ext cx="31405" cy="26969"/>
                <a:chOff x="4876579" y="3675325"/>
                <a:chExt cx="31405" cy="26969"/>
              </a:xfrm>
            </p:grpSpPr>
            <p:sp>
              <p:nvSpPr>
                <p:cNvPr id="4420" name="Google Shape;4420;p83"/>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3"/>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2" name="Google Shape;4422;p83"/>
              <p:cNvGrpSpPr/>
              <p:nvPr/>
            </p:nvGrpSpPr>
            <p:grpSpPr>
              <a:xfrm>
                <a:off x="4842233" y="3688333"/>
                <a:ext cx="31405" cy="26993"/>
                <a:chOff x="4842233" y="3688333"/>
                <a:chExt cx="31405" cy="26993"/>
              </a:xfrm>
            </p:grpSpPr>
            <p:sp>
              <p:nvSpPr>
                <p:cNvPr id="4423" name="Google Shape;4423;p83"/>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3"/>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5" name="Google Shape;4425;p83"/>
              <p:cNvGrpSpPr/>
              <p:nvPr/>
            </p:nvGrpSpPr>
            <p:grpSpPr>
              <a:xfrm>
                <a:off x="5187876" y="3608032"/>
                <a:ext cx="31405" cy="27001"/>
                <a:chOff x="5187876" y="3608032"/>
                <a:chExt cx="31405" cy="27001"/>
              </a:xfrm>
            </p:grpSpPr>
            <p:sp>
              <p:nvSpPr>
                <p:cNvPr id="4426" name="Google Shape;4426;p83"/>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3"/>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8" name="Google Shape;4428;p83"/>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3"/>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0" name="Google Shape;4430;p83"/>
              <p:cNvGrpSpPr/>
              <p:nvPr/>
            </p:nvGrpSpPr>
            <p:grpSpPr>
              <a:xfrm>
                <a:off x="5269224" y="3304167"/>
                <a:ext cx="40253" cy="34402"/>
                <a:chOff x="5269224" y="3304167"/>
                <a:chExt cx="40253" cy="34402"/>
              </a:xfrm>
            </p:grpSpPr>
            <p:sp>
              <p:nvSpPr>
                <p:cNvPr id="4431" name="Google Shape;4431;p83"/>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3"/>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3" name="Google Shape;4433;p83"/>
              <p:cNvGrpSpPr/>
              <p:nvPr/>
            </p:nvGrpSpPr>
            <p:grpSpPr>
              <a:xfrm>
                <a:off x="5327354" y="3476615"/>
                <a:ext cx="49864" cy="42723"/>
                <a:chOff x="5327354" y="3476615"/>
                <a:chExt cx="49864" cy="42723"/>
              </a:xfrm>
            </p:grpSpPr>
            <p:sp>
              <p:nvSpPr>
                <p:cNvPr id="4434" name="Google Shape;4434;p83"/>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3"/>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6" name="Google Shape;4436;p83"/>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3"/>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8" name="Google Shape;4438;p83"/>
              <p:cNvGrpSpPr/>
              <p:nvPr/>
            </p:nvGrpSpPr>
            <p:grpSpPr>
              <a:xfrm>
                <a:off x="5341723" y="3775957"/>
                <a:ext cx="31405" cy="26898"/>
                <a:chOff x="5341723" y="3775957"/>
                <a:chExt cx="31405" cy="26898"/>
              </a:xfrm>
            </p:grpSpPr>
            <p:sp>
              <p:nvSpPr>
                <p:cNvPr id="4439" name="Google Shape;4439;p83"/>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3"/>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83"/>
              <p:cNvGrpSpPr/>
              <p:nvPr/>
            </p:nvGrpSpPr>
            <p:grpSpPr>
              <a:xfrm>
                <a:off x="5439053" y="3699274"/>
                <a:ext cx="31405" cy="26898"/>
                <a:chOff x="5439053" y="3699274"/>
                <a:chExt cx="31405" cy="26898"/>
              </a:xfrm>
            </p:grpSpPr>
            <p:sp>
              <p:nvSpPr>
                <p:cNvPr id="4442" name="Google Shape;4442;p83"/>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3"/>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4" name="Google Shape;4444;p83"/>
              <p:cNvGrpSpPr/>
              <p:nvPr/>
            </p:nvGrpSpPr>
            <p:grpSpPr>
              <a:xfrm>
                <a:off x="5412414" y="3622307"/>
                <a:ext cx="31499" cy="26993"/>
                <a:chOff x="5412414" y="3622307"/>
                <a:chExt cx="31499" cy="26993"/>
              </a:xfrm>
            </p:grpSpPr>
            <p:sp>
              <p:nvSpPr>
                <p:cNvPr id="4445" name="Google Shape;4445;p83"/>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3"/>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7" name="Google Shape;4447;p83"/>
              <p:cNvGrpSpPr/>
              <p:nvPr/>
            </p:nvGrpSpPr>
            <p:grpSpPr>
              <a:xfrm>
                <a:off x="5476254" y="3473949"/>
                <a:ext cx="26835" cy="26930"/>
                <a:chOff x="5476254" y="3473949"/>
                <a:chExt cx="26835" cy="26930"/>
              </a:xfrm>
            </p:grpSpPr>
            <p:sp>
              <p:nvSpPr>
                <p:cNvPr id="4448" name="Google Shape;4448;p83"/>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3"/>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0" name="Google Shape;4450;p83"/>
              <p:cNvGrpSpPr/>
              <p:nvPr/>
            </p:nvGrpSpPr>
            <p:grpSpPr>
              <a:xfrm>
                <a:off x="5564547" y="3481594"/>
                <a:ext cx="31397" cy="26898"/>
                <a:chOff x="5564547" y="3481594"/>
                <a:chExt cx="31397" cy="26898"/>
              </a:xfrm>
            </p:grpSpPr>
            <p:sp>
              <p:nvSpPr>
                <p:cNvPr id="4451" name="Google Shape;4451;p83"/>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3"/>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3" name="Google Shape;4453;p83"/>
              <p:cNvGrpSpPr/>
              <p:nvPr/>
            </p:nvGrpSpPr>
            <p:grpSpPr>
              <a:xfrm>
                <a:off x="5534101" y="3470174"/>
                <a:ext cx="31397" cy="26906"/>
                <a:chOff x="5534101" y="3470174"/>
                <a:chExt cx="31397" cy="26906"/>
              </a:xfrm>
            </p:grpSpPr>
            <p:sp>
              <p:nvSpPr>
                <p:cNvPr id="4454" name="Google Shape;4454;p83"/>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3"/>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6" name="Google Shape;4456;p83"/>
              <p:cNvGrpSpPr/>
              <p:nvPr/>
            </p:nvGrpSpPr>
            <p:grpSpPr>
              <a:xfrm>
                <a:off x="5610879" y="3314486"/>
                <a:ext cx="31499" cy="26938"/>
                <a:chOff x="5610879" y="3314486"/>
                <a:chExt cx="31499" cy="26938"/>
              </a:xfrm>
            </p:grpSpPr>
            <p:sp>
              <p:nvSpPr>
                <p:cNvPr id="4457" name="Google Shape;4457;p83"/>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3"/>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9" name="Google Shape;4459;p83"/>
              <p:cNvGrpSpPr/>
              <p:nvPr/>
            </p:nvGrpSpPr>
            <p:grpSpPr>
              <a:xfrm>
                <a:off x="4834525" y="3501382"/>
                <a:ext cx="31499" cy="26898"/>
                <a:chOff x="4834525" y="3501382"/>
                <a:chExt cx="31499" cy="26898"/>
              </a:xfrm>
            </p:grpSpPr>
            <p:sp>
              <p:nvSpPr>
                <p:cNvPr id="4460" name="Google Shape;4460;p83"/>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3"/>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2" name="Google Shape;4462;p83"/>
              <p:cNvGrpSpPr/>
              <p:nvPr/>
            </p:nvGrpSpPr>
            <p:grpSpPr>
              <a:xfrm>
                <a:off x="4898460" y="3580158"/>
                <a:ext cx="31405" cy="26898"/>
                <a:chOff x="4898460" y="3580158"/>
                <a:chExt cx="31405" cy="26898"/>
              </a:xfrm>
            </p:grpSpPr>
            <p:sp>
              <p:nvSpPr>
                <p:cNvPr id="4463" name="Google Shape;4463;p83"/>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3"/>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5" name="Google Shape;4465;p83"/>
              <p:cNvGrpSpPr/>
              <p:nvPr/>
            </p:nvGrpSpPr>
            <p:grpSpPr>
              <a:xfrm>
                <a:off x="4882667" y="3608032"/>
                <a:ext cx="31499" cy="27001"/>
                <a:chOff x="4882667" y="3608032"/>
                <a:chExt cx="31499" cy="27001"/>
              </a:xfrm>
            </p:grpSpPr>
            <p:sp>
              <p:nvSpPr>
                <p:cNvPr id="4466" name="Google Shape;4466;p83"/>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3"/>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8" name="Google Shape;4468;p83"/>
              <p:cNvGrpSpPr/>
              <p:nvPr/>
            </p:nvGrpSpPr>
            <p:grpSpPr>
              <a:xfrm>
                <a:off x="4843373" y="3631407"/>
                <a:ext cx="16273" cy="16186"/>
                <a:chOff x="4843373" y="3631407"/>
                <a:chExt cx="16273" cy="16186"/>
              </a:xfrm>
            </p:grpSpPr>
            <p:sp>
              <p:nvSpPr>
                <p:cNvPr id="4469" name="Google Shape;4469;p83"/>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3"/>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1" name="Google Shape;4471;p83"/>
              <p:cNvGrpSpPr/>
              <p:nvPr/>
            </p:nvGrpSpPr>
            <p:grpSpPr>
              <a:xfrm>
                <a:off x="4727773" y="3591578"/>
                <a:ext cx="31499" cy="26898"/>
                <a:chOff x="4727773" y="3591578"/>
                <a:chExt cx="31499" cy="26898"/>
              </a:xfrm>
            </p:grpSpPr>
            <p:sp>
              <p:nvSpPr>
                <p:cNvPr id="4472" name="Google Shape;4472;p83"/>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3"/>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4" name="Google Shape;4474;p83"/>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3"/>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6" name="Google Shape;4476;p83"/>
              <p:cNvGrpSpPr/>
              <p:nvPr/>
            </p:nvGrpSpPr>
            <p:grpSpPr>
              <a:xfrm>
                <a:off x="4609421" y="3577398"/>
                <a:ext cx="31499" cy="27001"/>
                <a:chOff x="4609421" y="3577398"/>
                <a:chExt cx="31499" cy="27001"/>
              </a:xfrm>
            </p:grpSpPr>
            <p:sp>
              <p:nvSpPr>
                <p:cNvPr id="4477" name="Google Shape;4477;p83"/>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3"/>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9" name="Google Shape;4479;p83"/>
              <p:cNvGrpSpPr/>
              <p:nvPr/>
            </p:nvGrpSpPr>
            <p:grpSpPr>
              <a:xfrm>
                <a:off x="4649289" y="3577398"/>
                <a:ext cx="31499" cy="27001"/>
                <a:chOff x="4649289" y="3577398"/>
                <a:chExt cx="31499" cy="27001"/>
              </a:xfrm>
            </p:grpSpPr>
            <p:sp>
              <p:nvSpPr>
                <p:cNvPr id="4480" name="Google Shape;4480;p83"/>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3"/>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2" name="Google Shape;4482;p83"/>
              <p:cNvGrpSpPr/>
              <p:nvPr/>
            </p:nvGrpSpPr>
            <p:grpSpPr>
              <a:xfrm>
                <a:off x="4605614" y="3639523"/>
                <a:ext cx="31499" cy="26906"/>
                <a:chOff x="4605614" y="3639523"/>
                <a:chExt cx="31499" cy="26906"/>
              </a:xfrm>
            </p:grpSpPr>
            <p:sp>
              <p:nvSpPr>
                <p:cNvPr id="4483" name="Google Shape;4483;p83"/>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3"/>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5" name="Google Shape;4485;p83"/>
              <p:cNvGrpSpPr/>
              <p:nvPr/>
            </p:nvGrpSpPr>
            <p:grpSpPr>
              <a:xfrm>
                <a:off x="4785149" y="3618846"/>
                <a:ext cx="26930" cy="26843"/>
                <a:chOff x="4785149" y="3618846"/>
                <a:chExt cx="26930" cy="26843"/>
              </a:xfrm>
            </p:grpSpPr>
            <p:sp>
              <p:nvSpPr>
                <p:cNvPr id="4486" name="Google Shape;4486;p83"/>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3"/>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8" name="Google Shape;4488;p83"/>
              <p:cNvGrpSpPr/>
              <p:nvPr/>
            </p:nvGrpSpPr>
            <p:grpSpPr>
              <a:xfrm>
                <a:off x="4810167" y="3601567"/>
                <a:ext cx="31405" cy="26898"/>
                <a:chOff x="4810167" y="3601567"/>
                <a:chExt cx="31405" cy="26898"/>
              </a:xfrm>
            </p:grpSpPr>
            <p:sp>
              <p:nvSpPr>
                <p:cNvPr id="4489" name="Google Shape;4489;p83"/>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3"/>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1" name="Google Shape;4491;p83"/>
              <p:cNvGrpSpPr/>
              <p:nvPr/>
            </p:nvGrpSpPr>
            <p:grpSpPr>
              <a:xfrm>
                <a:off x="4831002" y="3373230"/>
                <a:ext cx="31405" cy="26898"/>
                <a:chOff x="4831002" y="3373230"/>
                <a:chExt cx="31405" cy="26898"/>
              </a:xfrm>
            </p:grpSpPr>
            <p:sp>
              <p:nvSpPr>
                <p:cNvPr id="4492" name="Google Shape;4492;p83"/>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3"/>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4" name="Google Shape;4494;p83"/>
              <p:cNvGrpSpPr/>
              <p:nvPr/>
            </p:nvGrpSpPr>
            <p:grpSpPr>
              <a:xfrm>
                <a:off x="4719311" y="3355054"/>
                <a:ext cx="31499" cy="27001"/>
                <a:chOff x="4719311" y="3355054"/>
                <a:chExt cx="31499" cy="27001"/>
              </a:xfrm>
            </p:grpSpPr>
            <p:sp>
              <p:nvSpPr>
                <p:cNvPr id="4495" name="Google Shape;4495;p83"/>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3"/>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7" name="Google Shape;4497;p83"/>
              <p:cNvGrpSpPr/>
              <p:nvPr/>
            </p:nvGrpSpPr>
            <p:grpSpPr>
              <a:xfrm>
                <a:off x="4798755" y="3450260"/>
                <a:ext cx="26930" cy="26930"/>
                <a:chOff x="4798755" y="3450260"/>
                <a:chExt cx="26930" cy="26930"/>
              </a:xfrm>
            </p:grpSpPr>
            <p:sp>
              <p:nvSpPr>
                <p:cNvPr id="4498" name="Google Shape;4498;p83"/>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3"/>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0" name="Google Shape;4500;p83"/>
              <p:cNvGrpSpPr/>
              <p:nvPr/>
            </p:nvGrpSpPr>
            <p:grpSpPr>
              <a:xfrm>
                <a:off x="4645576" y="3467555"/>
                <a:ext cx="31405" cy="26953"/>
                <a:chOff x="4645576" y="3467555"/>
                <a:chExt cx="31405" cy="26953"/>
              </a:xfrm>
            </p:grpSpPr>
            <p:sp>
              <p:nvSpPr>
                <p:cNvPr id="4501" name="Google Shape;4501;p83"/>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3"/>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3" name="Google Shape;4503;p83"/>
              <p:cNvGrpSpPr/>
              <p:nvPr/>
            </p:nvGrpSpPr>
            <p:grpSpPr>
              <a:xfrm>
                <a:off x="4687631" y="3583965"/>
                <a:ext cx="31499" cy="26898"/>
                <a:chOff x="4687631" y="3583965"/>
                <a:chExt cx="31499" cy="26898"/>
              </a:xfrm>
            </p:grpSpPr>
            <p:sp>
              <p:nvSpPr>
                <p:cNvPr id="4504" name="Google Shape;4504;p83"/>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3"/>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6" name="Google Shape;4506;p83"/>
              <p:cNvGrpSpPr/>
              <p:nvPr/>
            </p:nvGrpSpPr>
            <p:grpSpPr>
              <a:xfrm>
                <a:off x="4719311" y="3471314"/>
                <a:ext cx="31499" cy="27001"/>
                <a:chOff x="4719311" y="3471314"/>
                <a:chExt cx="31499" cy="27001"/>
              </a:xfrm>
            </p:grpSpPr>
            <p:sp>
              <p:nvSpPr>
                <p:cNvPr id="4507" name="Google Shape;4507;p83"/>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3"/>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9" name="Google Shape;4509;p83"/>
              <p:cNvGrpSpPr/>
              <p:nvPr/>
            </p:nvGrpSpPr>
            <p:grpSpPr>
              <a:xfrm>
                <a:off x="4719311" y="3434404"/>
                <a:ext cx="31499" cy="26898"/>
                <a:chOff x="4719311" y="3434404"/>
                <a:chExt cx="31499" cy="26898"/>
              </a:xfrm>
            </p:grpSpPr>
            <p:sp>
              <p:nvSpPr>
                <p:cNvPr id="4510" name="Google Shape;4510;p83"/>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3"/>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2" name="Google Shape;4512;p83"/>
              <p:cNvGrpSpPr/>
              <p:nvPr/>
            </p:nvGrpSpPr>
            <p:grpSpPr>
              <a:xfrm>
                <a:off x="4768876" y="3401772"/>
                <a:ext cx="31499" cy="26898"/>
                <a:chOff x="4768876" y="3401772"/>
                <a:chExt cx="31499" cy="26898"/>
              </a:xfrm>
            </p:grpSpPr>
            <p:sp>
              <p:nvSpPr>
                <p:cNvPr id="4513" name="Google Shape;4513;p83"/>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3"/>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5" name="Google Shape;4515;p83"/>
              <p:cNvGrpSpPr/>
              <p:nvPr/>
            </p:nvGrpSpPr>
            <p:grpSpPr>
              <a:xfrm>
                <a:off x="4762214" y="3471377"/>
                <a:ext cx="26938" cy="26938"/>
                <a:chOff x="4762214" y="3471377"/>
                <a:chExt cx="26938" cy="26938"/>
              </a:xfrm>
            </p:grpSpPr>
            <p:sp>
              <p:nvSpPr>
                <p:cNvPr id="4516" name="Google Shape;4516;p83"/>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3"/>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8" name="Google Shape;4518;p83"/>
              <p:cNvGrpSpPr/>
              <p:nvPr/>
            </p:nvGrpSpPr>
            <p:grpSpPr>
              <a:xfrm>
                <a:off x="4790473" y="3344782"/>
                <a:ext cx="31405" cy="26898"/>
                <a:chOff x="4790473" y="3344782"/>
                <a:chExt cx="31405" cy="26898"/>
              </a:xfrm>
            </p:grpSpPr>
            <p:sp>
              <p:nvSpPr>
                <p:cNvPr id="4519" name="Google Shape;4519;p83"/>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3"/>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1" name="Google Shape;4521;p83"/>
              <p:cNvGrpSpPr/>
              <p:nvPr/>
            </p:nvGrpSpPr>
            <p:grpSpPr>
              <a:xfrm>
                <a:off x="4823774" y="3950733"/>
                <a:ext cx="37398" cy="32034"/>
                <a:chOff x="4823774" y="3950733"/>
                <a:chExt cx="37398" cy="32034"/>
              </a:xfrm>
            </p:grpSpPr>
            <p:sp>
              <p:nvSpPr>
                <p:cNvPr id="4522" name="Google Shape;4522;p83"/>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3"/>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4" name="Google Shape;4524;p83"/>
              <p:cNvGrpSpPr/>
              <p:nvPr/>
            </p:nvGrpSpPr>
            <p:grpSpPr>
              <a:xfrm>
                <a:off x="4823396" y="4110566"/>
                <a:ext cx="31405" cy="26906"/>
                <a:chOff x="4823396" y="4110566"/>
                <a:chExt cx="31405" cy="26906"/>
              </a:xfrm>
            </p:grpSpPr>
            <p:sp>
              <p:nvSpPr>
                <p:cNvPr id="4525" name="Google Shape;4525;p83"/>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3"/>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7" name="Google Shape;4527;p83"/>
              <p:cNvGrpSpPr/>
              <p:nvPr/>
            </p:nvGrpSpPr>
            <p:grpSpPr>
              <a:xfrm>
                <a:off x="4838332" y="3821150"/>
                <a:ext cx="31499" cy="26898"/>
                <a:chOff x="4838332" y="3821150"/>
                <a:chExt cx="31499" cy="26898"/>
              </a:xfrm>
            </p:grpSpPr>
            <p:sp>
              <p:nvSpPr>
                <p:cNvPr id="4528" name="Google Shape;4528;p83"/>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3"/>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0" name="Google Shape;4530;p83"/>
              <p:cNvGrpSpPr/>
              <p:nvPr/>
            </p:nvGrpSpPr>
            <p:grpSpPr>
              <a:xfrm>
                <a:off x="4661275" y="3815007"/>
                <a:ext cx="36824" cy="31523"/>
                <a:chOff x="4661275" y="3815007"/>
                <a:chExt cx="36824" cy="31523"/>
              </a:xfrm>
            </p:grpSpPr>
            <p:sp>
              <p:nvSpPr>
                <p:cNvPr id="4531" name="Google Shape;4531;p83"/>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3"/>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3" name="Google Shape;4533;p83"/>
              <p:cNvGrpSpPr/>
              <p:nvPr/>
            </p:nvGrpSpPr>
            <p:grpSpPr>
              <a:xfrm>
                <a:off x="4558998" y="3851037"/>
                <a:ext cx="33591" cy="28699"/>
                <a:chOff x="4558998" y="3851037"/>
                <a:chExt cx="33591" cy="28699"/>
              </a:xfrm>
            </p:grpSpPr>
            <p:sp>
              <p:nvSpPr>
                <p:cNvPr id="4534" name="Google Shape;4534;p83"/>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3"/>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6" name="Google Shape;4536;p83"/>
              <p:cNvGrpSpPr/>
              <p:nvPr/>
            </p:nvGrpSpPr>
            <p:grpSpPr>
              <a:xfrm>
                <a:off x="4696762" y="3638587"/>
                <a:ext cx="33591" cy="28794"/>
                <a:chOff x="4696762" y="3638587"/>
                <a:chExt cx="33591" cy="28794"/>
              </a:xfrm>
            </p:grpSpPr>
            <p:sp>
              <p:nvSpPr>
                <p:cNvPr id="4537" name="Google Shape;4537;p83"/>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3"/>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9" name="Google Shape;4539;p83"/>
              <p:cNvGrpSpPr/>
              <p:nvPr/>
            </p:nvGrpSpPr>
            <p:grpSpPr>
              <a:xfrm>
                <a:off x="4929479" y="3939140"/>
                <a:ext cx="33497" cy="28692"/>
                <a:chOff x="4929479" y="3939140"/>
                <a:chExt cx="33497" cy="28692"/>
              </a:xfrm>
            </p:grpSpPr>
            <p:sp>
              <p:nvSpPr>
                <p:cNvPr id="4540" name="Google Shape;4540;p83"/>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3"/>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2" name="Google Shape;4542;p83"/>
              <p:cNvGrpSpPr/>
              <p:nvPr/>
            </p:nvGrpSpPr>
            <p:grpSpPr>
              <a:xfrm>
                <a:off x="4907119" y="3986039"/>
                <a:ext cx="33497" cy="28699"/>
                <a:chOff x="4907119" y="3986039"/>
                <a:chExt cx="33497" cy="28699"/>
              </a:xfrm>
            </p:grpSpPr>
            <p:sp>
              <p:nvSpPr>
                <p:cNvPr id="4543" name="Google Shape;4543;p83"/>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3"/>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5" name="Google Shape;4545;p83"/>
              <p:cNvGrpSpPr/>
              <p:nvPr/>
            </p:nvGrpSpPr>
            <p:grpSpPr>
              <a:xfrm>
                <a:off x="4911783" y="4048102"/>
                <a:ext cx="33591" cy="28762"/>
                <a:chOff x="4911783" y="4048102"/>
                <a:chExt cx="33591" cy="28762"/>
              </a:xfrm>
            </p:grpSpPr>
            <p:sp>
              <p:nvSpPr>
                <p:cNvPr id="4546" name="Google Shape;4546;p83"/>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3"/>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8" name="Google Shape;4548;p83"/>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3"/>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0" name="Google Shape;4550;p83"/>
              <p:cNvGrpSpPr/>
              <p:nvPr/>
            </p:nvGrpSpPr>
            <p:grpSpPr>
              <a:xfrm>
                <a:off x="4762623" y="3837847"/>
                <a:ext cx="42416" cy="36273"/>
                <a:chOff x="4762623" y="3837847"/>
                <a:chExt cx="42416" cy="36273"/>
              </a:xfrm>
            </p:grpSpPr>
            <p:sp>
              <p:nvSpPr>
                <p:cNvPr id="4551" name="Google Shape;4551;p83"/>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3"/>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3" name="Google Shape;4553;p83"/>
              <p:cNvGrpSpPr/>
              <p:nvPr/>
            </p:nvGrpSpPr>
            <p:grpSpPr>
              <a:xfrm>
                <a:off x="4746044" y="4104966"/>
                <a:ext cx="33497" cy="28699"/>
                <a:chOff x="4746044" y="4104966"/>
                <a:chExt cx="33497" cy="28699"/>
              </a:xfrm>
            </p:grpSpPr>
            <p:sp>
              <p:nvSpPr>
                <p:cNvPr id="4554" name="Google Shape;4554;p83"/>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3"/>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6" name="Google Shape;4556;p83"/>
              <p:cNvGrpSpPr/>
              <p:nvPr/>
            </p:nvGrpSpPr>
            <p:grpSpPr>
              <a:xfrm>
                <a:off x="4859646" y="4162554"/>
                <a:ext cx="33591" cy="28762"/>
                <a:chOff x="4859646" y="4162554"/>
                <a:chExt cx="33591" cy="28762"/>
              </a:xfrm>
            </p:grpSpPr>
            <p:sp>
              <p:nvSpPr>
                <p:cNvPr id="4557" name="Google Shape;4557;p83"/>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3"/>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59" name="Google Shape;4559;p83"/>
            <p:cNvGrpSpPr/>
            <p:nvPr/>
          </p:nvGrpSpPr>
          <p:grpSpPr>
            <a:xfrm>
              <a:off x="3597785" y="3274438"/>
              <a:ext cx="855610" cy="1122100"/>
              <a:chOff x="3597785" y="3274438"/>
              <a:chExt cx="855610" cy="1122100"/>
            </a:xfrm>
          </p:grpSpPr>
          <p:grpSp>
            <p:nvGrpSpPr>
              <p:cNvPr id="4560" name="Google Shape;4560;p83"/>
              <p:cNvGrpSpPr/>
              <p:nvPr/>
            </p:nvGrpSpPr>
            <p:grpSpPr>
              <a:xfrm>
                <a:off x="3617857" y="3284717"/>
                <a:ext cx="826785" cy="1099165"/>
                <a:chOff x="3617857" y="3284717"/>
                <a:chExt cx="826785" cy="1099165"/>
              </a:xfrm>
            </p:grpSpPr>
            <p:sp>
              <p:nvSpPr>
                <p:cNvPr id="4561" name="Google Shape;4561;p83"/>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3"/>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3"/>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3"/>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3"/>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3"/>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3"/>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3"/>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3"/>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3"/>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3"/>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3"/>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3"/>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3"/>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3"/>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3"/>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3"/>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3"/>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3"/>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3"/>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3"/>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3"/>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3"/>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3"/>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3"/>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3"/>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3"/>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3"/>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3"/>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3"/>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3"/>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3"/>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3"/>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3"/>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3"/>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3"/>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3"/>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3"/>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3"/>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3"/>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3"/>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3"/>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3"/>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3"/>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3"/>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3"/>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3"/>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3"/>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3"/>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3"/>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3"/>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3"/>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3"/>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3"/>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3"/>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3"/>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 name="Google Shape;4617;p83"/>
              <p:cNvGrpSpPr/>
              <p:nvPr/>
            </p:nvGrpSpPr>
            <p:grpSpPr>
              <a:xfrm>
                <a:off x="4180904" y="4251758"/>
                <a:ext cx="37783" cy="32420"/>
                <a:chOff x="4180904" y="4251758"/>
                <a:chExt cx="37783" cy="32420"/>
              </a:xfrm>
            </p:grpSpPr>
            <p:sp>
              <p:nvSpPr>
                <p:cNvPr id="4618" name="Google Shape;4618;p83"/>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3"/>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0" name="Google Shape;4620;p83"/>
              <p:cNvGrpSpPr/>
              <p:nvPr/>
            </p:nvGrpSpPr>
            <p:grpSpPr>
              <a:xfrm>
                <a:off x="4201644" y="4081324"/>
                <a:ext cx="37783" cy="32364"/>
                <a:chOff x="4201644" y="4081324"/>
                <a:chExt cx="37783" cy="32364"/>
              </a:xfrm>
            </p:grpSpPr>
            <p:sp>
              <p:nvSpPr>
                <p:cNvPr id="4621" name="Google Shape;4621;p83"/>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3"/>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3" name="Google Shape;4623;p83"/>
              <p:cNvGrpSpPr/>
              <p:nvPr/>
            </p:nvGrpSpPr>
            <p:grpSpPr>
              <a:xfrm>
                <a:off x="4284416" y="3887428"/>
                <a:ext cx="37783" cy="32451"/>
                <a:chOff x="4284416" y="3887428"/>
                <a:chExt cx="37783" cy="32451"/>
              </a:xfrm>
            </p:grpSpPr>
            <p:sp>
              <p:nvSpPr>
                <p:cNvPr id="4624" name="Google Shape;4624;p83"/>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3"/>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83"/>
              <p:cNvGrpSpPr/>
              <p:nvPr/>
            </p:nvGrpSpPr>
            <p:grpSpPr>
              <a:xfrm>
                <a:off x="4223721" y="3860404"/>
                <a:ext cx="37870" cy="32364"/>
                <a:chOff x="4223721" y="3860404"/>
                <a:chExt cx="37870" cy="32364"/>
              </a:xfrm>
            </p:grpSpPr>
            <p:sp>
              <p:nvSpPr>
                <p:cNvPr id="4627" name="Google Shape;4627;p83"/>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3"/>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9" name="Google Shape;4629;p83"/>
              <p:cNvGrpSpPr/>
              <p:nvPr/>
            </p:nvGrpSpPr>
            <p:grpSpPr>
              <a:xfrm>
                <a:off x="4104889" y="3699242"/>
                <a:ext cx="37776" cy="32357"/>
                <a:chOff x="4104889" y="3699242"/>
                <a:chExt cx="37776" cy="32357"/>
              </a:xfrm>
            </p:grpSpPr>
            <p:sp>
              <p:nvSpPr>
                <p:cNvPr id="4630" name="Google Shape;4630;p83"/>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3"/>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 name="Google Shape;4632;p83"/>
              <p:cNvGrpSpPr/>
              <p:nvPr/>
            </p:nvGrpSpPr>
            <p:grpSpPr>
              <a:xfrm>
                <a:off x="4143608" y="3475121"/>
                <a:ext cx="37878" cy="32420"/>
                <a:chOff x="4143608" y="3475121"/>
                <a:chExt cx="37878" cy="32420"/>
              </a:xfrm>
            </p:grpSpPr>
            <p:sp>
              <p:nvSpPr>
                <p:cNvPr id="4633" name="Google Shape;4633;p83"/>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3"/>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5" name="Google Shape;4635;p83"/>
              <p:cNvGrpSpPr/>
              <p:nvPr/>
            </p:nvGrpSpPr>
            <p:grpSpPr>
              <a:xfrm>
                <a:off x="4217248" y="3570893"/>
                <a:ext cx="37776" cy="32364"/>
                <a:chOff x="4217248" y="3570893"/>
                <a:chExt cx="37776" cy="32364"/>
              </a:xfrm>
            </p:grpSpPr>
            <p:sp>
              <p:nvSpPr>
                <p:cNvPr id="4636" name="Google Shape;4636;p83"/>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3"/>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8" name="Google Shape;4638;p83"/>
              <p:cNvGrpSpPr/>
              <p:nvPr/>
            </p:nvGrpSpPr>
            <p:grpSpPr>
              <a:xfrm>
                <a:off x="4255307" y="3431612"/>
                <a:ext cx="37776" cy="32451"/>
                <a:chOff x="4255307" y="3431612"/>
                <a:chExt cx="37776" cy="32451"/>
              </a:xfrm>
            </p:grpSpPr>
            <p:sp>
              <p:nvSpPr>
                <p:cNvPr id="4639" name="Google Shape;4639;p83"/>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3"/>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1" name="Google Shape;4641;p83"/>
              <p:cNvGrpSpPr/>
              <p:nvPr/>
            </p:nvGrpSpPr>
            <p:grpSpPr>
              <a:xfrm>
                <a:off x="3853052" y="3577398"/>
                <a:ext cx="37776" cy="32420"/>
                <a:chOff x="3853052" y="3577398"/>
                <a:chExt cx="37776" cy="32420"/>
              </a:xfrm>
            </p:grpSpPr>
            <p:sp>
              <p:nvSpPr>
                <p:cNvPr id="4642" name="Google Shape;4642;p83"/>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3"/>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4" name="Google Shape;4644;p83"/>
              <p:cNvGrpSpPr/>
              <p:nvPr/>
            </p:nvGrpSpPr>
            <p:grpSpPr>
              <a:xfrm>
                <a:off x="4039908" y="3412107"/>
                <a:ext cx="37776" cy="32357"/>
                <a:chOff x="4039908" y="3412107"/>
                <a:chExt cx="37776" cy="32357"/>
              </a:xfrm>
            </p:grpSpPr>
            <p:sp>
              <p:nvSpPr>
                <p:cNvPr id="4645" name="Google Shape;4645;p83"/>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3"/>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7" name="Google Shape;4647;p83"/>
              <p:cNvGrpSpPr/>
              <p:nvPr/>
            </p:nvGrpSpPr>
            <p:grpSpPr>
              <a:xfrm>
                <a:off x="4017360" y="3342061"/>
                <a:ext cx="37870" cy="32380"/>
                <a:chOff x="4017360" y="3342061"/>
                <a:chExt cx="37870" cy="32380"/>
              </a:xfrm>
            </p:grpSpPr>
            <p:sp>
              <p:nvSpPr>
                <p:cNvPr id="4648" name="Google Shape;4648;p83"/>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3"/>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0" name="Google Shape;4650;p83"/>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3"/>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2" name="Google Shape;4652;p83"/>
              <p:cNvGrpSpPr/>
              <p:nvPr/>
            </p:nvGrpSpPr>
            <p:grpSpPr>
              <a:xfrm>
                <a:off x="3750870" y="3418650"/>
                <a:ext cx="37776" cy="32380"/>
                <a:chOff x="3750870" y="3418650"/>
                <a:chExt cx="37776" cy="32380"/>
              </a:xfrm>
            </p:grpSpPr>
            <p:sp>
              <p:nvSpPr>
                <p:cNvPr id="4653" name="Google Shape;4653;p83"/>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3"/>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83"/>
              <p:cNvGrpSpPr/>
              <p:nvPr/>
            </p:nvGrpSpPr>
            <p:grpSpPr>
              <a:xfrm>
                <a:off x="3632509" y="3274438"/>
                <a:ext cx="37783" cy="32357"/>
                <a:chOff x="3632509" y="3274438"/>
                <a:chExt cx="37783" cy="32357"/>
              </a:xfrm>
            </p:grpSpPr>
            <p:sp>
              <p:nvSpPr>
                <p:cNvPr id="4656" name="Google Shape;4656;p83"/>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3"/>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 name="Google Shape;4658;p83"/>
              <p:cNvGrpSpPr/>
              <p:nvPr/>
            </p:nvGrpSpPr>
            <p:grpSpPr>
              <a:xfrm>
                <a:off x="3906424" y="3297561"/>
                <a:ext cx="37776" cy="32451"/>
                <a:chOff x="3906424" y="3297561"/>
                <a:chExt cx="37776" cy="32451"/>
              </a:xfrm>
            </p:grpSpPr>
            <p:sp>
              <p:nvSpPr>
                <p:cNvPr id="4659" name="Google Shape;4659;p83"/>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3"/>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1" name="Google Shape;4661;p83"/>
              <p:cNvGrpSpPr/>
              <p:nvPr/>
            </p:nvGrpSpPr>
            <p:grpSpPr>
              <a:xfrm>
                <a:off x="3866084" y="3412107"/>
                <a:ext cx="37776" cy="32357"/>
                <a:chOff x="3866084" y="3412107"/>
                <a:chExt cx="37776" cy="32357"/>
              </a:xfrm>
            </p:grpSpPr>
            <p:sp>
              <p:nvSpPr>
                <p:cNvPr id="4662" name="Google Shape;4662;p83"/>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3"/>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4" name="Google Shape;4664;p83"/>
              <p:cNvGrpSpPr/>
              <p:nvPr/>
            </p:nvGrpSpPr>
            <p:grpSpPr>
              <a:xfrm>
                <a:off x="4023919" y="3766409"/>
                <a:ext cx="37783" cy="32357"/>
                <a:chOff x="4023919" y="3766409"/>
                <a:chExt cx="37783" cy="32357"/>
              </a:xfrm>
            </p:grpSpPr>
            <p:sp>
              <p:nvSpPr>
                <p:cNvPr id="4665" name="Google Shape;4665;p83"/>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3"/>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7" name="Google Shape;4667;p83"/>
              <p:cNvGrpSpPr/>
              <p:nvPr/>
            </p:nvGrpSpPr>
            <p:grpSpPr>
              <a:xfrm>
                <a:off x="3973882" y="3779449"/>
                <a:ext cx="37776" cy="32357"/>
                <a:chOff x="3973882" y="3779449"/>
                <a:chExt cx="37776" cy="32357"/>
              </a:xfrm>
            </p:grpSpPr>
            <p:sp>
              <p:nvSpPr>
                <p:cNvPr id="4668" name="Google Shape;4668;p83"/>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3"/>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0" name="Google Shape;4670;p83"/>
              <p:cNvGrpSpPr/>
              <p:nvPr/>
            </p:nvGrpSpPr>
            <p:grpSpPr>
              <a:xfrm>
                <a:off x="4073398" y="3838028"/>
                <a:ext cx="37776" cy="32380"/>
                <a:chOff x="4073398" y="3838028"/>
                <a:chExt cx="37776" cy="32380"/>
              </a:xfrm>
            </p:grpSpPr>
            <p:sp>
              <p:nvSpPr>
                <p:cNvPr id="4671" name="Google Shape;4671;p83"/>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3"/>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3" name="Google Shape;4673;p83"/>
              <p:cNvGrpSpPr/>
              <p:nvPr/>
            </p:nvGrpSpPr>
            <p:grpSpPr>
              <a:xfrm>
                <a:off x="4342672" y="4144496"/>
                <a:ext cx="37752" cy="32364"/>
                <a:chOff x="4342672" y="4144496"/>
                <a:chExt cx="37752" cy="32364"/>
              </a:xfrm>
            </p:grpSpPr>
            <p:sp>
              <p:nvSpPr>
                <p:cNvPr id="4674" name="Google Shape;4674;p83"/>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3"/>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6" name="Google Shape;4676;p83"/>
              <p:cNvGrpSpPr/>
              <p:nvPr/>
            </p:nvGrpSpPr>
            <p:grpSpPr>
              <a:xfrm>
                <a:off x="4406386" y="4056872"/>
                <a:ext cx="37783" cy="32364"/>
                <a:chOff x="4406386" y="4056872"/>
                <a:chExt cx="37783" cy="32364"/>
              </a:xfrm>
            </p:grpSpPr>
            <p:sp>
              <p:nvSpPr>
                <p:cNvPr id="4677" name="Google Shape;4677;p83"/>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3"/>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9" name="Google Shape;4679;p83"/>
              <p:cNvGrpSpPr/>
              <p:nvPr/>
            </p:nvGrpSpPr>
            <p:grpSpPr>
              <a:xfrm>
                <a:off x="4284416" y="4245254"/>
                <a:ext cx="37783" cy="32357"/>
                <a:chOff x="4284416" y="4245254"/>
                <a:chExt cx="37783" cy="32357"/>
              </a:xfrm>
            </p:grpSpPr>
            <p:sp>
              <p:nvSpPr>
                <p:cNvPr id="4680" name="Google Shape;4680;p83"/>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3"/>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2" name="Google Shape;4682;p83"/>
              <p:cNvGrpSpPr/>
              <p:nvPr/>
            </p:nvGrpSpPr>
            <p:grpSpPr>
              <a:xfrm>
                <a:off x="4219057" y="4331258"/>
                <a:ext cx="37776" cy="32364"/>
                <a:chOff x="4219057" y="4331258"/>
                <a:chExt cx="37776" cy="32364"/>
              </a:xfrm>
            </p:grpSpPr>
            <p:sp>
              <p:nvSpPr>
                <p:cNvPr id="4683" name="Google Shape;4683;p83"/>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3"/>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83"/>
              <p:cNvGrpSpPr/>
              <p:nvPr/>
            </p:nvGrpSpPr>
            <p:grpSpPr>
              <a:xfrm>
                <a:off x="4204122" y="4141688"/>
                <a:ext cx="33497" cy="28699"/>
                <a:chOff x="4204122" y="4141688"/>
                <a:chExt cx="33497" cy="28699"/>
              </a:xfrm>
            </p:grpSpPr>
            <p:sp>
              <p:nvSpPr>
                <p:cNvPr id="4686" name="Google Shape;4686;p83"/>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3"/>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8" name="Google Shape;4688;p83"/>
              <p:cNvGrpSpPr/>
              <p:nvPr/>
            </p:nvGrpSpPr>
            <p:grpSpPr>
              <a:xfrm>
                <a:off x="4301546" y="4003869"/>
                <a:ext cx="38916" cy="33324"/>
                <a:chOff x="4301546" y="4003869"/>
                <a:chExt cx="38916" cy="33324"/>
              </a:xfrm>
            </p:grpSpPr>
            <p:sp>
              <p:nvSpPr>
                <p:cNvPr id="4689" name="Google Shape;4689;p83"/>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3"/>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1" name="Google Shape;4691;p83"/>
              <p:cNvGrpSpPr/>
              <p:nvPr/>
            </p:nvGrpSpPr>
            <p:grpSpPr>
              <a:xfrm>
                <a:off x="4210681" y="3924669"/>
                <a:ext cx="36549" cy="31366"/>
                <a:chOff x="4210681" y="3924669"/>
                <a:chExt cx="36549" cy="31366"/>
              </a:xfrm>
            </p:grpSpPr>
            <p:sp>
              <p:nvSpPr>
                <p:cNvPr id="4692" name="Google Shape;4692;p83"/>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3"/>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4" name="Google Shape;4694;p83"/>
              <p:cNvGrpSpPr/>
              <p:nvPr/>
            </p:nvGrpSpPr>
            <p:grpSpPr>
              <a:xfrm>
                <a:off x="3987771" y="3628874"/>
                <a:ext cx="31499" cy="26993"/>
                <a:chOff x="3987771" y="3628874"/>
                <a:chExt cx="31499" cy="26993"/>
              </a:xfrm>
            </p:grpSpPr>
            <p:sp>
              <p:nvSpPr>
                <p:cNvPr id="4695" name="Google Shape;4695;p83"/>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3"/>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7" name="Google Shape;4697;p83"/>
              <p:cNvGrpSpPr/>
              <p:nvPr/>
            </p:nvGrpSpPr>
            <p:grpSpPr>
              <a:xfrm>
                <a:off x="4087382" y="3775674"/>
                <a:ext cx="31405" cy="26898"/>
                <a:chOff x="4087382" y="3775674"/>
                <a:chExt cx="31405" cy="26898"/>
              </a:xfrm>
            </p:grpSpPr>
            <p:sp>
              <p:nvSpPr>
                <p:cNvPr id="4698" name="Google Shape;4698;p83"/>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3"/>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83"/>
              <p:cNvGrpSpPr/>
              <p:nvPr/>
            </p:nvGrpSpPr>
            <p:grpSpPr>
              <a:xfrm>
                <a:off x="4118873" y="3856637"/>
                <a:ext cx="31405" cy="26906"/>
                <a:chOff x="4118873" y="3856637"/>
                <a:chExt cx="31405" cy="26906"/>
              </a:xfrm>
            </p:grpSpPr>
            <p:sp>
              <p:nvSpPr>
                <p:cNvPr id="4701" name="Google Shape;4701;p83"/>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3"/>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3" name="Google Shape;4703;p83"/>
              <p:cNvGrpSpPr/>
              <p:nvPr/>
            </p:nvGrpSpPr>
            <p:grpSpPr>
              <a:xfrm>
                <a:off x="4168541" y="3639523"/>
                <a:ext cx="31499" cy="26906"/>
                <a:chOff x="4168541" y="3639523"/>
                <a:chExt cx="31499" cy="26906"/>
              </a:xfrm>
            </p:grpSpPr>
            <p:sp>
              <p:nvSpPr>
                <p:cNvPr id="4704" name="Google Shape;4704;p83"/>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3"/>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83"/>
              <p:cNvGrpSpPr/>
              <p:nvPr/>
            </p:nvGrpSpPr>
            <p:grpSpPr>
              <a:xfrm>
                <a:off x="3965789" y="3393545"/>
                <a:ext cx="31405" cy="26945"/>
                <a:chOff x="3965789" y="3393545"/>
                <a:chExt cx="31405" cy="26945"/>
              </a:xfrm>
            </p:grpSpPr>
            <p:sp>
              <p:nvSpPr>
                <p:cNvPr id="4707" name="Google Shape;4707;p83"/>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3"/>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 name="Google Shape;4709;p83"/>
              <p:cNvGrpSpPr/>
              <p:nvPr/>
            </p:nvGrpSpPr>
            <p:grpSpPr>
              <a:xfrm>
                <a:off x="3925166" y="3491008"/>
                <a:ext cx="31405" cy="27001"/>
                <a:chOff x="3925166" y="3491008"/>
                <a:chExt cx="31405" cy="27001"/>
              </a:xfrm>
            </p:grpSpPr>
            <p:sp>
              <p:nvSpPr>
                <p:cNvPr id="4710" name="Google Shape;4710;p83"/>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3"/>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2" name="Google Shape;4712;p83"/>
              <p:cNvGrpSpPr/>
              <p:nvPr/>
            </p:nvGrpSpPr>
            <p:grpSpPr>
              <a:xfrm>
                <a:off x="3682845" y="3340976"/>
                <a:ext cx="31397" cy="26898"/>
                <a:chOff x="3682845" y="3340976"/>
                <a:chExt cx="31397" cy="26898"/>
              </a:xfrm>
            </p:grpSpPr>
            <p:sp>
              <p:nvSpPr>
                <p:cNvPr id="4713" name="Google Shape;4713;p83"/>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3"/>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5" name="Google Shape;4715;p83"/>
              <p:cNvGrpSpPr/>
              <p:nvPr/>
            </p:nvGrpSpPr>
            <p:grpSpPr>
              <a:xfrm>
                <a:off x="3795393" y="3353725"/>
                <a:ext cx="31499" cy="26993"/>
                <a:chOff x="3795393" y="3353725"/>
                <a:chExt cx="31499" cy="26993"/>
              </a:xfrm>
            </p:grpSpPr>
            <p:sp>
              <p:nvSpPr>
                <p:cNvPr id="4716" name="Google Shape;4716;p83"/>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3"/>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8" name="Google Shape;4718;p83"/>
              <p:cNvGrpSpPr/>
              <p:nvPr/>
            </p:nvGrpSpPr>
            <p:grpSpPr>
              <a:xfrm>
                <a:off x="4176909" y="4363221"/>
                <a:ext cx="38924" cy="33316"/>
                <a:chOff x="4176909" y="4363221"/>
                <a:chExt cx="38924" cy="33316"/>
              </a:xfrm>
            </p:grpSpPr>
            <p:sp>
              <p:nvSpPr>
                <p:cNvPr id="4719" name="Google Shape;4719;p83"/>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3"/>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1" name="Google Shape;4721;p83"/>
              <p:cNvGrpSpPr/>
              <p:nvPr/>
            </p:nvGrpSpPr>
            <p:grpSpPr>
              <a:xfrm>
                <a:off x="4226191" y="4007660"/>
                <a:ext cx="33560" cy="28770"/>
                <a:chOff x="4226191" y="4007660"/>
                <a:chExt cx="33560" cy="28770"/>
              </a:xfrm>
            </p:grpSpPr>
            <p:sp>
              <p:nvSpPr>
                <p:cNvPr id="4722" name="Google Shape;4722;p83"/>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3"/>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4" name="Google Shape;4724;p83"/>
              <p:cNvGrpSpPr/>
              <p:nvPr/>
            </p:nvGrpSpPr>
            <p:grpSpPr>
              <a:xfrm>
                <a:off x="3597785" y="3377045"/>
                <a:ext cx="33591" cy="28699"/>
                <a:chOff x="3597785" y="3377045"/>
                <a:chExt cx="33591" cy="28699"/>
              </a:xfrm>
            </p:grpSpPr>
            <p:sp>
              <p:nvSpPr>
                <p:cNvPr id="4725" name="Google Shape;4725;p83"/>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3"/>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7" name="Google Shape;4727;p83"/>
              <p:cNvGrpSpPr/>
              <p:nvPr/>
            </p:nvGrpSpPr>
            <p:grpSpPr>
              <a:xfrm>
                <a:off x="3887870" y="3669796"/>
                <a:ext cx="33591" cy="28692"/>
                <a:chOff x="3887870" y="3669796"/>
                <a:chExt cx="33591" cy="28692"/>
              </a:xfrm>
            </p:grpSpPr>
            <p:sp>
              <p:nvSpPr>
                <p:cNvPr id="4728" name="Google Shape;4728;p83"/>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3"/>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83"/>
              <p:cNvGrpSpPr/>
              <p:nvPr/>
            </p:nvGrpSpPr>
            <p:grpSpPr>
              <a:xfrm>
                <a:off x="3818320" y="3481625"/>
                <a:ext cx="33497" cy="28770"/>
                <a:chOff x="3818320" y="3481625"/>
                <a:chExt cx="33497" cy="28770"/>
              </a:xfrm>
            </p:grpSpPr>
            <p:sp>
              <p:nvSpPr>
                <p:cNvPr id="4731" name="Google Shape;4731;p83"/>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3"/>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3" name="Google Shape;4733;p83"/>
              <p:cNvGrpSpPr/>
              <p:nvPr/>
            </p:nvGrpSpPr>
            <p:grpSpPr>
              <a:xfrm>
                <a:off x="4278139" y="4120948"/>
                <a:ext cx="37492" cy="32129"/>
                <a:chOff x="4278139" y="4120948"/>
                <a:chExt cx="37492" cy="32129"/>
              </a:xfrm>
            </p:grpSpPr>
            <p:sp>
              <p:nvSpPr>
                <p:cNvPr id="4734" name="Google Shape;4734;p83"/>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3"/>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6" name="Google Shape;4736;p83"/>
              <p:cNvGrpSpPr/>
              <p:nvPr/>
            </p:nvGrpSpPr>
            <p:grpSpPr>
              <a:xfrm>
                <a:off x="4419898" y="3977388"/>
                <a:ext cx="33497" cy="28692"/>
                <a:chOff x="4419898" y="3977388"/>
                <a:chExt cx="33497" cy="28692"/>
              </a:xfrm>
            </p:grpSpPr>
            <p:sp>
              <p:nvSpPr>
                <p:cNvPr id="4737" name="Google Shape;4737;p83"/>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3"/>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9" name="Google Shape;4739;p83"/>
              <p:cNvGrpSpPr/>
              <p:nvPr/>
            </p:nvGrpSpPr>
            <p:grpSpPr>
              <a:xfrm>
                <a:off x="4158930" y="4034684"/>
                <a:ext cx="33497" cy="28762"/>
                <a:chOff x="4158930" y="4034684"/>
                <a:chExt cx="33497" cy="28762"/>
              </a:xfrm>
            </p:grpSpPr>
            <p:sp>
              <p:nvSpPr>
                <p:cNvPr id="4740" name="Google Shape;4740;p83"/>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3"/>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2" name="Google Shape;4742;p83"/>
              <p:cNvGrpSpPr/>
              <p:nvPr/>
            </p:nvGrpSpPr>
            <p:grpSpPr>
              <a:xfrm>
                <a:off x="4134949" y="3957049"/>
                <a:ext cx="33497" cy="28770"/>
                <a:chOff x="4134949" y="3957049"/>
                <a:chExt cx="33497" cy="28770"/>
              </a:xfrm>
            </p:grpSpPr>
            <p:sp>
              <p:nvSpPr>
                <p:cNvPr id="4743" name="Google Shape;4743;p83"/>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3"/>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 name="Google Shape;4745;p83"/>
              <p:cNvGrpSpPr/>
              <p:nvPr/>
            </p:nvGrpSpPr>
            <p:grpSpPr>
              <a:xfrm>
                <a:off x="4193653" y="4184403"/>
                <a:ext cx="43580" cy="37264"/>
                <a:chOff x="4193653" y="4184403"/>
                <a:chExt cx="43580" cy="37264"/>
              </a:xfrm>
            </p:grpSpPr>
            <p:sp>
              <p:nvSpPr>
                <p:cNvPr id="4746" name="Google Shape;4746;p83"/>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3"/>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83"/>
              <p:cNvGrpSpPr/>
              <p:nvPr/>
            </p:nvGrpSpPr>
            <p:grpSpPr>
              <a:xfrm>
                <a:off x="4343600" y="3943844"/>
                <a:ext cx="43580" cy="37312"/>
                <a:chOff x="4343600" y="3943844"/>
                <a:chExt cx="43580" cy="37312"/>
              </a:xfrm>
            </p:grpSpPr>
            <p:sp>
              <p:nvSpPr>
                <p:cNvPr id="4749" name="Google Shape;4749;p83"/>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3"/>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83"/>
              <p:cNvGrpSpPr/>
              <p:nvPr/>
            </p:nvGrpSpPr>
            <p:grpSpPr>
              <a:xfrm>
                <a:off x="4172339" y="3381693"/>
                <a:ext cx="31499" cy="27001"/>
                <a:chOff x="4172339" y="3381693"/>
                <a:chExt cx="31499" cy="27001"/>
              </a:xfrm>
            </p:grpSpPr>
            <p:sp>
              <p:nvSpPr>
                <p:cNvPr id="4752" name="Google Shape;4752;p83"/>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3"/>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4757"/>
        <p:cNvGrpSpPr/>
        <p:nvPr/>
      </p:nvGrpSpPr>
      <p:grpSpPr>
        <a:xfrm>
          <a:off x="0" y="0"/>
          <a:ext cx="0" cy="0"/>
          <a:chOff x="0" y="0"/>
          <a:chExt cx="0" cy="0"/>
        </a:xfrm>
      </p:grpSpPr>
      <p:grpSp>
        <p:nvGrpSpPr>
          <p:cNvPr id="4758" name="Google Shape;4758;p84"/>
          <p:cNvGrpSpPr/>
          <p:nvPr/>
        </p:nvGrpSpPr>
        <p:grpSpPr>
          <a:xfrm>
            <a:off x="729274" y="1175734"/>
            <a:ext cx="2507799" cy="206239"/>
            <a:chOff x="106648" y="895722"/>
            <a:chExt cx="4481413" cy="374300"/>
          </a:xfrm>
        </p:grpSpPr>
        <p:grpSp>
          <p:nvGrpSpPr>
            <p:cNvPr id="4759" name="Google Shape;4759;p84"/>
            <p:cNvGrpSpPr/>
            <p:nvPr/>
          </p:nvGrpSpPr>
          <p:grpSpPr>
            <a:xfrm>
              <a:off x="2233276" y="895722"/>
              <a:ext cx="1082667" cy="223591"/>
              <a:chOff x="4808316" y="2800065"/>
              <a:chExt cx="1999386" cy="412910"/>
            </a:xfrm>
          </p:grpSpPr>
          <p:sp>
            <p:nvSpPr>
              <p:cNvPr id="4760" name="Google Shape;4760;p8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1" name="Google Shape;4761;p84"/>
              <p:cNvGrpSpPr/>
              <p:nvPr/>
            </p:nvGrpSpPr>
            <p:grpSpPr>
              <a:xfrm>
                <a:off x="4808316" y="2800065"/>
                <a:ext cx="92400" cy="411825"/>
                <a:chOff x="845575" y="2563700"/>
                <a:chExt cx="92400" cy="411825"/>
              </a:xfrm>
            </p:grpSpPr>
            <p:cxnSp>
              <p:nvCxnSpPr>
                <p:cNvPr id="4762" name="Google Shape;4762;p8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63" name="Google Shape;4763;p8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4" name="Google Shape;4764;p84"/>
            <p:cNvGrpSpPr/>
            <p:nvPr/>
          </p:nvGrpSpPr>
          <p:grpSpPr>
            <a:xfrm>
              <a:off x="106648" y="895722"/>
              <a:ext cx="1088401" cy="223591"/>
              <a:chOff x="881025" y="2800065"/>
              <a:chExt cx="2009975" cy="412910"/>
            </a:xfrm>
          </p:grpSpPr>
          <p:sp>
            <p:nvSpPr>
              <p:cNvPr id="4765" name="Google Shape;4765;p8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6" name="Google Shape;4766;p84"/>
              <p:cNvGrpSpPr/>
              <p:nvPr/>
            </p:nvGrpSpPr>
            <p:grpSpPr>
              <a:xfrm>
                <a:off x="881025" y="2800065"/>
                <a:ext cx="92400" cy="411825"/>
                <a:chOff x="845575" y="2563700"/>
                <a:chExt cx="92400" cy="411825"/>
              </a:xfrm>
            </p:grpSpPr>
            <p:cxnSp>
              <p:nvCxnSpPr>
                <p:cNvPr id="4767" name="Google Shape;4767;p8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68" name="Google Shape;4768;p8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9" name="Google Shape;4769;p84"/>
            <p:cNvGrpSpPr/>
            <p:nvPr/>
          </p:nvGrpSpPr>
          <p:grpSpPr>
            <a:xfrm>
              <a:off x="1172346" y="1047018"/>
              <a:ext cx="1083151" cy="223003"/>
              <a:chOff x="2849073" y="3079467"/>
              <a:chExt cx="2000279" cy="411825"/>
            </a:xfrm>
          </p:grpSpPr>
          <p:sp>
            <p:nvSpPr>
              <p:cNvPr id="4770" name="Google Shape;4770;p8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1" name="Google Shape;4771;p84"/>
              <p:cNvGrpSpPr/>
              <p:nvPr/>
            </p:nvGrpSpPr>
            <p:grpSpPr>
              <a:xfrm rot="10800000">
                <a:off x="2849073" y="3079467"/>
                <a:ext cx="92400" cy="411825"/>
                <a:chOff x="2070100" y="2563700"/>
                <a:chExt cx="92400" cy="411825"/>
              </a:xfrm>
            </p:grpSpPr>
            <p:cxnSp>
              <p:nvCxnSpPr>
                <p:cNvPr id="4772" name="Google Shape;4772;p8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73" name="Google Shape;4773;p8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4" name="Google Shape;4774;p84"/>
            <p:cNvGrpSpPr/>
            <p:nvPr/>
          </p:nvGrpSpPr>
          <p:grpSpPr>
            <a:xfrm>
              <a:off x="3290132" y="1047018"/>
              <a:ext cx="1297929" cy="223003"/>
              <a:chOff x="6760035" y="3079467"/>
              <a:chExt cx="2396914" cy="411825"/>
            </a:xfrm>
          </p:grpSpPr>
          <p:sp>
            <p:nvSpPr>
              <p:cNvPr id="4775" name="Google Shape;4775;p8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6" name="Google Shape;4776;p84"/>
              <p:cNvGrpSpPr/>
              <p:nvPr/>
            </p:nvGrpSpPr>
            <p:grpSpPr>
              <a:xfrm rot="10800000">
                <a:off x="6760035" y="3079467"/>
                <a:ext cx="92400" cy="411825"/>
                <a:chOff x="2070100" y="2563700"/>
                <a:chExt cx="92400" cy="411825"/>
              </a:xfrm>
            </p:grpSpPr>
            <p:cxnSp>
              <p:nvCxnSpPr>
                <p:cNvPr id="4777" name="Google Shape;4777;p8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78" name="Google Shape;4778;p8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79" name="Google Shape;4779;p84"/>
          <p:cNvGrpSpPr/>
          <p:nvPr/>
        </p:nvGrpSpPr>
        <p:grpSpPr>
          <a:xfrm>
            <a:off x="2147036" y="3575105"/>
            <a:ext cx="1086701" cy="799429"/>
            <a:chOff x="2183288" y="3555572"/>
            <a:chExt cx="1136241" cy="835873"/>
          </a:xfrm>
        </p:grpSpPr>
        <p:sp>
          <p:nvSpPr>
            <p:cNvPr id="4780" name="Google Shape;4780;p8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1" name="Google Shape;4781;p84"/>
            <p:cNvGrpSpPr/>
            <p:nvPr/>
          </p:nvGrpSpPr>
          <p:grpSpPr>
            <a:xfrm>
              <a:off x="2205895" y="3637269"/>
              <a:ext cx="1089848" cy="724993"/>
              <a:chOff x="2205895" y="3637269"/>
              <a:chExt cx="1089848" cy="724993"/>
            </a:xfrm>
          </p:grpSpPr>
          <p:sp>
            <p:nvSpPr>
              <p:cNvPr id="4782" name="Google Shape;4782;p8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8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89" name="Google Shape;4789;p8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90" name="Google Shape;4790;p84"/>
            <p:cNvGrpSpPr/>
            <p:nvPr/>
          </p:nvGrpSpPr>
          <p:grpSpPr>
            <a:xfrm>
              <a:off x="3173850" y="3779426"/>
              <a:ext cx="145679" cy="70048"/>
              <a:chOff x="3173850" y="3779426"/>
              <a:chExt cx="145679" cy="70048"/>
            </a:xfrm>
          </p:grpSpPr>
          <p:cxnSp>
            <p:nvCxnSpPr>
              <p:cNvPr id="4791" name="Google Shape;4791;p8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792" name="Google Shape;4792;p8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 name="Google Shape;4793;p84"/>
            <p:cNvGrpSpPr/>
            <p:nvPr/>
          </p:nvGrpSpPr>
          <p:grpSpPr>
            <a:xfrm>
              <a:off x="2183288" y="4139483"/>
              <a:ext cx="145133" cy="70048"/>
              <a:chOff x="2183288" y="4139483"/>
              <a:chExt cx="145133" cy="70048"/>
            </a:xfrm>
          </p:grpSpPr>
          <p:cxnSp>
            <p:nvCxnSpPr>
              <p:cNvPr id="4794" name="Google Shape;4794;p8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795" name="Google Shape;4795;p8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6" name="Google Shape;4796;p8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97" name="Google Shape;4797;p8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98" name="Google Shape;4798;p84"/>
            <p:cNvGrpSpPr/>
            <p:nvPr/>
          </p:nvGrpSpPr>
          <p:grpSpPr>
            <a:xfrm>
              <a:off x="2943836" y="4268886"/>
              <a:ext cx="60717" cy="122559"/>
              <a:chOff x="2943836" y="4268886"/>
              <a:chExt cx="60717" cy="122559"/>
            </a:xfrm>
          </p:grpSpPr>
          <p:sp>
            <p:nvSpPr>
              <p:cNvPr id="4799" name="Google Shape;4799;p8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00" name="Google Shape;4800;p8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801" name="Google Shape;4801;p84"/>
          <p:cNvGrpSpPr/>
          <p:nvPr/>
        </p:nvGrpSpPr>
        <p:grpSpPr>
          <a:xfrm>
            <a:off x="3409981" y="1496104"/>
            <a:ext cx="1675870" cy="758251"/>
            <a:chOff x="3530532" y="1496185"/>
            <a:chExt cx="1562000" cy="706730"/>
          </a:xfrm>
        </p:grpSpPr>
        <p:cxnSp>
          <p:nvCxnSpPr>
            <p:cNvPr id="4802" name="Google Shape;4802;p8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803" name="Google Shape;4803;p84"/>
            <p:cNvGrpSpPr/>
            <p:nvPr/>
          </p:nvGrpSpPr>
          <p:grpSpPr>
            <a:xfrm>
              <a:off x="3530532" y="1496185"/>
              <a:ext cx="323430" cy="463587"/>
              <a:chOff x="3530532" y="1496185"/>
              <a:chExt cx="323430" cy="463587"/>
            </a:xfrm>
          </p:grpSpPr>
          <p:grpSp>
            <p:nvGrpSpPr>
              <p:cNvPr id="4804" name="Google Shape;4804;p84"/>
              <p:cNvGrpSpPr/>
              <p:nvPr/>
            </p:nvGrpSpPr>
            <p:grpSpPr>
              <a:xfrm>
                <a:off x="3567462" y="1496185"/>
                <a:ext cx="286500" cy="361376"/>
                <a:chOff x="3567462" y="1496185"/>
                <a:chExt cx="286500" cy="361376"/>
              </a:xfrm>
            </p:grpSpPr>
            <p:cxnSp>
              <p:nvCxnSpPr>
                <p:cNvPr id="4805" name="Google Shape;4805;p8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806" name="Google Shape;4806;p8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7" name="Google Shape;4807;p8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8" name="Google Shape;4808;p84"/>
            <p:cNvGrpSpPr/>
            <p:nvPr/>
          </p:nvGrpSpPr>
          <p:grpSpPr>
            <a:xfrm>
              <a:off x="3891569" y="1779209"/>
              <a:ext cx="323945" cy="423706"/>
              <a:chOff x="3891569" y="1779209"/>
              <a:chExt cx="323945" cy="423706"/>
            </a:xfrm>
          </p:grpSpPr>
          <p:grpSp>
            <p:nvGrpSpPr>
              <p:cNvPr id="4809" name="Google Shape;4809;p84"/>
              <p:cNvGrpSpPr/>
              <p:nvPr/>
            </p:nvGrpSpPr>
            <p:grpSpPr>
              <a:xfrm>
                <a:off x="3929014" y="1881638"/>
                <a:ext cx="286500" cy="321278"/>
                <a:chOff x="3929014" y="1881638"/>
                <a:chExt cx="286500" cy="321278"/>
              </a:xfrm>
            </p:grpSpPr>
            <p:cxnSp>
              <p:nvCxnSpPr>
                <p:cNvPr id="4810" name="Google Shape;4810;p8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811" name="Google Shape;4811;p8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2" name="Google Shape;4812;p8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84"/>
            <p:cNvGrpSpPr/>
            <p:nvPr/>
          </p:nvGrpSpPr>
          <p:grpSpPr>
            <a:xfrm>
              <a:off x="4252606" y="1496185"/>
              <a:ext cx="324721" cy="463587"/>
              <a:chOff x="4252606" y="1496185"/>
              <a:chExt cx="324721" cy="463587"/>
            </a:xfrm>
          </p:grpSpPr>
          <p:grpSp>
            <p:nvGrpSpPr>
              <p:cNvPr id="4814" name="Google Shape;4814;p84"/>
              <p:cNvGrpSpPr/>
              <p:nvPr/>
            </p:nvGrpSpPr>
            <p:grpSpPr>
              <a:xfrm>
                <a:off x="4290828" y="1496185"/>
                <a:ext cx="286500" cy="361376"/>
                <a:chOff x="4290828" y="1496185"/>
                <a:chExt cx="286500" cy="361376"/>
              </a:xfrm>
            </p:grpSpPr>
            <p:cxnSp>
              <p:nvCxnSpPr>
                <p:cNvPr id="4815" name="Google Shape;4815;p8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816" name="Google Shape;4816;p8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7" name="Google Shape;4817;p8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8" name="Google Shape;4818;p84"/>
            <p:cNvGrpSpPr/>
            <p:nvPr/>
          </p:nvGrpSpPr>
          <p:grpSpPr>
            <a:xfrm>
              <a:off x="4613643" y="1763716"/>
              <a:ext cx="325308" cy="439200"/>
              <a:chOff x="4613643" y="1763716"/>
              <a:chExt cx="325308" cy="439200"/>
            </a:xfrm>
          </p:grpSpPr>
          <p:grpSp>
            <p:nvGrpSpPr>
              <p:cNvPr id="4819" name="Google Shape;4819;p84"/>
              <p:cNvGrpSpPr/>
              <p:nvPr/>
            </p:nvGrpSpPr>
            <p:grpSpPr>
              <a:xfrm>
                <a:off x="4652451" y="1879538"/>
                <a:ext cx="286500" cy="323378"/>
                <a:chOff x="4652451" y="1879538"/>
                <a:chExt cx="286500" cy="323378"/>
              </a:xfrm>
            </p:grpSpPr>
            <p:cxnSp>
              <p:nvCxnSpPr>
                <p:cNvPr id="4820" name="Google Shape;4820;p8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821" name="Google Shape;4821;p8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2" name="Google Shape;4822;p8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3" name="Google Shape;4823;p84"/>
          <p:cNvGrpSpPr/>
          <p:nvPr/>
        </p:nvGrpSpPr>
        <p:grpSpPr>
          <a:xfrm>
            <a:off x="3421841" y="2349730"/>
            <a:ext cx="1652173" cy="391517"/>
            <a:chOff x="3512551" y="2358270"/>
            <a:chExt cx="1597383" cy="378533"/>
          </a:xfrm>
        </p:grpSpPr>
        <p:cxnSp>
          <p:nvCxnSpPr>
            <p:cNvPr id="4824" name="Google Shape;4824;p84"/>
            <p:cNvCxnSpPr>
              <a:stCxn id="4825" idx="6"/>
              <a:endCxn id="4826"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827" name="Google Shape;4827;p84"/>
            <p:cNvGrpSpPr/>
            <p:nvPr/>
          </p:nvGrpSpPr>
          <p:grpSpPr>
            <a:xfrm>
              <a:off x="3512551" y="2358270"/>
              <a:ext cx="225647" cy="307714"/>
              <a:chOff x="2182679" y="2004714"/>
              <a:chExt cx="792300" cy="1080458"/>
            </a:xfrm>
          </p:grpSpPr>
          <p:cxnSp>
            <p:nvCxnSpPr>
              <p:cNvPr id="4828" name="Google Shape;4828;p84"/>
              <p:cNvCxnSpPr>
                <a:stCxn id="4829"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25" name="Google Shape;4825;p8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0" name="Google Shape;4830;p84"/>
            <p:cNvGrpSpPr/>
            <p:nvPr/>
          </p:nvGrpSpPr>
          <p:grpSpPr>
            <a:xfrm>
              <a:off x="3969644" y="2440153"/>
              <a:ext cx="225853" cy="296651"/>
              <a:chOff x="3775710" y="1729289"/>
              <a:chExt cx="136500" cy="179289"/>
            </a:xfrm>
          </p:grpSpPr>
          <p:cxnSp>
            <p:nvCxnSpPr>
              <p:cNvPr id="4831" name="Google Shape;4831;p8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832" name="Google Shape;4832;p8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84"/>
            <p:cNvGrpSpPr/>
            <p:nvPr/>
          </p:nvGrpSpPr>
          <p:grpSpPr>
            <a:xfrm>
              <a:off x="4427051" y="2358270"/>
              <a:ext cx="225647" cy="307714"/>
              <a:chOff x="5393704" y="2004714"/>
              <a:chExt cx="792300" cy="1080458"/>
            </a:xfrm>
          </p:grpSpPr>
          <p:cxnSp>
            <p:nvCxnSpPr>
              <p:cNvPr id="4835" name="Google Shape;4835;p84"/>
              <p:cNvCxnSpPr>
                <a:stCxn id="4836"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37" name="Google Shape;4837;p8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8" name="Google Shape;4838;p84"/>
            <p:cNvGrpSpPr/>
            <p:nvPr/>
          </p:nvGrpSpPr>
          <p:grpSpPr>
            <a:xfrm>
              <a:off x="4884287" y="2440252"/>
              <a:ext cx="225647" cy="296532"/>
              <a:chOff x="6999166" y="2292572"/>
              <a:chExt cx="792300" cy="1041192"/>
            </a:xfrm>
          </p:grpSpPr>
          <p:cxnSp>
            <p:nvCxnSpPr>
              <p:cNvPr id="4839" name="Google Shape;4839;p8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826" name="Google Shape;4826;p8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41" name="Google Shape;4841;p84"/>
          <p:cNvGrpSpPr/>
          <p:nvPr/>
        </p:nvGrpSpPr>
        <p:grpSpPr>
          <a:xfrm>
            <a:off x="6842649" y="1185930"/>
            <a:ext cx="1581844" cy="732818"/>
            <a:chOff x="634175" y="2986275"/>
            <a:chExt cx="3147949" cy="1458344"/>
          </a:xfrm>
        </p:grpSpPr>
        <p:cxnSp>
          <p:nvCxnSpPr>
            <p:cNvPr id="4842" name="Google Shape;4842;p84"/>
            <p:cNvCxnSpPr>
              <a:stCxn id="4843" idx="4"/>
              <a:endCxn id="4844"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845" name="Google Shape;4845;p84"/>
            <p:cNvCxnSpPr>
              <a:stCxn id="4844" idx="0"/>
              <a:endCxn id="4846"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47" name="Google Shape;4847;p84"/>
            <p:cNvCxnSpPr>
              <a:stCxn id="4846" idx="4"/>
              <a:endCxn id="4848"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49" name="Google Shape;4849;p84"/>
            <p:cNvCxnSpPr>
              <a:stCxn id="4848" idx="0"/>
              <a:endCxn id="4850"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850" name="Google Shape;4850;p8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46" name="Google Shape;4846;p8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43" name="Google Shape;4843;p8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48" name="Google Shape;4848;p8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44" name="Google Shape;4844;p8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851" name="Google Shape;4851;p84"/>
          <p:cNvGrpSpPr/>
          <p:nvPr/>
        </p:nvGrpSpPr>
        <p:grpSpPr>
          <a:xfrm>
            <a:off x="3410364" y="2880240"/>
            <a:ext cx="1675128" cy="313674"/>
            <a:chOff x="998425" y="1182125"/>
            <a:chExt cx="1065400" cy="199500"/>
          </a:xfrm>
        </p:grpSpPr>
        <p:sp>
          <p:nvSpPr>
            <p:cNvPr id="4852" name="Google Shape;4852;p8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7" name="Google Shape;4857;p84"/>
          <p:cNvGrpSpPr/>
          <p:nvPr/>
        </p:nvGrpSpPr>
        <p:grpSpPr>
          <a:xfrm>
            <a:off x="3410363" y="3836206"/>
            <a:ext cx="1675129" cy="525345"/>
            <a:chOff x="5194708" y="3484366"/>
            <a:chExt cx="3148148" cy="987304"/>
          </a:xfrm>
        </p:grpSpPr>
        <p:grpSp>
          <p:nvGrpSpPr>
            <p:cNvPr id="4858" name="Google Shape;4858;p84"/>
            <p:cNvGrpSpPr/>
            <p:nvPr/>
          </p:nvGrpSpPr>
          <p:grpSpPr>
            <a:xfrm>
              <a:off x="7531521" y="3484366"/>
              <a:ext cx="811335" cy="987304"/>
              <a:chOff x="3379425" y="1617275"/>
              <a:chExt cx="1090650" cy="1327200"/>
            </a:xfrm>
          </p:grpSpPr>
          <p:sp>
            <p:nvSpPr>
              <p:cNvPr id="4859" name="Google Shape;4859;p8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2" name="Google Shape;4862;p84"/>
            <p:cNvGrpSpPr/>
            <p:nvPr/>
          </p:nvGrpSpPr>
          <p:grpSpPr>
            <a:xfrm>
              <a:off x="6752546" y="3484366"/>
              <a:ext cx="811428" cy="987304"/>
              <a:chOff x="2332275" y="1617275"/>
              <a:chExt cx="1090775" cy="1327200"/>
            </a:xfrm>
          </p:grpSpPr>
          <p:sp>
            <p:nvSpPr>
              <p:cNvPr id="4863" name="Google Shape;4863;p8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6" name="Google Shape;4866;p84"/>
            <p:cNvGrpSpPr/>
            <p:nvPr/>
          </p:nvGrpSpPr>
          <p:grpSpPr>
            <a:xfrm>
              <a:off x="5973664" y="3484366"/>
              <a:ext cx="811335" cy="987304"/>
              <a:chOff x="1285250" y="1617275"/>
              <a:chExt cx="1090650" cy="1327200"/>
            </a:xfrm>
          </p:grpSpPr>
          <p:sp>
            <p:nvSpPr>
              <p:cNvPr id="4867" name="Google Shape;4867;p8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0" name="Google Shape;4870;p84"/>
            <p:cNvGrpSpPr/>
            <p:nvPr/>
          </p:nvGrpSpPr>
          <p:grpSpPr>
            <a:xfrm>
              <a:off x="5194708" y="3484366"/>
              <a:ext cx="811409" cy="987304"/>
              <a:chOff x="238125" y="1617275"/>
              <a:chExt cx="1090750" cy="1327200"/>
            </a:xfrm>
          </p:grpSpPr>
          <p:sp>
            <p:nvSpPr>
              <p:cNvPr id="4871" name="Google Shape;4871;p8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4" name="Google Shape;4874;p84"/>
          <p:cNvGrpSpPr/>
          <p:nvPr/>
        </p:nvGrpSpPr>
        <p:grpSpPr>
          <a:xfrm>
            <a:off x="6844048" y="2482095"/>
            <a:ext cx="1579046" cy="522230"/>
            <a:chOff x="6853641" y="2534077"/>
            <a:chExt cx="1515545" cy="501229"/>
          </a:xfrm>
        </p:grpSpPr>
        <p:grpSp>
          <p:nvGrpSpPr>
            <p:cNvPr id="4875" name="Google Shape;4875;p84"/>
            <p:cNvGrpSpPr/>
            <p:nvPr/>
          </p:nvGrpSpPr>
          <p:grpSpPr>
            <a:xfrm>
              <a:off x="6853641" y="2618923"/>
              <a:ext cx="1515545" cy="324556"/>
              <a:chOff x="6853641" y="2618923"/>
              <a:chExt cx="1515545" cy="324556"/>
            </a:xfrm>
          </p:grpSpPr>
          <p:sp>
            <p:nvSpPr>
              <p:cNvPr id="4876" name="Google Shape;4876;p8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1" name="Google Shape;4881;p8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6" name="Google Shape;4886;p84"/>
          <p:cNvGrpSpPr/>
          <p:nvPr/>
        </p:nvGrpSpPr>
        <p:grpSpPr>
          <a:xfrm>
            <a:off x="3438940" y="3357136"/>
            <a:ext cx="1617976" cy="346616"/>
            <a:chOff x="1808063" y="4294338"/>
            <a:chExt cx="3370782" cy="721817"/>
          </a:xfrm>
        </p:grpSpPr>
        <p:sp>
          <p:nvSpPr>
            <p:cNvPr id="4887" name="Google Shape;4887;p8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7" name="Google Shape;4897;p84"/>
          <p:cNvGrpSpPr/>
          <p:nvPr/>
        </p:nvGrpSpPr>
        <p:grpSpPr>
          <a:xfrm>
            <a:off x="5264936" y="4023886"/>
            <a:ext cx="1417067" cy="350605"/>
            <a:chOff x="4234950" y="2101012"/>
            <a:chExt cx="4219974" cy="1044090"/>
          </a:xfrm>
        </p:grpSpPr>
        <p:sp>
          <p:nvSpPr>
            <p:cNvPr id="4898" name="Google Shape;4898;p8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4" name="Google Shape;4914;p84"/>
          <p:cNvGrpSpPr/>
          <p:nvPr/>
        </p:nvGrpSpPr>
        <p:grpSpPr>
          <a:xfrm>
            <a:off x="6840408" y="2014643"/>
            <a:ext cx="1586327" cy="371557"/>
            <a:chOff x="1247650" y="2075423"/>
            <a:chExt cx="6648477" cy="1557238"/>
          </a:xfrm>
        </p:grpSpPr>
        <p:sp>
          <p:nvSpPr>
            <p:cNvPr id="4915" name="Google Shape;4915;p8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1" name="Google Shape;4921;p84"/>
          <p:cNvGrpSpPr/>
          <p:nvPr/>
        </p:nvGrpSpPr>
        <p:grpSpPr>
          <a:xfrm>
            <a:off x="5271678" y="1167833"/>
            <a:ext cx="1415601" cy="1648533"/>
            <a:chOff x="1839112" y="2209163"/>
            <a:chExt cx="1918159" cy="2233784"/>
          </a:xfrm>
        </p:grpSpPr>
        <p:sp>
          <p:nvSpPr>
            <p:cNvPr id="4922" name="Google Shape;4922;p8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25" name="Google Shape;4925;p84"/>
            <p:cNvCxnSpPr>
              <a:stCxn id="4922" idx="6"/>
              <a:endCxn id="4923"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26" name="Google Shape;4926;p84"/>
            <p:cNvCxnSpPr>
              <a:stCxn id="4923" idx="4"/>
              <a:endCxn id="4927"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928" name="Google Shape;4928;p84"/>
            <p:cNvCxnSpPr>
              <a:stCxn id="4927" idx="6"/>
              <a:endCxn id="4924"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29" name="Google Shape;4929;p84"/>
            <p:cNvCxnSpPr>
              <a:stCxn id="4924" idx="4"/>
              <a:endCxn id="4930"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927" name="Google Shape;4927;p8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32" name="Google Shape;4932;p84"/>
            <p:cNvCxnSpPr>
              <a:endCxn id="4931"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933" name="Google Shape;4933;p84"/>
          <p:cNvGrpSpPr/>
          <p:nvPr/>
        </p:nvGrpSpPr>
        <p:grpSpPr>
          <a:xfrm>
            <a:off x="3428944" y="1185917"/>
            <a:ext cx="1637968" cy="154942"/>
            <a:chOff x="238125" y="2506075"/>
            <a:chExt cx="7115411" cy="673075"/>
          </a:xfrm>
        </p:grpSpPr>
        <p:sp>
          <p:nvSpPr>
            <p:cNvPr id="4934" name="Google Shape;4934;p8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9" name="Google Shape;4939;p84"/>
          <p:cNvGrpSpPr/>
          <p:nvPr/>
        </p:nvGrpSpPr>
        <p:grpSpPr>
          <a:xfrm>
            <a:off x="1969680" y="1500635"/>
            <a:ext cx="1262932" cy="785408"/>
            <a:chOff x="548861" y="389676"/>
            <a:chExt cx="3843371" cy="2390163"/>
          </a:xfrm>
        </p:grpSpPr>
        <p:cxnSp>
          <p:nvCxnSpPr>
            <p:cNvPr id="4940" name="Google Shape;4940;p8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41" name="Google Shape;4941;p8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42" name="Google Shape;4942;p8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43" name="Google Shape;4943;p8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944" name="Google Shape;4944;p8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945" name="Google Shape;4945;p8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46" name="Google Shape;4946;p8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947" name="Google Shape;4947;p8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 name="Google Shape;4953;p84"/>
          <p:cNvGrpSpPr/>
          <p:nvPr/>
        </p:nvGrpSpPr>
        <p:grpSpPr>
          <a:xfrm>
            <a:off x="757812" y="2607512"/>
            <a:ext cx="1412054" cy="633562"/>
            <a:chOff x="1187400" y="2529299"/>
            <a:chExt cx="6769193" cy="2241903"/>
          </a:xfrm>
        </p:grpSpPr>
        <p:sp>
          <p:nvSpPr>
            <p:cNvPr id="4954" name="Google Shape;4954;p8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955" name="Google Shape;4955;p8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56" name="Google Shape;4956;p8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57" name="Google Shape;4957;p8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58" name="Google Shape;4958;p8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59" name="Google Shape;4959;p8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60" name="Google Shape;4960;p8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961" name="Google Shape;4961;p84"/>
            <p:cNvCxnSpPr>
              <a:stCxn id="4954" idx="2"/>
              <a:endCxn id="4955"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62" name="Google Shape;4962;p84"/>
            <p:cNvCxnSpPr>
              <a:stCxn id="4956" idx="0"/>
              <a:endCxn id="4954"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63" name="Google Shape;4963;p84"/>
            <p:cNvCxnSpPr>
              <a:stCxn id="4956" idx="2"/>
              <a:endCxn id="4958"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64" name="Google Shape;4964;p84"/>
            <p:cNvCxnSpPr>
              <a:stCxn id="4957" idx="0"/>
              <a:endCxn id="4956"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65" name="Google Shape;4965;p84"/>
            <p:cNvCxnSpPr>
              <a:stCxn id="4955" idx="2"/>
              <a:endCxn id="4960"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66" name="Google Shape;4966;p84"/>
            <p:cNvCxnSpPr>
              <a:stCxn id="4959" idx="0"/>
              <a:endCxn id="4955"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967" name="Google Shape;4967;p84"/>
          <p:cNvGrpSpPr/>
          <p:nvPr/>
        </p:nvGrpSpPr>
        <p:grpSpPr>
          <a:xfrm>
            <a:off x="6844058" y="3100221"/>
            <a:ext cx="1579035" cy="540873"/>
            <a:chOff x="6895650" y="3126697"/>
            <a:chExt cx="1436662" cy="492105"/>
          </a:xfrm>
        </p:grpSpPr>
        <p:sp>
          <p:nvSpPr>
            <p:cNvPr id="4968" name="Google Shape;4968;p8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3" name="Google Shape;4973;p84"/>
            <p:cNvGrpSpPr/>
            <p:nvPr/>
          </p:nvGrpSpPr>
          <p:grpSpPr>
            <a:xfrm>
              <a:off x="6995957" y="3335810"/>
              <a:ext cx="1230393" cy="71754"/>
              <a:chOff x="6995957" y="3287964"/>
              <a:chExt cx="1230393" cy="71754"/>
            </a:xfrm>
          </p:grpSpPr>
          <p:sp>
            <p:nvSpPr>
              <p:cNvPr id="4974" name="Google Shape;4974;p8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9" name="Google Shape;4979;p84"/>
          <p:cNvGrpSpPr/>
          <p:nvPr/>
        </p:nvGrpSpPr>
        <p:grpSpPr>
          <a:xfrm>
            <a:off x="6842640" y="3736984"/>
            <a:ext cx="1581862" cy="650625"/>
            <a:chOff x="6777990" y="3710194"/>
            <a:chExt cx="1646915" cy="677382"/>
          </a:xfrm>
        </p:grpSpPr>
        <p:grpSp>
          <p:nvGrpSpPr>
            <p:cNvPr id="4980" name="Google Shape;4980;p84"/>
            <p:cNvGrpSpPr/>
            <p:nvPr/>
          </p:nvGrpSpPr>
          <p:grpSpPr>
            <a:xfrm>
              <a:off x="6777990" y="3874492"/>
              <a:ext cx="411129" cy="513083"/>
              <a:chOff x="6777990" y="3874492"/>
              <a:chExt cx="411129" cy="513083"/>
            </a:xfrm>
          </p:grpSpPr>
          <p:cxnSp>
            <p:nvCxnSpPr>
              <p:cNvPr id="4981" name="Google Shape;4981;p8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82" name="Google Shape;4982;p8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3" name="Google Shape;4983;p84"/>
            <p:cNvGrpSpPr/>
            <p:nvPr/>
          </p:nvGrpSpPr>
          <p:grpSpPr>
            <a:xfrm>
              <a:off x="7188425" y="3710194"/>
              <a:ext cx="411123" cy="520535"/>
              <a:chOff x="7188425" y="3710194"/>
              <a:chExt cx="411123" cy="520535"/>
            </a:xfrm>
          </p:grpSpPr>
          <p:cxnSp>
            <p:nvCxnSpPr>
              <p:cNvPr id="4984" name="Google Shape;4984;p8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85" name="Google Shape;4985;p8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6" name="Google Shape;4986;p84"/>
            <p:cNvGrpSpPr/>
            <p:nvPr/>
          </p:nvGrpSpPr>
          <p:grpSpPr>
            <a:xfrm>
              <a:off x="7603341" y="3874492"/>
              <a:ext cx="411474" cy="513083"/>
              <a:chOff x="7603341" y="3874492"/>
              <a:chExt cx="411474" cy="513083"/>
            </a:xfrm>
          </p:grpSpPr>
          <p:cxnSp>
            <p:nvCxnSpPr>
              <p:cNvPr id="4987" name="Google Shape;4987;p8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88" name="Google Shape;4988;p8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9" name="Google Shape;4989;p84"/>
            <p:cNvGrpSpPr/>
            <p:nvPr/>
          </p:nvGrpSpPr>
          <p:grpSpPr>
            <a:xfrm>
              <a:off x="8013776" y="3722847"/>
              <a:ext cx="411129" cy="507881"/>
              <a:chOff x="8013776" y="3722847"/>
              <a:chExt cx="411129" cy="507881"/>
            </a:xfrm>
          </p:grpSpPr>
          <p:cxnSp>
            <p:nvCxnSpPr>
              <p:cNvPr id="4990" name="Google Shape;4990;p8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991" name="Google Shape;4991;p8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92" name="Google Shape;4992;p84"/>
          <p:cNvGrpSpPr/>
          <p:nvPr/>
        </p:nvGrpSpPr>
        <p:grpSpPr>
          <a:xfrm>
            <a:off x="5262155" y="2909824"/>
            <a:ext cx="1421889" cy="1020603"/>
            <a:chOff x="5190863" y="2824811"/>
            <a:chExt cx="1544860" cy="1108869"/>
          </a:xfrm>
        </p:grpSpPr>
        <p:grpSp>
          <p:nvGrpSpPr>
            <p:cNvPr id="4993" name="Google Shape;4993;p84"/>
            <p:cNvGrpSpPr/>
            <p:nvPr/>
          </p:nvGrpSpPr>
          <p:grpSpPr>
            <a:xfrm>
              <a:off x="5938695" y="3176919"/>
              <a:ext cx="685761" cy="404739"/>
              <a:chOff x="5938695" y="3176919"/>
              <a:chExt cx="685761" cy="404739"/>
            </a:xfrm>
          </p:grpSpPr>
          <p:grpSp>
            <p:nvGrpSpPr>
              <p:cNvPr id="4994" name="Google Shape;4994;p84"/>
              <p:cNvGrpSpPr/>
              <p:nvPr/>
            </p:nvGrpSpPr>
            <p:grpSpPr>
              <a:xfrm>
                <a:off x="5938695" y="3176919"/>
                <a:ext cx="685761" cy="404739"/>
                <a:chOff x="5938695" y="3176919"/>
                <a:chExt cx="685761" cy="404739"/>
              </a:xfrm>
            </p:grpSpPr>
            <p:sp>
              <p:nvSpPr>
                <p:cNvPr id="4995" name="Google Shape;4995;p8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97" name="Google Shape;4997;p8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84"/>
            <p:cNvGrpSpPr/>
            <p:nvPr/>
          </p:nvGrpSpPr>
          <p:grpSpPr>
            <a:xfrm>
              <a:off x="5305233" y="3176835"/>
              <a:ext cx="685971" cy="404655"/>
              <a:chOff x="5305233" y="3176835"/>
              <a:chExt cx="685971" cy="404655"/>
            </a:xfrm>
          </p:grpSpPr>
          <p:grpSp>
            <p:nvGrpSpPr>
              <p:cNvPr id="4999" name="Google Shape;4999;p84"/>
              <p:cNvGrpSpPr/>
              <p:nvPr/>
            </p:nvGrpSpPr>
            <p:grpSpPr>
              <a:xfrm>
                <a:off x="5305233" y="3176835"/>
                <a:ext cx="685971" cy="404655"/>
                <a:chOff x="5305233" y="3176835"/>
                <a:chExt cx="685971" cy="404655"/>
              </a:xfrm>
            </p:grpSpPr>
            <p:sp>
              <p:nvSpPr>
                <p:cNvPr id="5000" name="Google Shape;5000;p8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2" name="Google Shape;5002;p8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3" name="Google Shape;5003;p8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4" name="Google Shape;5004;p84"/>
            <p:cNvGrpSpPr/>
            <p:nvPr/>
          </p:nvGrpSpPr>
          <p:grpSpPr>
            <a:xfrm>
              <a:off x="5657361" y="2824811"/>
              <a:ext cx="1078361" cy="404655"/>
              <a:chOff x="5657361" y="2824811"/>
              <a:chExt cx="1078361" cy="404655"/>
            </a:xfrm>
          </p:grpSpPr>
          <p:grpSp>
            <p:nvGrpSpPr>
              <p:cNvPr id="5005" name="Google Shape;5005;p84"/>
              <p:cNvGrpSpPr/>
              <p:nvPr/>
            </p:nvGrpSpPr>
            <p:grpSpPr>
              <a:xfrm>
                <a:off x="5657361" y="2824811"/>
                <a:ext cx="1078361" cy="404655"/>
                <a:chOff x="5657361" y="2824811"/>
                <a:chExt cx="1078361" cy="404655"/>
              </a:xfrm>
            </p:grpSpPr>
            <p:grpSp>
              <p:nvGrpSpPr>
                <p:cNvPr id="5006" name="Google Shape;5006;p84"/>
                <p:cNvGrpSpPr/>
                <p:nvPr/>
              </p:nvGrpSpPr>
              <p:grpSpPr>
                <a:xfrm>
                  <a:off x="5938485" y="2824811"/>
                  <a:ext cx="797237" cy="404655"/>
                  <a:chOff x="5938485" y="2824811"/>
                  <a:chExt cx="797237" cy="404655"/>
                </a:xfrm>
              </p:grpSpPr>
              <p:sp>
                <p:nvSpPr>
                  <p:cNvPr id="5007" name="Google Shape;5007;p8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9" name="Google Shape;5009;p8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0" name="Google Shape;5010;p8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84"/>
            <p:cNvGrpSpPr/>
            <p:nvPr/>
          </p:nvGrpSpPr>
          <p:grpSpPr>
            <a:xfrm>
              <a:off x="5190863" y="3528942"/>
              <a:ext cx="1078026" cy="404739"/>
              <a:chOff x="5190863" y="3528942"/>
              <a:chExt cx="1078026" cy="404739"/>
            </a:xfrm>
          </p:grpSpPr>
          <p:sp>
            <p:nvSpPr>
              <p:cNvPr id="5012" name="Google Shape;5012;p8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3" name="Google Shape;5013;p84"/>
              <p:cNvGrpSpPr/>
              <p:nvPr/>
            </p:nvGrpSpPr>
            <p:grpSpPr>
              <a:xfrm>
                <a:off x="5190863" y="3528942"/>
                <a:ext cx="1078026" cy="404739"/>
                <a:chOff x="5190863" y="3528942"/>
                <a:chExt cx="1078026" cy="404739"/>
              </a:xfrm>
            </p:grpSpPr>
            <p:sp>
              <p:nvSpPr>
                <p:cNvPr id="5014" name="Google Shape;5014;p8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16" name="Google Shape;5016;p84"/>
          <p:cNvGrpSpPr/>
          <p:nvPr/>
        </p:nvGrpSpPr>
        <p:grpSpPr>
          <a:xfrm>
            <a:off x="728162" y="1474292"/>
            <a:ext cx="1086719" cy="879487"/>
            <a:chOff x="803162" y="1474292"/>
            <a:chExt cx="1086719" cy="879487"/>
          </a:xfrm>
        </p:grpSpPr>
        <p:grpSp>
          <p:nvGrpSpPr>
            <p:cNvPr id="5017" name="Google Shape;5017;p84"/>
            <p:cNvGrpSpPr/>
            <p:nvPr/>
          </p:nvGrpSpPr>
          <p:grpSpPr>
            <a:xfrm>
              <a:off x="803162" y="1625948"/>
              <a:ext cx="445856" cy="576579"/>
              <a:chOff x="803162" y="1625948"/>
              <a:chExt cx="445856" cy="576579"/>
            </a:xfrm>
          </p:grpSpPr>
          <p:sp>
            <p:nvSpPr>
              <p:cNvPr id="5018" name="Google Shape;5018;p8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9" name="Google Shape;5019;p84"/>
              <p:cNvGrpSpPr/>
              <p:nvPr/>
            </p:nvGrpSpPr>
            <p:grpSpPr>
              <a:xfrm>
                <a:off x="1056023" y="1625948"/>
                <a:ext cx="192995" cy="576579"/>
                <a:chOff x="1056023" y="1625948"/>
                <a:chExt cx="192995" cy="576579"/>
              </a:xfrm>
            </p:grpSpPr>
            <p:sp>
              <p:nvSpPr>
                <p:cNvPr id="5020" name="Google Shape;5020;p8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25" name="Google Shape;5025;p84"/>
            <p:cNvGrpSpPr/>
            <p:nvPr/>
          </p:nvGrpSpPr>
          <p:grpSpPr>
            <a:xfrm>
              <a:off x="1371406" y="1474292"/>
              <a:ext cx="518475" cy="879487"/>
              <a:chOff x="1398231" y="1474292"/>
              <a:chExt cx="518475" cy="879487"/>
            </a:xfrm>
          </p:grpSpPr>
          <p:grpSp>
            <p:nvGrpSpPr>
              <p:cNvPr id="5026" name="Google Shape;5026;p84"/>
              <p:cNvGrpSpPr/>
              <p:nvPr/>
            </p:nvGrpSpPr>
            <p:grpSpPr>
              <a:xfrm>
                <a:off x="1398231" y="1474292"/>
                <a:ext cx="518475" cy="341643"/>
                <a:chOff x="1398231" y="1474292"/>
                <a:chExt cx="518475" cy="341643"/>
              </a:xfrm>
            </p:grpSpPr>
            <p:sp>
              <p:nvSpPr>
                <p:cNvPr id="5027" name="Google Shape;5027;p8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28" name="Google Shape;5028;p84"/>
                <p:cNvGrpSpPr/>
                <p:nvPr/>
              </p:nvGrpSpPr>
              <p:grpSpPr>
                <a:xfrm>
                  <a:off x="1616453" y="1474292"/>
                  <a:ext cx="300253" cy="341643"/>
                  <a:chOff x="1616453" y="1475379"/>
                  <a:chExt cx="300253" cy="341643"/>
                </a:xfrm>
              </p:grpSpPr>
              <p:sp>
                <p:nvSpPr>
                  <p:cNvPr id="5029" name="Google Shape;5029;p8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6" name="Google Shape;5036;p84"/>
                  <p:cNvGrpSpPr/>
                  <p:nvPr/>
                </p:nvGrpSpPr>
                <p:grpSpPr>
                  <a:xfrm>
                    <a:off x="1839639" y="1475379"/>
                    <a:ext cx="77067" cy="341643"/>
                    <a:chOff x="1839639" y="1475379"/>
                    <a:chExt cx="77067" cy="341643"/>
                  </a:xfrm>
                </p:grpSpPr>
                <p:sp>
                  <p:nvSpPr>
                    <p:cNvPr id="5037" name="Google Shape;5037;p8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39" name="Google Shape;5039;p84"/>
              <p:cNvGrpSpPr/>
              <p:nvPr/>
            </p:nvGrpSpPr>
            <p:grpSpPr>
              <a:xfrm>
                <a:off x="1398451" y="2012951"/>
                <a:ext cx="518255" cy="340828"/>
                <a:chOff x="1398451" y="2012951"/>
                <a:chExt cx="518255" cy="340828"/>
              </a:xfrm>
            </p:grpSpPr>
            <p:sp>
              <p:nvSpPr>
                <p:cNvPr id="5040" name="Google Shape;5040;p8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1" name="Google Shape;5041;p84"/>
                <p:cNvGrpSpPr/>
                <p:nvPr/>
              </p:nvGrpSpPr>
              <p:grpSpPr>
                <a:xfrm>
                  <a:off x="1616453" y="2012951"/>
                  <a:ext cx="300253" cy="340828"/>
                  <a:chOff x="1616453" y="2013538"/>
                  <a:chExt cx="300253" cy="340828"/>
                </a:xfrm>
              </p:grpSpPr>
              <p:sp>
                <p:nvSpPr>
                  <p:cNvPr id="5042" name="Google Shape;5042;p8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9" name="Google Shape;5049;p84"/>
                  <p:cNvGrpSpPr/>
                  <p:nvPr/>
                </p:nvGrpSpPr>
                <p:grpSpPr>
                  <a:xfrm>
                    <a:off x="1839639" y="2013538"/>
                    <a:ext cx="77067" cy="340828"/>
                    <a:chOff x="1839639" y="2013538"/>
                    <a:chExt cx="77067" cy="340828"/>
                  </a:xfrm>
                </p:grpSpPr>
                <p:sp>
                  <p:nvSpPr>
                    <p:cNvPr id="5050" name="Google Shape;5050;p8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052" name="Google Shape;5052;p84"/>
          <p:cNvGrpSpPr/>
          <p:nvPr/>
        </p:nvGrpSpPr>
        <p:grpSpPr>
          <a:xfrm>
            <a:off x="724986" y="3605478"/>
            <a:ext cx="1368681" cy="682918"/>
            <a:chOff x="724986" y="3605478"/>
            <a:chExt cx="1368681" cy="682918"/>
          </a:xfrm>
        </p:grpSpPr>
        <p:grpSp>
          <p:nvGrpSpPr>
            <p:cNvPr id="5053" name="Google Shape;5053;p84"/>
            <p:cNvGrpSpPr/>
            <p:nvPr/>
          </p:nvGrpSpPr>
          <p:grpSpPr>
            <a:xfrm>
              <a:off x="1289102" y="3823629"/>
              <a:ext cx="240442" cy="250435"/>
              <a:chOff x="-165066" y="3843615"/>
              <a:chExt cx="221259" cy="230455"/>
            </a:xfrm>
          </p:grpSpPr>
          <p:sp>
            <p:nvSpPr>
              <p:cNvPr id="5054" name="Google Shape;5054;p8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4" name="Google Shape;5074;p84"/>
            <p:cNvGrpSpPr/>
            <p:nvPr/>
          </p:nvGrpSpPr>
          <p:grpSpPr>
            <a:xfrm>
              <a:off x="724986" y="3605478"/>
              <a:ext cx="1368681" cy="682918"/>
              <a:chOff x="724986" y="3605478"/>
              <a:chExt cx="1368681" cy="682918"/>
            </a:xfrm>
          </p:grpSpPr>
          <p:grpSp>
            <p:nvGrpSpPr>
              <p:cNvPr id="5075" name="Google Shape;5075;p84"/>
              <p:cNvGrpSpPr/>
              <p:nvPr/>
            </p:nvGrpSpPr>
            <p:grpSpPr>
              <a:xfrm>
                <a:off x="1498221" y="4047614"/>
                <a:ext cx="529172" cy="240783"/>
                <a:chOff x="1498221" y="4047614"/>
                <a:chExt cx="529172" cy="240783"/>
              </a:xfrm>
            </p:grpSpPr>
            <p:grpSp>
              <p:nvGrpSpPr>
                <p:cNvPr id="5076" name="Google Shape;5076;p84"/>
                <p:cNvGrpSpPr/>
                <p:nvPr/>
              </p:nvGrpSpPr>
              <p:grpSpPr>
                <a:xfrm>
                  <a:off x="1826655" y="4224370"/>
                  <a:ext cx="200738" cy="25631"/>
                  <a:chOff x="1826655" y="4224370"/>
                  <a:chExt cx="200738" cy="25631"/>
                </a:xfrm>
              </p:grpSpPr>
              <p:sp>
                <p:nvSpPr>
                  <p:cNvPr id="5077" name="Google Shape;5077;p8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84"/>
                <p:cNvGrpSpPr/>
                <p:nvPr/>
              </p:nvGrpSpPr>
              <p:grpSpPr>
                <a:xfrm>
                  <a:off x="1498221" y="4047614"/>
                  <a:ext cx="328444" cy="240783"/>
                  <a:chOff x="1498221" y="4047614"/>
                  <a:chExt cx="328444" cy="240783"/>
                </a:xfrm>
              </p:grpSpPr>
              <p:sp>
                <p:nvSpPr>
                  <p:cNvPr id="5080" name="Google Shape;5080;p8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1" name="Google Shape;5081;p84"/>
                  <p:cNvGrpSpPr/>
                  <p:nvPr/>
                </p:nvGrpSpPr>
                <p:grpSpPr>
                  <a:xfrm>
                    <a:off x="1498221" y="4047614"/>
                    <a:ext cx="150566" cy="190416"/>
                    <a:chOff x="1498221" y="4047614"/>
                    <a:chExt cx="150566" cy="190416"/>
                  </a:xfrm>
                </p:grpSpPr>
                <p:sp>
                  <p:nvSpPr>
                    <p:cNvPr id="5082" name="Google Shape;5082;p8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84" name="Google Shape;5084;p84"/>
              <p:cNvGrpSpPr/>
              <p:nvPr/>
            </p:nvGrpSpPr>
            <p:grpSpPr>
              <a:xfrm>
                <a:off x="1560718" y="3800594"/>
                <a:ext cx="532948" cy="302090"/>
                <a:chOff x="1560718" y="3800594"/>
                <a:chExt cx="532948" cy="302090"/>
              </a:xfrm>
            </p:grpSpPr>
            <p:grpSp>
              <p:nvGrpSpPr>
                <p:cNvPr id="5085" name="Google Shape;5085;p84"/>
                <p:cNvGrpSpPr/>
                <p:nvPr/>
              </p:nvGrpSpPr>
              <p:grpSpPr>
                <a:xfrm>
                  <a:off x="1912179" y="3827344"/>
                  <a:ext cx="181487" cy="25631"/>
                  <a:chOff x="1912179" y="3827344"/>
                  <a:chExt cx="181487" cy="25631"/>
                </a:xfrm>
              </p:grpSpPr>
              <p:sp>
                <p:nvSpPr>
                  <p:cNvPr id="5086" name="Google Shape;5086;p8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8" name="Google Shape;5088;p84"/>
                <p:cNvGrpSpPr/>
                <p:nvPr/>
              </p:nvGrpSpPr>
              <p:grpSpPr>
                <a:xfrm>
                  <a:off x="1912179" y="4044505"/>
                  <a:ext cx="181487" cy="25622"/>
                  <a:chOff x="1912179" y="4044506"/>
                  <a:chExt cx="181487" cy="25622"/>
                </a:xfrm>
              </p:grpSpPr>
              <p:sp>
                <p:nvSpPr>
                  <p:cNvPr id="5089" name="Google Shape;5089;p8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1" name="Google Shape;5091;p84"/>
                <p:cNvGrpSpPr/>
                <p:nvPr/>
              </p:nvGrpSpPr>
              <p:grpSpPr>
                <a:xfrm>
                  <a:off x="1560718" y="3800594"/>
                  <a:ext cx="351472" cy="302090"/>
                  <a:chOff x="1560718" y="3800594"/>
                  <a:chExt cx="351472" cy="302090"/>
                </a:xfrm>
              </p:grpSpPr>
              <p:grpSp>
                <p:nvGrpSpPr>
                  <p:cNvPr id="5092" name="Google Shape;5092;p84"/>
                  <p:cNvGrpSpPr/>
                  <p:nvPr/>
                </p:nvGrpSpPr>
                <p:grpSpPr>
                  <a:xfrm>
                    <a:off x="1560718" y="3842857"/>
                    <a:ext cx="173586" cy="217131"/>
                    <a:chOff x="1560718" y="3842857"/>
                    <a:chExt cx="173586" cy="217131"/>
                  </a:xfrm>
                </p:grpSpPr>
                <p:sp>
                  <p:nvSpPr>
                    <p:cNvPr id="5093" name="Google Shape;5093;p8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6" name="Google Shape;5096;p8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098" name="Google Shape;5098;p8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9" name="Google Shape;5099;p84"/>
              <p:cNvGrpSpPr/>
              <p:nvPr/>
            </p:nvGrpSpPr>
            <p:grpSpPr>
              <a:xfrm>
                <a:off x="785350" y="3605478"/>
                <a:ext cx="535311" cy="249245"/>
                <a:chOff x="785350" y="3605478"/>
                <a:chExt cx="535311" cy="249245"/>
              </a:xfrm>
            </p:grpSpPr>
            <p:grpSp>
              <p:nvGrpSpPr>
                <p:cNvPr id="5100" name="Google Shape;5100;p84"/>
                <p:cNvGrpSpPr/>
                <p:nvPr/>
              </p:nvGrpSpPr>
              <p:grpSpPr>
                <a:xfrm>
                  <a:off x="785350" y="3605478"/>
                  <a:ext cx="376191" cy="102736"/>
                  <a:chOff x="785350" y="3605478"/>
                  <a:chExt cx="376191" cy="102736"/>
                </a:xfrm>
              </p:grpSpPr>
              <p:sp>
                <p:nvSpPr>
                  <p:cNvPr id="5101" name="Google Shape;5101;p8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4" name="Google Shape;5104;p84"/>
                <p:cNvGrpSpPr/>
                <p:nvPr/>
              </p:nvGrpSpPr>
              <p:grpSpPr>
                <a:xfrm>
                  <a:off x="1161530" y="3655851"/>
                  <a:ext cx="159131" cy="198872"/>
                  <a:chOff x="1161530" y="3655851"/>
                  <a:chExt cx="159131" cy="198872"/>
                </a:xfrm>
              </p:grpSpPr>
              <p:sp>
                <p:nvSpPr>
                  <p:cNvPr id="5105" name="Google Shape;5105;p8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07" name="Google Shape;5107;p84"/>
              <p:cNvGrpSpPr/>
              <p:nvPr/>
            </p:nvGrpSpPr>
            <p:grpSpPr>
              <a:xfrm>
                <a:off x="785350" y="4047614"/>
                <a:ext cx="535311" cy="240783"/>
                <a:chOff x="785350" y="4047614"/>
                <a:chExt cx="535311" cy="240783"/>
              </a:xfrm>
            </p:grpSpPr>
            <p:grpSp>
              <p:nvGrpSpPr>
                <p:cNvPr id="5108" name="Google Shape;5108;p84"/>
                <p:cNvGrpSpPr/>
                <p:nvPr/>
              </p:nvGrpSpPr>
              <p:grpSpPr>
                <a:xfrm>
                  <a:off x="1161636" y="4047614"/>
                  <a:ext cx="159025" cy="190415"/>
                  <a:chOff x="1161636" y="4047614"/>
                  <a:chExt cx="159025" cy="190415"/>
                </a:xfrm>
              </p:grpSpPr>
              <p:sp>
                <p:nvSpPr>
                  <p:cNvPr id="5109" name="Google Shape;5109;p8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1" name="Google Shape;5111;p84"/>
                <p:cNvGrpSpPr/>
                <p:nvPr/>
              </p:nvGrpSpPr>
              <p:grpSpPr>
                <a:xfrm>
                  <a:off x="785350" y="4185661"/>
                  <a:ext cx="376191" cy="102736"/>
                  <a:chOff x="785350" y="4185661"/>
                  <a:chExt cx="376191" cy="102736"/>
                </a:xfrm>
              </p:grpSpPr>
              <p:sp>
                <p:nvSpPr>
                  <p:cNvPr id="5112" name="Google Shape;5112;p8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15" name="Google Shape;5115;p84"/>
              <p:cNvGrpSpPr/>
              <p:nvPr/>
            </p:nvGrpSpPr>
            <p:grpSpPr>
              <a:xfrm>
                <a:off x="1501054" y="3605478"/>
                <a:ext cx="526340" cy="249240"/>
                <a:chOff x="1501054" y="3605478"/>
                <a:chExt cx="526340" cy="249240"/>
              </a:xfrm>
            </p:grpSpPr>
            <p:grpSp>
              <p:nvGrpSpPr>
                <p:cNvPr id="5116" name="Google Shape;5116;p84"/>
                <p:cNvGrpSpPr/>
                <p:nvPr/>
              </p:nvGrpSpPr>
              <p:grpSpPr>
                <a:xfrm>
                  <a:off x="1834208" y="3643867"/>
                  <a:ext cx="193185" cy="25622"/>
                  <a:chOff x="1834208" y="3643867"/>
                  <a:chExt cx="193185" cy="25622"/>
                </a:xfrm>
              </p:grpSpPr>
              <p:sp>
                <p:nvSpPr>
                  <p:cNvPr id="5117" name="Google Shape;5117;p8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9" name="Google Shape;5119;p84"/>
                <p:cNvGrpSpPr/>
                <p:nvPr/>
              </p:nvGrpSpPr>
              <p:grpSpPr>
                <a:xfrm>
                  <a:off x="1501054" y="3605478"/>
                  <a:ext cx="333165" cy="249240"/>
                  <a:chOff x="1501054" y="3605478"/>
                  <a:chExt cx="333165" cy="249240"/>
                </a:xfrm>
              </p:grpSpPr>
              <p:sp>
                <p:nvSpPr>
                  <p:cNvPr id="5120" name="Google Shape;5120;p8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21" name="Google Shape;5121;p84"/>
                  <p:cNvGrpSpPr/>
                  <p:nvPr/>
                </p:nvGrpSpPr>
                <p:grpSpPr>
                  <a:xfrm>
                    <a:off x="1501054" y="3655851"/>
                    <a:ext cx="155286" cy="198867"/>
                    <a:chOff x="1501054" y="3655851"/>
                    <a:chExt cx="155286" cy="198867"/>
                  </a:xfrm>
                </p:grpSpPr>
                <p:sp>
                  <p:nvSpPr>
                    <p:cNvPr id="5122" name="Google Shape;5122;p8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24" name="Google Shape;5124;p84"/>
              <p:cNvGrpSpPr/>
              <p:nvPr/>
            </p:nvGrpSpPr>
            <p:grpSpPr>
              <a:xfrm>
                <a:off x="724986" y="3800594"/>
                <a:ext cx="532950" cy="302090"/>
                <a:chOff x="724986" y="3800594"/>
                <a:chExt cx="532950" cy="302090"/>
              </a:xfrm>
            </p:grpSpPr>
            <p:grpSp>
              <p:nvGrpSpPr>
                <p:cNvPr id="5125" name="Google Shape;5125;p84"/>
                <p:cNvGrpSpPr/>
                <p:nvPr/>
              </p:nvGrpSpPr>
              <p:grpSpPr>
                <a:xfrm>
                  <a:off x="724986" y="4044367"/>
                  <a:ext cx="181314" cy="25626"/>
                  <a:chOff x="724986" y="4044367"/>
                  <a:chExt cx="181314" cy="25626"/>
                </a:xfrm>
              </p:grpSpPr>
              <p:sp>
                <p:nvSpPr>
                  <p:cNvPr id="5126" name="Google Shape;5126;p8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8" name="Google Shape;5128;p84"/>
                <p:cNvGrpSpPr/>
                <p:nvPr/>
              </p:nvGrpSpPr>
              <p:grpSpPr>
                <a:xfrm>
                  <a:off x="906290" y="3800594"/>
                  <a:ext cx="351646" cy="302090"/>
                  <a:chOff x="906290" y="3800594"/>
                  <a:chExt cx="351646" cy="302090"/>
                </a:xfrm>
              </p:grpSpPr>
              <p:grpSp>
                <p:nvGrpSpPr>
                  <p:cNvPr id="5129" name="Google Shape;5129;p84"/>
                  <p:cNvGrpSpPr/>
                  <p:nvPr/>
                </p:nvGrpSpPr>
                <p:grpSpPr>
                  <a:xfrm>
                    <a:off x="1084172" y="3842857"/>
                    <a:ext cx="173764" cy="217131"/>
                    <a:chOff x="1084172" y="3842857"/>
                    <a:chExt cx="173764" cy="217131"/>
                  </a:xfrm>
                </p:grpSpPr>
                <p:grpSp>
                  <p:nvGrpSpPr>
                    <p:cNvPr id="5130" name="Google Shape;5130;p84"/>
                    <p:cNvGrpSpPr/>
                    <p:nvPr/>
                  </p:nvGrpSpPr>
                  <p:grpSpPr>
                    <a:xfrm>
                      <a:off x="1156862" y="3936509"/>
                      <a:ext cx="101073" cy="25622"/>
                      <a:chOff x="1156862" y="3936509"/>
                      <a:chExt cx="101073" cy="25622"/>
                    </a:xfrm>
                  </p:grpSpPr>
                  <p:sp>
                    <p:nvSpPr>
                      <p:cNvPr id="5131" name="Google Shape;5131;p8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33" name="Google Shape;5133;p8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34" name="Google Shape;5134;p8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6" name="Google Shape;5136;p84"/>
                <p:cNvGrpSpPr/>
                <p:nvPr/>
              </p:nvGrpSpPr>
              <p:grpSpPr>
                <a:xfrm>
                  <a:off x="724986" y="3830189"/>
                  <a:ext cx="189533" cy="25626"/>
                  <a:chOff x="724986" y="3830189"/>
                  <a:chExt cx="189533" cy="25626"/>
                </a:xfrm>
              </p:grpSpPr>
              <p:sp>
                <p:nvSpPr>
                  <p:cNvPr id="5137" name="Google Shape;5137;p8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139" name="Google Shape;5139;p84"/>
          <p:cNvGrpSpPr/>
          <p:nvPr/>
        </p:nvGrpSpPr>
        <p:grpSpPr>
          <a:xfrm>
            <a:off x="2253298" y="2455640"/>
            <a:ext cx="948701" cy="935378"/>
            <a:chOff x="2253298" y="2428317"/>
            <a:chExt cx="948701" cy="935378"/>
          </a:xfrm>
        </p:grpSpPr>
        <p:sp>
          <p:nvSpPr>
            <p:cNvPr id="5140" name="Google Shape;5140;p8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176"/>
        <p:cNvGrpSpPr/>
        <p:nvPr/>
      </p:nvGrpSpPr>
      <p:grpSpPr>
        <a:xfrm>
          <a:off x="0" y="0"/>
          <a:ext cx="0" cy="0"/>
          <a:chOff x="0" y="0"/>
          <a:chExt cx="0" cy="0"/>
        </a:xfrm>
      </p:grpSpPr>
      <p:grpSp>
        <p:nvGrpSpPr>
          <p:cNvPr id="5177" name="Google Shape;5177;p85"/>
          <p:cNvGrpSpPr/>
          <p:nvPr/>
        </p:nvGrpSpPr>
        <p:grpSpPr>
          <a:xfrm>
            <a:off x="3353582" y="1145627"/>
            <a:ext cx="2363393" cy="1017867"/>
            <a:chOff x="3292400" y="1219146"/>
            <a:chExt cx="2615240" cy="1110239"/>
          </a:xfrm>
        </p:grpSpPr>
        <p:sp>
          <p:nvSpPr>
            <p:cNvPr id="5178" name="Google Shape;5178;p8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5179" name="Google Shape;5179;p8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0" name="Google Shape;5180;p8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5181" name="Google Shape;5181;p8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5182" name="Google Shape;5182;p8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5183" name="Google Shape;5183;p8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5184" name="Google Shape;5184;p8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5185" name="Google Shape;5185;p8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5186" name="Google Shape;5186;p8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5187" name="Google Shape;5187;p8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5188" name="Google Shape;5188;p8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89" name="Google Shape;5189;p8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190" name="Google Shape;5190;p8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91" name="Google Shape;5191;p8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192" name="Google Shape;5192;p85"/>
            <p:cNvGrpSpPr/>
            <p:nvPr/>
          </p:nvGrpSpPr>
          <p:grpSpPr>
            <a:xfrm>
              <a:off x="3748438" y="1378608"/>
              <a:ext cx="2159202" cy="903971"/>
              <a:chOff x="1683525" y="2179850"/>
              <a:chExt cx="4519050" cy="2134525"/>
            </a:xfrm>
          </p:grpSpPr>
          <p:sp>
            <p:nvSpPr>
              <p:cNvPr id="5193" name="Google Shape;5193;p8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4" name="Google Shape;5194;p8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5" name="Google Shape;5195;p8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6" name="Google Shape;5196;p8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7" name="Google Shape;5197;p8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8" name="Google Shape;5198;p8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99" name="Google Shape;5199;p8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200" name="Google Shape;5200;p8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201" name="Google Shape;5201;p8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202" name="Google Shape;5202;p8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203" name="Google Shape;5203;p8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204" name="Google Shape;5204;p8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5205" name="Google Shape;5205;p85"/>
          <p:cNvGraphicFramePr/>
          <p:nvPr/>
        </p:nvGraphicFramePr>
        <p:xfrm>
          <a:off x="5949675" y="2323100"/>
          <a:ext cx="3000000" cy="3000000"/>
        </p:xfrm>
        <a:graphic>
          <a:graphicData uri="http://schemas.openxmlformats.org/drawingml/2006/table">
            <a:tbl>
              <a:tblPr>
                <a:noFill/>
                <a:tableStyleId>{1C7F7F96-63CE-423D-B757-84AD032D5FBD}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206" name="Google Shape;5206;p85"/>
          <p:cNvGrpSpPr/>
          <p:nvPr/>
        </p:nvGrpSpPr>
        <p:grpSpPr>
          <a:xfrm>
            <a:off x="5926924" y="3381697"/>
            <a:ext cx="2519825" cy="1001454"/>
            <a:chOff x="1906114" y="789980"/>
            <a:chExt cx="1487676" cy="606868"/>
          </a:xfrm>
        </p:grpSpPr>
        <p:cxnSp>
          <p:nvCxnSpPr>
            <p:cNvPr id="5207" name="Google Shape;5207;p8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208" name="Google Shape;5208;p8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209" name="Google Shape;5209;p8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210" name="Google Shape;5210;p8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5211" name="Google Shape;5211;p8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5212" name="Google Shape;5212;p8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5213" name="Google Shape;5213;p8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5214" name="Google Shape;5214;p8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5221" name="Google Shape;5221;p8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22" name="Google Shape;5222;p8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23" name="Google Shape;5223;p8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4" name="Google Shape;5224;p85"/>
          <p:cNvGrpSpPr/>
          <p:nvPr/>
        </p:nvGrpSpPr>
        <p:grpSpPr>
          <a:xfrm>
            <a:off x="726399" y="1190655"/>
            <a:ext cx="2394370" cy="976502"/>
            <a:chOff x="749309" y="1112739"/>
            <a:chExt cx="2371603" cy="976502"/>
          </a:xfrm>
        </p:grpSpPr>
        <p:sp>
          <p:nvSpPr>
            <p:cNvPr id="5225" name="Google Shape;5225;p8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257" name="Google Shape;5257;p85"/>
          <p:cNvGraphicFramePr/>
          <p:nvPr/>
        </p:nvGraphicFramePr>
        <p:xfrm>
          <a:off x="5949700" y="1188950"/>
          <a:ext cx="3000000" cy="3000000"/>
        </p:xfrm>
        <a:graphic>
          <a:graphicData uri="http://schemas.openxmlformats.org/drawingml/2006/table">
            <a:tbl>
              <a:tblPr>
                <a:noFill/>
                <a:tableStyleId>{1C7F7F96-63CE-423D-B757-84AD032D5FBD}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258" name="Google Shape;5258;p85"/>
          <p:cNvGraphicFramePr/>
          <p:nvPr/>
        </p:nvGraphicFramePr>
        <p:xfrm>
          <a:off x="3356413" y="2323100"/>
          <a:ext cx="3000000" cy="3000000"/>
        </p:xfrm>
        <a:graphic>
          <a:graphicData uri="http://schemas.openxmlformats.org/drawingml/2006/table">
            <a:tbl>
              <a:tblPr>
                <a:noFill/>
                <a:tableStyleId>{1C7F7F96-63CE-423D-B757-84AD032D5FBD}</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59" name="Google Shape;5259;p85"/>
          <p:cNvGrpSpPr/>
          <p:nvPr/>
        </p:nvGrpSpPr>
        <p:grpSpPr>
          <a:xfrm>
            <a:off x="4100342" y="2709743"/>
            <a:ext cx="1517436" cy="74460"/>
            <a:chOff x="3980086" y="2804397"/>
            <a:chExt cx="1227600" cy="66900"/>
          </a:xfrm>
        </p:grpSpPr>
        <p:sp>
          <p:nvSpPr>
            <p:cNvPr id="5260" name="Google Shape;5260;p8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2" name="Google Shape;5262;p85"/>
          <p:cNvGrpSpPr/>
          <p:nvPr/>
        </p:nvGrpSpPr>
        <p:grpSpPr>
          <a:xfrm>
            <a:off x="4725406" y="3002330"/>
            <a:ext cx="892956" cy="74460"/>
            <a:chOff x="3980086" y="2804397"/>
            <a:chExt cx="1227600" cy="66900"/>
          </a:xfrm>
        </p:grpSpPr>
        <p:sp>
          <p:nvSpPr>
            <p:cNvPr id="5263" name="Google Shape;5263;p8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 name="Google Shape;5265;p85"/>
          <p:cNvGrpSpPr/>
          <p:nvPr/>
        </p:nvGrpSpPr>
        <p:grpSpPr>
          <a:xfrm>
            <a:off x="3358498" y="3361213"/>
            <a:ext cx="2363244" cy="1005943"/>
            <a:chOff x="3358415" y="3361302"/>
            <a:chExt cx="2363244" cy="1024695"/>
          </a:xfrm>
        </p:grpSpPr>
        <p:grpSp>
          <p:nvGrpSpPr>
            <p:cNvPr id="5266" name="Google Shape;5266;p85"/>
            <p:cNvGrpSpPr/>
            <p:nvPr/>
          </p:nvGrpSpPr>
          <p:grpSpPr>
            <a:xfrm>
              <a:off x="3358415" y="3361302"/>
              <a:ext cx="441300" cy="1024695"/>
              <a:chOff x="3358415" y="3361302"/>
              <a:chExt cx="441300" cy="1024695"/>
            </a:xfrm>
          </p:grpSpPr>
          <p:sp>
            <p:nvSpPr>
              <p:cNvPr id="5267" name="Google Shape;5267;p8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 name="Google Shape;5273;p85"/>
            <p:cNvGrpSpPr/>
            <p:nvPr/>
          </p:nvGrpSpPr>
          <p:grpSpPr>
            <a:xfrm>
              <a:off x="3838901" y="3361302"/>
              <a:ext cx="441300" cy="1024695"/>
              <a:chOff x="3838901" y="3361302"/>
              <a:chExt cx="441300" cy="1024695"/>
            </a:xfrm>
          </p:grpSpPr>
          <p:sp>
            <p:nvSpPr>
              <p:cNvPr id="5274" name="Google Shape;5274;p8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 name="Google Shape;5280;p85"/>
            <p:cNvGrpSpPr/>
            <p:nvPr/>
          </p:nvGrpSpPr>
          <p:grpSpPr>
            <a:xfrm>
              <a:off x="4319387" y="3361302"/>
              <a:ext cx="441300" cy="1024695"/>
              <a:chOff x="4319387" y="3361302"/>
              <a:chExt cx="441300" cy="1024695"/>
            </a:xfrm>
          </p:grpSpPr>
          <p:sp>
            <p:nvSpPr>
              <p:cNvPr id="5281" name="Google Shape;5281;p8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 name="Google Shape;5287;p85"/>
            <p:cNvGrpSpPr/>
            <p:nvPr/>
          </p:nvGrpSpPr>
          <p:grpSpPr>
            <a:xfrm>
              <a:off x="4799873" y="3361302"/>
              <a:ext cx="441300" cy="1024695"/>
              <a:chOff x="4799873" y="3361302"/>
              <a:chExt cx="441300" cy="1024695"/>
            </a:xfrm>
          </p:grpSpPr>
          <p:sp>
            <p:nvSpPr>
              <p:cNvPr id="5288" name="Google Shape;5288;p8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 name="Google Shape;5294;p85"/>
            <p:cNvGrpSpPr/>
            <p:nvPr/>
          </p:nvGrpSpPr>
          <p:grpSpPr>
            <a:xfrm>
              <a:off x="5280360" y="3361302"/>
              <a:ext cx="441300" cy="1024695"/>
              <a:chOff x="5280360" y="3361302"/>
              <a:chExt cx="441300" cy="1024695"/>
            </a:xfrm>
          </p:grpSpPr>
          <p:sp>
            <p:nvSpPr>
              <p:cNvPr id="5295" name="Google Shape;5295;p8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301" name="Google Shape;5301;p85"/>
          <p:cNvGraphicFramePr/>
          <p:nvPr/>
        </p:nvGraphicFramePr>
        <p:xfrm>
          <a:off x="724925" y="2323100"/>
          <a:ext cx="3000000" cy="3000000"/>
        </p:xfrm>
        <a:graphic>
          <a:graphicData uri="http://schemas.openxmlformats.org/drawingml/2006/table">
            <a:tbl>
              <a:tblPr>
                <a:noFill/>
                <a:tableStyleId>{1C7F7F96-63CE-423D-B757-84AD032D5FBD}</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302" name="Google Shape;5302;p85"/>
          <p:cNvGrpSpPr/>
          <p:nvPr/>
        </p:nvGrpSpPr>
        <p:grpSpPr>
          <a:xfrm>
            <a:off x="726450" y="3372825"/>
            <a:ext cx="2403614" cy="1005900"/>
            <a:chOff x="726450" y="3372825"/>
            <a:chExt cx="2403614" cy="1005900"/>
          </a:xfrm>
        </p:grpSpPr>
        <p:grpSp>
          <p:nvGrpSpPr>
            <p:cNvPr id="5303" name="Google Shape;5303;p85"/>
            <p:cNvGrpSpPr/>
            <p:nvPr/>
          </p:nvGrpSpPr>
          <p:grpSpPr>
            <a:xfrm>
              <a:off x="726450" y="3696000"/>
              <a:ext cx="2403614" cy="500898"/>
              <a:chOff x="726450" y="3696000"/>
              <a:chExt cx="2403614" cy="500898"/>
            </a:xfrm>
          </p:grpSpPr>
          <p:sp>
            <p:nvSpPr>
              <p:cNvPr id="5304" name="Google Shape;5304;p8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05" name="Google Shape;5305;p8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306" name="Google Shape;5306;p85"/>
            <p:cNvGrpSpPr/>
            <p:nvPr/>
          </p:nvGrpSpPr>
          <p:grpSpPr>
            <a:xfrm>
              <a:off x="1348050" y="3372825"/>
              <a:ext cx="1720425" cy="1005900"/>
              <a:chOff x="1348050" y="3372825"/>
              <a:chExt cx="1720425" cy="1005900"/>
            </a:xfrm>
          </p:grpSpPr>
          <p:sp>
            <p:nvSpPr>
              <p:cNvPr id="5307" name="Google Shape;5307;p8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08" name="Google Shape;5308;p8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09" name="Google Shape;5309;p8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10" name="Google Shape;5310;p8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11" name="Google Shape;5311;p8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312" name="Google Shape;5312;p85"/>
            <p:cNvGrpSpPr/>
            <p:nvPr/>
          </p:nvGrpSpPr>
          <p:grpSpPr>
            <a:xfrm>
              <a:off x="1455707" y="3731058"/>
              <a:ext cx="1491150" cy="417657"/>
              <a:chOff x="1455707" y="3731058"/>
              <a:chExt cx="1491150" cy="417657"/>
            </a:xfrm>
          </p:grpSpPr>
          <p:grpSp>
            <p:nvGrpSpPr>
              <p:cNvPr id="5313" name="Google Shape;5313;p85"/>
              <p:cNvGrpSpPr/>
              <p:nvPr/>
            </p:nvGrpSpPr>
            <p:grpSpPr>
              <a:xfrm>
                <a:off x="1472938" y="3745828"/>
                <a:ext cx="72126" cy="53788"/>
                <a:chOff x="1472938" y="3745828"/>
                <a:chExt cx="72126" cy="53788"/>
              </a:xfrm>
            </p:grpSpPr>
            <p:sp>
              <p:nvSpPr>
                <p:cNvPr id="5314" name="Google Shape;5314;p8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6" name="Google Shape;5316;p85"/>
              <p:cNvGrpSpPr/>
              <p:nvPr/>
            </p:nvGrpSpPr>
            <p:grpSpPr>
              <a:xfrm>
                <a:off x="1819181" y="4089633"/>
                <a:ext cx="72126" cy="53788"/>
                <a:chOff x="1819181" y="4089633"/>
                <a:chExt cx="72126" cy="53788"/>
              </a:xfrm>
            </p:grpSpPr>
            <p:sp>
              <p:nvSpPr>
                <p:cNvPr id="5317" name="Google Shape;5317;p8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9" name="Google Shape;5319;p85"/>
              <p:cNvGrpSpPr/>
              <p:nvPr/>
            </p:nvGrpSpPr>
            <p:grpSpPr>
              <a:xfrm>
                <a:off x="1455707" y="4084171"/>
                <a:ext cx="64321" cy="64544"/>
                <a:chOff x="1455707" y="4084171"/>
                <a:chExt cx="64321" cy="64544"/>
              </a:xfrm>
            </p:grpSpPr>
            <p:sp>
              <p:nvSpPr>
                <p:cNvPr id="5320" name="Google Shape;5320;p8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2" name="Google Shape;5322;p85"/>
              <p:cNvGrpSpPr/>
              <p:nvPr/>
            </p:nvGrpSpPr>
            <p:grpSpPr>
              <a:xfrm>
                <a:off x="1818610" y="3731058"/>
                <a:ext cx="64321" cy="64544"/>
                <a:chOff x="1818610" y="3731058"/>
                <a:chExt cx="64321" cy="64544"/>
              </a:xfrm>
            </p:grpSpPr>
            <p:sp>
              <p:nvSpPr>
                <p:cNvPr id="5323" name="Google Shape;5323;p8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5" name="Google Shape;5325;p85"/>
              <p:cNvGrpSpPr/>
              <p:nvPr/>
            </p:nvGrpSpPr>
            <p:grpSpPr>
              <a:xfrm>
                <a:off x="2172491" y="4089633"/>
                <a:ext cx="72126" cy="53788"/>
                <a:chOff x="2172491" y="4089633"/>
                <a:chExt cx="72126" cy="53788"/>
              </a:xfrm>
            </p:grpSpPr>
            <p:sp>
              <p:nvSpPr>
                <p:cNvPr id="5326" name="Google Shape;5326;p8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8" name="Google Shape;5328;p85"/>
              <p:cNvGrpSpPr/>
              <p:nvPr/>
            </p:nvGrpSpPr>
            <p:grpSpPr>
              <a:xfrm>
                <a:off x="2171920" y="3731058"/>
                <a:ext cx="64321" cy="64544"/>
                <a:chOff x="2171920" y="3731058"/>
                <a:chExt cx="64321" cy="64544"/>
              </a:xfrm>
            </p:grpSpPr>
            <p:sp>
              <p:nvSpPr>
                <p:cNvPr id="5329" name="Google Shape;5329;p8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1" name="Google Shape;5331;p85"/>
              <p:cNvGrpSpPr/>
              <p:nvPr/>
            </p:nvGrpSpPr>
            <p:grpSpPr>
              <a:xfrm>
                <a:off x="2874730" y="3745828"/>
                <a:ext cx="72126" cy="53788"/>
                <a:chOff x="2874730" y="3745828"/>
                <a:chExt cx="72126" cy="53788"/>
              </a:xfrm>
            </p:grpSpPr>
            <p:sp>
              <p:nvSpPr>
                <p:cNvPr id="5332" name="Google Shape;5332;p8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4" name="Google Shape;5334;p85"/>
              <p:cNvGrpSpPr/>
              <p:nvPr/>
            </p:nvGrpSpPr>
            <p:grpSpPr>
              <a:xfrm>
                <a:off x="2878589" y="4081481"/>
                <a:ext cx="64321" cy="64544"/>
                <a:chOff x="2878589" y="4081481"/>
                <a:chExt cx="64321" cy="64544"/>
              </a:xfrm>
            </p:grpSpPr>
            <p:sp>
              <p:nvSpPr>
                <p:cNvPr id="5335" name="Google Shape;5335;p8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7" name="Google Shape;5337;p85"/>
              <p:cNvGrpSpPr/>
              <p:nvPr/>
            </p:nvGrpSpPr>
            <p:grpSpPr>
              <a:xfrm>
                <a:off x="2525796" y="4089633"/>
                <a:ext cx="72126" cy="53788"/>
                <a:chOff x="2525796" y="4089633"/>
                <a:chExt cx="72126" cy="53788"/>
              </a:xfrm>
            </p:grpSpPr>
            <p:sp>
              <p:nvSpPr>
                <p:cNvPr id="5338" name="Google Shape;5338;p8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85"/>
              <p:cNvGrpSpPr/>
              <p:nvPr/>
            </p:nvGrpSpPr>
            <p:grpSpPr>
              <a:xfrm>
                <a:off x="2525225" y="3731058"/>
                <a:ext cx="64321" cy="64544"/>
                <a:chOff x="2525225" y="3731058"/>
                <a:chExt cx="64321" cy="64544"/>
              </a:xfrm>
            </p:grpSpPr>
            <p:sp>
              <p:nvSpPr>
                <p:cNvPr id="5341" name="Google Shape;5341;p8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346"/>
        <p:cNvGrpSpPr/>
        <p:nvPr/>
      </p:nvGrpSpPr>
      <p:grpSpPr>
        <a:xfrm>
          <a:off x="0" y="0"/>
          <a:ext cx="0" cy="0"/>
          <a:chOff x="0" y="0"/>
          <a:chExt cx="0" cy="0"/>
        </a:xfrm>
      </p:grpSpPr>
      <p:grpSp>
        <p:nvGrpSpPr>
          <p:cNvPr id="5347" name="Google Shape;5347;p86"/>
          <p:cNvGrpSpPr/>
          <p:nvPr/>
        </p:nvGrpSpPr>
        <p:grpSpPr>
          <a:xfrm>
            <a:off x="732428" y="1171356"/>
            <a:ext cx="845921" cy="690752"/>
            <a:chOff x="732428" y="1198513"/>
            <a:chExt cx="845921" cy="690752"/>
          </a:xfrm>
        </p:grpSpPr>
        <p:grpSp>
          <p:nvGrpSpPr>
            <p:cNvPr id="5348" name="Google Shape;5348;p86"/>
            <p:cNvGrpSpPr/>
            <p:nvPr/>
          </p:nvGrpSpPr>
          <p:grpSpPr>
            <a:xfrm>
              <a:off x="823030" y="1198513"/>
              <a:ext cx="755319" cy="690752"/>
              <a:chOff x="823030" y="1198513"/>
              <a:chExt cx="755319" cy="690752"/>
            </a:xfrm>
          </p:grpSpPr>
          <p:sp>
            <p:nvSpPr>
              <p:cNvPr id="5349" name="Google Shape;5349;p8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1" name="Google Shape;5351;p86"/>
            <p:cNvGrpSpPr/>
            <p:nvPr/>
          </p:nvGrpSpPr>
          <p:grpSpPr>
            <a:xfrm>
              <a:off x="732428" y="1239937"/>
              <a:ext cx="739912" cy="607886"/>
              <a:chOff x="732428" y="1239937"/>
              <a:chExt cx="739912" cy="607886"/>
            </a:xfrm>
          </p:grpSpPr>
          <p:sp>
            <p:nvSpPr>
              <p:cNvPr id="5352" name="Google Shape;5352;p8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4" name="Google Shape;5354;p86"/>
            <p:cNvGrpSpPr/>
            <p:nvPr/>
          </p:nvGrpSpPr>
          <p:grpSpPr>
            <a:xfrm>
              <a:off x="732428" y="1277018"/>
              <a:ext cx="702832" cy="533758"/>
              <a:chOff x="732428" y="1277018"/>
              <a:chExt cx="702832" cy="533758"/>
            </a:xfrm>
          </p:grpSpPr>
          <p:sp>
            <p:nvSpPr>
              <p:cNvPr id="5355" name="Google Shape;5355;p8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7" name="Google Shape;5357;p86"/>
            <p:cNvGrpSpPr/>
            <p:nvPr/>
          </p:nvGrpSpPr>
          <p:grpSpPr>
            <a:xfrm>
              <a:off x="931170" y="1306653"/>
              <a:ext cx="647179" cy="474455"/>
              <a:chOff x="931170" y="1306653"/>
              <a:chExt cx="647179" cy="474455"/>
            </a:xfrm>
          </p:grpSpPr>
          <p:sp>
            <p:nvSpPr>
              <p:cNvPr id="5358" name="Google Shape;5358;p8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60" name="Google Shape;5360;p8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1" name="Google Shape;5361;p86"/>
          <p:cNvGrpSpPr/>
          <p:nvPr/>
        </p:nvGrpSpPr>
        <p:grpSpPr>
          <a:xfrm>
            <a:off x="3964037" y="1171363"/>
            <a:ext cx="634656" cy="699982"/>
            <a:chOff x="5985650" y="2860025"/>
            <a:chExt cx="1396075" cy="1539775"/>
          </a:xfrm>
        </p:grpSpPr>
        <p:sp>
          <p:nvSpPr>
            <p:cNvPr id="5362" name="Google Shape;5362;p8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86"/>
          <p:cNvGrpSpPr/>
          <p:nvPr/>
        </p:nvGrpSpPr>
        <p:grpSpPr>
          <a:xfrm>
            <a:off x="4719687" y="1171356"/>
            <a:ext cx="725845" cy="699975"/>
            <a:chOff x="4249973" y="1201875"/>
            <a:chExt cx="1958568" cy="1888762"/>
          </a:xfrm>
        </p:grpSpPr>
        <p:sp>
          <p:nvSpPr>
            <p:cNvPr id="5395" name="Google Shape;5395;p8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6" name="Google Shape;5396;p86"/>
            <p:cNvGrpSpPr/>
            <p:nvPr/>
          </p:nvGrpSpPr>
          <p:grpSpPr>
            <a:xfrm>
              <a:off x="5853086" y="1789142"/>
              <a:ext cx="355454" cy="1048099"/>
              <a:chOff x="5576108" y="2016725"/>
              <a:chExt cx="565200" cy="1666560"/>
            </a:xfrm>
          </p:grpSpPr>
          <p:sp>
            <p:nvSpPr>
              <p:cNvPr id="5397" name="Google Shape;5397;p8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98" name="Google Shape;5398;p8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9" name="Google Shape;5399;p86"/>
            <p:cNvGrpSpPr/>
            <p:nvPr/>
          </p:nvGrpSpPr>
          <p:grpSpPr>
            <a:xfrm>
              <a:off x="4869455" y="2691676"/>
              <a:ext cx="1013897" cy="398961"/>
              <a:chOff x="4012057" y="3451825"/>
              <a:chExt cx="1612175" cy="634379"/>
            </a:xfrm>
          </p:grpSpPr>
          <p:sp>
            <p:nvSpPr>
              <p:cNvPr id="5400" name="Google Shape;5400;p8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01" name="Google Shape;5401;p8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2" name="Google Shape;5402;p86"/>
            <p:cNvGrpSpPr/>
            <p:nvPr/>
          </p:nvGrpSpPr>
          <p:grpSpPr>
            <a:xfrm>
              <a:off x="4276937" y="2155961"/>
              <a:ext cx="651965" cy="891358"/>
              <a:chOff x="3069908" y="2599997"/>
              <a:chExt cx="1036675" cy="1417328"/>
            </a:xfrm>
          </p:grpSpPr>
          <p:sp>
            <p:nvSpPr>
              <p:cNvPr id="5403" name="Google Shape;5403;p8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04" name="Google Shape;5404;p8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5" name="Google Shape;5405;p86"/>
            <p:cNvGrpSpPr/>
            <p:nvPr/>
          </p:nvGrpSpPr>
          <p:grpSpPr>
            <a:xfrm>
              <a:off x="5054918" y="1201875"/>
              <a:ext cx="999548" cy="602711"/>
              <a:chOff x="4306958" y="1082925"/>
              <a:chExt cx="1589359" cy="958358"/>
            </a:xfrm>
          </p:grpSpPr>
          <p:sp>
            <p:nvSpPr>
              <p:cNvPr id="5406" name="Google Shape;5406;p8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07" name="Google Shape;5407;p8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8" name="Google Shape;5408;p86"/>
            <p:cNvGrpSpPr/>
            <p:nvPr/>
          </p:nvGrpSpPr>
          <p:grpSpPr>
            <a:xfrm>
              <a:off x="4249973" y="1303451"/>
              <a:ext cx="799317" cy="841334"/>
              <a:chOff x="3027033" y="1244439"/>
              <a:chExt cx="1270977" cy="1337786"/>
            </a:xfrm>
          </p:grpSpPr>
          <p:sp>
            <p:nvSpPr>
              <p:cNvPr id="5409" name="Google Shape;5409;p8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10" name="Google Shape;5410;p8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1" name="Google Shape;5411;p86"/>
          <p:cNvGrpSpPr/>
          <p:nvPr/>
        </p:nvGrpSpPr>
        <p:grpSpPr>
          <a:xfrm>
            <a:off x="4072551" y="2058137"/>
            <a:ext cx="750769" cy="683784"/>
            <a:chOff x="4204684" y="2104422"/>
            <a:chExt cx="699822" cy="637382"/>
          </a:xfrm>
        </p:grpSpPr>
        <p:grpSp>
          <p:nvGrpSpPr>
            <p:cNvPr id="5412" name="Google Shape;5412;p86"/>
            <p:cNvGrpSpPr/>
            <p:nvPr/>
          </p:nvGrpSpPr>
          <p:grpSpPr>
            <a:xfrm>
              <a:off x="4204684" y="2430067"/>
              <a:ext cx="342957" cy="311738"/>
              <a:chOff x="4204684" y="2430067"/>
              <a:chExt cx="342957" cy="311738"/>
            </a:xfrm>
          </p:grpSpPr>
          <p:sp>
            <p:nvSpPr>
              <p:cNvPr id="5413" name="Google Shape;5413;p8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5" name="Google Shape;5415;p86"/>
            <p:cNvGrpSpPr/>
            <p:nvPr/>
          </p:nvGrpSpPr>
          <p:grpSpPr>
            <a:xfrm>
              <a:off x="4561586" y="2430067"/>
              <a:ext cx="342920" cy="311738"/>
              <a:chOff x="4561586" y="2430067"/>
              <a:chExt cx="342920" cy="311738"/>
            </a:xfrm>
          </p:grpSpPr>
          <p:sp>
            <p:nvSpPr>
              <p:cNvPr id="5416" name="Google Shape;5416;p8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86"/>
            <p:cNvGrpSpPr/>
            <p:nvPr/>
          </p:nvGrpSpPr>
          <p:grpSpPr>
            <a:xfrm>
              <a:off x="4561586" y="2104422"/>
              <a:ext cx="342920" cy="311738"/>
              <a:chOff x="4561586" y="2104422"/>
              <a:chExt cx="342920" cy="311738"/>
            </a:xfrm>
          </p:grpSpPr>
          <p:sp>
            <p:nvSpPr>
              <p:cNvPr id="5419" name="Google Shape;5419;p8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86"/>
            <p:cNvGrpSpPr/>
            <p:nvPr/>
          </p:nvGrpSpPr>
          <p:grpSpPr>
            <a:xfrm>
              <a:off x="4204684" y="2104422"/>
              <a:ext cx="342957" cy="311664"/>
              <a:chOff x="4204684" y="2104422"/>
              <a:chExt cx="342957" cy="311664"/>
            </a:xfrm>
          </p:grpSpPr>
          <p:sp>
            <p:nvSpPr>
              <p:cNvPr id="5422" name="Google Shape;5422;p8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24" name="Google Shape;5424;p86"/>
          <p:cNvGrpSpPr/>
          <p:nvPr/>
        </p:nvGrpSpPr>
        <p:grpSpPr>
          <a:xfrm>
            <a:off x="5536984" y="1171351"/>
            <a:ext cx="660591" cy="688867"/>
            <a:chOff x="5830645" y="1267368"/>
            <a:chExt cx="530340" cy="553040"/>
          </a:xfrm>
        </p:grpSpPr>
        <p:sp>
          <p:nvSpPr>
            <p:cNvPr id="5425" name="Google Shape;5425;p8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6" name="Google Shape;5426;p86"/>
            <p:cNvGrpSpPr/>
            <p:nvPr/>
          </p:nvGrpSpPr>
          <p:grpSpPr>
            <a:xfrm>
              <a:off x="5830645" y="1267368"/>
              <a:ext cx="259743" cy="269909"/>
              <a:chOff x="5830645" y="1267368"/>
              <a:chExt cx="259743" cy="269909"/>
            </a:xfrm>
          </p:grpSpPr>
          <p:sp>
            <p:nvSpPr>
              <p:cNvPr id="5427" name="Google Shape;5427;p8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9" name="Google Shape;5429;p86"/>
            <p:cNvGrpSpPr/>
            <p:nvPr/>
          </p:nvGrpSpPr>
          <p:grpSpPr>
            <a:xfrm>
              <a:off x="6101293" y="1267368"/>
              <a:ext cx="259692" cy="269909"/>
              <a:chOff x="6101293" y="1267368"/>
              <a:chExt cx="259692" cy="269909"/>
            </a:xfrm>
          </p:grpSpPr>
          <p:sp>
            <p:nvSpPr>
              <p:cNvPr id="5430" name="Google Shape;5430;p8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2" name="Google Shape;5432;p86"/>
            <p:cNvGrpSpPr/>
            <p:nvPr/>
          </p:nvGrpSpPr>
          <p:grpSpPr>
            <a:xfrm>
              <a:off x="5830645" y="1550500"/>
              <a:ext cx="259692" cy="269909"/>
              <a:chOff x="5830645" y="1550500"/>
              <a:chExt cx="259692" cy="269909"/>
            </a:xfrm>
          </p:grpSpPr>
          <p:sp>
            <p:nvSpPr>
              <p:cNvPr id="5433" name="Google Shape;5433;p8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5" name="Google Shape;5435;p86"/>
            <p:cNvGrpSpPr/>
            <p:nvPr/>
          </p:nvGrpSpPr>
          <p:grpSpPr>
            <a:xfrm>
              <a:off x="6101293" y="1550500"/>
              <a:ext cx="259692" cy="269909"/>
              <a:chOff x="6101293" y="1550500"/>
              <a:chExt cx="259692" cy="269909"/>
            </a:xfrm>
          </p:grpSpPr>
          <p:sp>
            <p:nvSpPr>
              <p:cNvPr id="5436" name="Google Shape;5436;p8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38" name="Google Shape;5438;p86"/>
          <p:cNvGrpSpPr/>
          <p:nvPr/>
        </p:nvGrpSpPr>
        <p:grpSpPr>
          <a:xfrm>
            <a:off x="739138" y="2061810"/>
            <a:ext cx="697154" cy="679574"/>
            <a:chOff x="2679875" y="2361475"/>
            <a:chExt cx="780425" cy="760575"/>
          </a:xfrm>
        </p:grpSpPr>
        <p:sp>
          <p:nvSpPr>
            <p:cNvPr id="5439" name="Google Shape;5439;p8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5" name="Google Shape;5445;p86"/>
          <p:cNvGrpSpPr/>
          <p:nvPr/>
        </p:nvGrpSpPr>
        <p:grpSpPr>
          <a:xfrm>
            <a:off x="3138297" y="1171402"/>
            <a:ext cx="735829" cy="684547"/>
            <a:chOff x="3351965" y="1148808"/>
            <a:chExt cx="750770" cy="698375"/>
          </a:xfrm>
        </p:grpSpPr>
        <p:grpSp>
          <p:nvGrpSpPr>
            <p:cNvPr id="5446" name="Google Shape;5446;p86"/>
            <p:cNvGrpSpPr/>
            <p:nvPr/>
          </p:nvGrpSpPr>
          <p:grpSpPr>
            <a:xfrm>
              <a:off x="3586796" y="1148808"/>
              <a:ext cx="294857" cy="286830"/>
              <a:chOff x="3750225" y="1774000"/>
              <a:chExt cx="149575" cy="145525"/>
            </a:xfrm>
          </p:grpSpPr>
          <p:sp>
            <p:nvSpPr>
              <p:cNvPr id="5447" name="Google Shape;5447;p8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9" name="Google Shape;5449;p86"/>
            <p:cNvGrpSpPr/>
            <p:nvPr/>
          </p:nvGrpSpPr>
          <p:grpSpPr>
            <a:xfrm>
              <a:off x="3779245" y="1375768"/>
              <a:ext cx="323490" cy="286978"/>
              <a:chOff x="3847850" y="1889150"/>
              <a:chExt cx="164100" cy="145600"/>
            </a:xfrm>
          </p:grpSpPr>
          <p:sp>
            <p:nvSpPr>
              <p:cNvPr id="5450" name="Google Shape;5450;p8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2" name="Google Shape;5452;p86"/>
            <p:cNvGrpSpPr/>
            <p:nvPr/>
          </p:nvGrpSpPr>
          <p:grpSpPr>
            <a:xfrm>
              <a:off x="3351965" y="1330435"/>
              <a:ext cx="295449" cy="285401"/>
              <a:chOff x="3631100" y="1866150"/>
              <a:chExt cx="149875" cy="144800"/>
            </a:xfrm>
          </p:grpSpPr>
          <p:sp>
            <p:nvSpPr>
              <p:cNvPr id="5453" name="Google Shape;5453;p8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5" name="Google Shape;5455;p86"/>
            <p:cNvGrpSpPr/>
            <p:nvPr/>
          </p:nvGrpSpPr>
          <p:grpSpPr>
            <a:xfrm>
              <a:off x="3548208" y="1560352"/>
              <a:ext cx="294808" cy="286830"/>
              <a:chOff x="3730650" y="1982800"/>
              <a:chExt cx="149550" cy="145525"/>
            </a:xfrm>
          </p:grpSpPr>
          <p:sp>
            <p:nvSpPr>
              <p:cNvPr id="5456" name="Google Shape;5456;p8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58" name="Google Shape;5458;p86"/>
          <p:cNvGrpSpPr/>
          <p:nvPr/>
        </p:nvGrpSpPr>
        <p:grpSpPr>
          <a:xfrm>
            <a:off x="7639949" y="1171356"/>
            <a:ext cx="804565" cy="677795"/>
            <a:chOff x="7636443" y="1204988"/>
            <a:chExt cx="804565" cy="677795"/>
          </a:xfrm>
        </p:grpSpPr>
        <p:grpSp>
          <p:nvGrpSpPr>
            <p:cNvPr id="5459" name="Google Shape;5459;p86"/>
            <p:cNvGrpSpPr/>
            <p:nvPr/>
          </p:nvGrpSpPr>
          <p:grpSpPr>
            <a:xfrm>
              <a:off x="7636443" y="1509705"/>
              <a:ext cx="804565" cy="373078"/>
              <a:chOff x="7636443" y="1509705"/>
              <a:chExt cx="804565" cy="373078"/>
            </a:xfrm>
          </p:grpSpPr>
          <p:sp>
            <p:nvSpPr>
              <p:cNvPr id="5460" name="Google Shape;5460;p8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2" name="Google Shape;5462;p86"/>
            <p:cNvGrpSpPr/>
            <p:nvPr/>
          </p:nvGrpSpPr>
          <p:grpSpPr>
            <a:xfrm>
              <a:off x="7636443" y="1408133"/>
              <a:ext cx="804565" cy="373078"/>
              <a:chOff x="7636443" y="1408133"/>
              <a:chExt cx="804565" cy="373078"/>
            </a:xfrm>
          </p:grpSpPr>
          <p:sp>
            <p:nvSpPr>
              <p:cNvPr id="5463" name="Google Shape;5463;p8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5" name="Google Shape;5465;p86"/>
            <p:cNvGrpSpPr/>
            <p:nvPr/>
          </p:nvGrpSpPr>
          <p:grpSpPr>
            <a:xfrm>
              <a:off x="7636443" y="1306560"/>
              <a:ext cx="804565" cy="373078"/>
              <a:chOff x="7636443" y="1306560"/>
              <a:chExt cx="804565" cy="373078"/>
            </a:xfrm>
          </p:grpSpPr>
          <p:sp>
            <p:nvSpPr>
              <p:cNvPr id="5466" name="Google Shape;5466;p8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8" name="Google Shape;5468;p86"/>
            <p:cNvGrpSpPr/>
            <p:nvPr/>
          </p:nvGrpSpPr>
          <p:grpSpPr>
            <a:xfrm>
              <a:off x="7636443" y="1204988"/>
              <a:ext cx="804565" cy="373078"/>
              <a:chOff x="7636443" y="1204988"/>
              <a:chExt cx="804565" cy="373078"/>
            </a:xfrm>
          </p:grpSpPr>
          <p:sp>
            <p:nvSpPr>
              <p:cNvPr id="5469" name="Google Shape;5469;p8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1" name="Google Shape;5471;p86"/>
          <p:cNvGrpSpPr/>
          <p:nvPr/>
        </p:nvGrpSpPr>
        <p:grpSpPr>
          <a:xfrm>
            <a:off x="4978796" y="2078771"/>
            <a:ext cx="661339" cy="661188"/>
            <a:chOff x="3990000" y="975400"/>
            <a:chExt cx="3934200" cy="3933300"/>
          </a:xfrm>
        </p:grpSpPr>
        <p:sp>
          <p:nvSpPr>
            <p:cNvPr id="5472" name="Google Shape;5472;p8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6" name="Google Shape;5476;p86"/>
          <p:cNvGrpSpPr/>
          <p:nvPr/>
        </p:nvGrpSpPr>
        <p:grpSpPr>
          <a:xfrm>
            <a:off x="6622444" y="2057409"/>
            <a:ext cx="868881" cy="684241"/>
            <a:chOff x="6598259" y="2078634"/>
            <a:chExt cx="868881" cy="684241"/>
          </a:xfrm>
        </p:grpSpPr>
        <p:sp>
          <p:nvSpPr>
            <p:cNvPr id="5477" name="Google Shape;5477;p8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83" name="Google Shape;5483;p86"/>
            <p:cNvGrpSpPr/>
            <p:nvPr/>
          </p:nvGrpSpPr>
          <p:grpSpPr>
            <a:xfrm>
              <a:off x="6808175" y="2078634"/>
              <a:ext cx="452229" cy="684241"/>
              <a:chOff x="6808175" y="2078634"/>
              <a:chExt cx="452229" cy="684241"/>
            </a:xfrm>
          </p:grpSpPr>
          <p:sp>
            <p:nvSpPr>
              <p:cNvPr id="5484" name="Google Shape;5484;p8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90" name="Google Shape;5490;p86"/>
              <p:cNvGrpSpPr/>
              <p:nvPr/>
            </p:nvGrpSpPr>
            <p:grpSpPr>
              <a:xfrm>
                <a:off x="6821586" y="2078634"/>
                <a:ext cx="426871" cy="684241"/>
                <a:chOff x="6821586" y="2078634"/>
                <a:chExt cx="426871" cy="684241"/>
              </a:xfrm>
            </p:grpSpPr>
            <p:grpSp>
              <p:nvGrpSpPr>
                <p:cNvPr id="5491" name="Google Shape;5491;p86"/>
                <p:cNvGrpSpPr/>
                <p:nvPr/>
              </p:nvGrpSpPr>
              <p:grpSpPr>
                <a:xfrm>
                  <a:off x="6821586" y="2078634"/>
                  <a:ext cx="426871" cy="684241"/>
                  <a:chOff x="6821586" y="2078634"/>
                  <a:chExt cx="426871" cy="684241"/>
                </a:xfrm>
              </p:grpSpPr>
              <p:sp>
                <p:nvSpPr>
                  <p:cNvPr id="5492" name="Google Shape;5492;p8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1" name="Google Shape;5511;p8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517" name="Google Shape;5517;p86"/>
          <p:cNvGrpSpPr/>
          <p:nvPr/>
        </p:nvGrpSpPr>
        <p:grpSpPr>
          <a:xfrm>
            <a:off x="5795610" y="2063018"/>
            <a:ext cx="671358" cy="671358"/>
            <a:chOff x="6535625" y="760425"/>
            <a:chExt cx="1665900" cy="1665900"/>
          </a:xfrm>
        </p:grpSpPr>
        <p:sp>
          <p:nvSpPr>
            <p:cNvPr id="5518" name="Google Shape;5518;p86"/>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6"/>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6"/>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6"/>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2" name="Google Shape;5522;p86"/>
          <p:cNvGrpSpPr/>
          <p:nvPr/>
        </p:nvGrpSpPr>
        <p:grpSpPr>
          <a:xfrm>
            <a:off x="732427" y="3731418"/>
            <a:ext cx="1340789" cy="640830"/>
            <a:chOff x="238125" y="1151100"/>
            <a:chExt cx="7139450" cy="3412300"/>
          </a:xfrm>
        </p:grpSpPr>
        <p:sp>
          <p:nvSpPr>
            <p:cNvPr id="5523" name="Google Shape;5523;p8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5" name="Google Shape;5535;p86"/>
          <p:cNvGrpSpPr/>
          <p:nvPr/>
        </p:nvGrpSpPr>
        <p:grpSpPr>
          <a:xfrm>
            <a:off x="5599650" y="2934699"/>
            <a:ext cx="985357" cy="585764"/>
            <a:chOff x="5145061" y="2881789"/>
            <a:chExt cx="1107641" cy="658458"/>
          </a:xfrm>
        </p:grpSpPr>
        <p:grpSp>
          <p:nvGrpSpPr>
            <p:cNvPr id="5536" name="Google Shape;5536;p86"/>
            <p:cNvGrpSpPr/>
            <p:nvPr/>
          </p:nvGrpSpPr>
          <p:grpSpPr>
            <a:xfrm>
              <a:off x="5722989" y="3244587"/>
              <a:ext cx="529713" cy="295659"/>
              <a:chOff x="5722989" y="3244587"/>
              <a:chExt cx="529713" cy="295659"/>
            </a:xfrm>
          </p:grpSpPr>
          <p:sp>
            <p:nvSpPr>
              <p:cNvPr id="5537" name="Google Shape;5537;p8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38" name="Google Shape;5538;p8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39" name="Google Shape;5539;p86"/>
            <p:cNvGrpSpPr/>
            <p:nvPr/>
          </p:nvGrpSpPr>
          <p:grpSpPr>
            <a:xfrm>
              <a:off x="5145061" y="3244587"/>
              <a:ext cx="536807" cy="295659"/>
              <a:chOff x="5145061" y="3244587"/>
              <a:chExt cx="536807" cy="295659"/>
            </a:xfrm>
          </p:grpSpPr>
          <p:sp>
            <p:nvSpPr>
              <p:cNvPr id="5540" name="Google Shape;5540;p8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41" name="Google Shape;5541;p8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42" name="Google Shape;5542;p86"/>
            <p:cNvGrpSpPr/>
            <p:nvPr/>
          </p:nvGrpSpPr>
          <p:grpSpPr>
            <a:xfrm>
              <a:off x="5341327" y="2898245"/>
              <a:ext cx="532309" cy="614891"/>
              <a:chOff x="5341327" y="2898245"/>
              <a:chExt cx="532309" cy="614891"/>
            </a:xfrm>
          </p:grpSpPr>
          <p:sp>
            <p:nvSpPr>
              <p:cNvPr id="5543" name="Google Shape;5543;p8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44" name="Google Shape;5544;p8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45" name="Google Shape;5545;p86"/>
            <p:cNvGrpSpPr/>
            <p:nvPr/>
          </p:nvGrpSpPr>
          <p:grpSpPr>
            <a:xfrm>
              <a:off x="5532290" y="2881789"/>
              <a:ext cx="620516" cy="305456"/>
              <a:chOff x="5532290" y="2881789"/>
              <a:chExt cx="620516" cy="305456"/>
            </a:xfrm>
          </p:grpSpPr>
          <p:sp>
            <p:nvSpPr>
              <p:cNvPr id="5546" name="Google Shape;5546;p8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47" name="Google Shape;5547;p8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548" name="Google Shape;5548;p86"/>
          <p:cNvGrpSpPr/>
          <p:nvPr/>
        </p:nvGrpSpPr>
        <p:grpSpPr>
          <a:xfrm>
            <a:off x="8178573" y="3726757"/>
            <a:ext cx="269068" cy="645491"/>
            <a:chOff x="7026852" y="3311869"/>
            <a:chExt cx="434331" cy="1041954"/>
          </a:xfrm>
        </p:grpSpPr>
        <p:sp>
          <p:nvSpPr>
            <p:cNvPr id="5549" name="Google Shape;5549;p8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86"/>
          <p:cNvGrpSpPr/>
          <p:nvPr/>
        </p:nvGrpSpPr>
        <p:grpSpPr>
          <a:xfrm>
            <a:off x="6195154" y="3765995"/>
            <a:ext cx="293882" cy="293836"/>
            <a:chOff x="4873519" y="3311869"/>
            <a:chExt cx="499374" cy="499296"/>
          </a:xfrm>
        </p:grpSpPr>
        <p:sp>
          <p:nvSpPr>
            <p:cNvPr id="5553" name="Google Shape;5553;p8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86"/>
          <p:cNvGrpSpPr/>
          <p:nvPr/>
        </p:nvGrpSpPr>
        <p:grpSpPr>
          <a:xfrm>
            <a:off x="6195154" y="4078366"/>
            <a:ext cx="293882" cy="293882"/>
            <a:chOff x="4873519" y="3875839"/>
            <a:chExt cx="499374" cy="499374"/>
          </a:xfrm>
        </p:grpSpPr>
        <p:sp>
          <p:nvSpPr>
            <p:cNvPr id="5556" name="Google Shape;5556;p8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8" name="Google Shape;5558;p86"/>
          <p:cNvGrpSpPr/>
          <p:nvPr/>
        </p:nvGrpSpPr>
        <p:grpSpPr>
          <a:xfrm>
            <a:off x="2425681" y="2050319"/>
            <a:ext cx="698104" cy="698208"/>
            <a:chOff x="2565073" y="2075876"/>
            <a:chExt cx="672482" cy="672518"/>
          </a:xfrm>
        </p:grpSpPr>
        <p:sp>
          <p:nvSpPr>
            <p:cNvPr id="5559" name="Google Shape;5559;p8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5" name="Google Shape;5565;p86"/>
          <p:cNvGrpSpPr/>
          <p:nvPr/>
        </p:nvGrpSpPr>
        <p:grpSpPr>
          <a:xfrm>
            <a:off x="5649092" y="3734919"/>
            <a:ext cx="438354" cy="637329"/>
            <a:chOff x="1697726" y="3244179"/>
            <a:chExt cx="788124" cy="1146069"/>
          </a:xfrm>
        </p:grpSpPr>
        <p:sp>
          <p:nvSpPr>
            <p:cNvPr id="5566" name="Google Shape;5566;p8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8" name="Google Shape;5568;p86"/>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9" name="Google Shape;5569;p86"/>
          <p:cNvGrpSpPr/>
          <p:nvPr/>
        </p:nvGrpSpPr>
        <p:grpSpPr>
          <a:xfrm>
            <a:off x="7650306" y="2063282"/>
            <a:ext cx="799565" cy="670282"/>
            <a:chOff x="7617850" y="2063282"/>
            <a:chExt cx="799565" cy="670282"/>
          </a:xfrm>
        </p:grpSpPr>
        <p:cxnSp>
          <p:nvCxnSpPr>
            <p:cNvPr id="5570" name="Google Shape;5570;p8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71" name="Google Shape;5571;p8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72" name="Google Shape;5572;p8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73" name="Google Shape;5573;p8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74" name="Google Shape;5574;p8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575" name="Google Shape;5575;p8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576" name="Google Shape;5576;p86"/>
            <p:cNvGrpSpPr/>
            <p:nvPr/>
          </p:nvGrpSpPr>
          <p:grpSpPr>
            <a:xfrm>
              <a:off x="7734309" y="2063282"/>
              <a:ext cx="570957" cy="620095"/>
              <a:chOff x="7734309" y="2063282"/>
              <a:chExt cx="570957" cy="620095"/>
            </a:xfrm>
          </p:grpSpPr>
          <p:grpSp>
            <p:nvGrpSpPr>
              <p:cNvPr id="5577" name="Google Shape;5577;p86"/>
              <p:cNvGrpSpPr/>
              <p:nvPr/>
            </p:nvGrpSpPr>
            <p:grpSpPr>
              <a:xfrm>
                <a:off x="8031573" y="2063282"/>
                <a:ext cx="273693" cy="620095"/>
                <a:chOff x="8031573" y="2063282"/>
                <a:chExt cx="273693" cy="620095"/>
              </a:xfrm>
            </p:grpSpPr>
            <p:sp>
              <p:nvSpPr>
                <p:cNvPr id="5578" name="Google Shape;5578;p8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86"/>
              <p:cNvGrpSpPr/>
              <p:nvPr/>
            </p:nvGrpSpPr>
            <p:grpSpPr>
              <a:xfrm flipH="1">
                <a:off x="7734309" y="2063282"/>
                <a:ext cx="273693" cy="620095"/>
                <a:chOff x="8031573" y="2063282"/>
                <a:chExt cx="273693" cy="620095"/>
              </a:xfrm>
            </p:grpSpPr>
            <p:sp>
              <p:nvSpPr>
                <p:cNvPr id="5583" name="Google Shape;5583;p8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587" name="Google Shape;5587;p86"/>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6"/>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9" name="Google Shape;5589;p86"/>
          <p:cNvGrpSpPr/>
          <p:nvPr/>
        </p:nvGrpSpPr>
        <p:grpSpPr>
          <a:xfrm>
            <a:off x="7836913" y="2916765"/>
            <a:ext cx="602567" cy="601884"/>
            <a:chOff x="1186975" y="238125"/>
            <a:chExt cx="5244275" cy="5238325"/>
          </a:xfrm>
        </p:grpSpPr>
        <p:sp>
          <p:nvSpPr>
            <p:cNvPr id="5590" name="Google Shape;5590;p8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4" name="Google Shape;5594;p86"/>
          <p:cNvGrpSpPr/>
          <p:nvPr/>
        </p:nvGrpSpPr>
        <p:grpSpPr>
          <a:xfrm>
            <a:off x="3279650" y="2056249"/>
            <a:ext cx="651848" cy="687338"/>
            <a:chOff x="3400515" y="2056248"/>
            <a:chExt cx="698134" cy="735987"/>
          </a:xfrm>
        </p:grpSpPr>
        <p:grpSp>
          <p:nvGrpSpPr>
            <p:cNvPr id="5595" name="Google Shape;5595;p86"/>
            <p:cNvGrpSpPr/>
            <p:nvPr/>
          </p:nvGrpSpPr>
          <p:grpSpPr>
            <a:xfrm>
              <a:off x="3400515" y="2283913"/>
              <a:ext cx="312919" cy="219900"/>
              <a:chOff x="3400515" y="2283913"/>
              <a:chExt cx="312919" cy="219900"/>
            </a:xfrm>
          </p:grpSpPr>
          <p:sp>
            <p:nvSpPr>
              <p:cNvPr id="5596" name="Google Shape;5596;p8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97" name="Google Shape;5597;p8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598" name="Google Shape;5598;p86"/>
            <p:cNvGrpSpPr/>
            <p:nvPr/>
          </p:nvGrpSpPr>
          <p:grpSpPr>
            <a:xfrm>
              <a:off x="3547823" y="2461089"/>
              <a:ext cx="219900" cy="331146"/>
              <a:chOff x="3547823" y="2461089"/>
              <a:chExt cx="219900" cy="331146"/>
            </a:xfrm>
          </p:grpSpPr>
          <p:sp>
            <p:nvSpPr>
              <p:cNvPr id="5599" name="Google Shape;5599;p8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00" name="Google Shape;5600;p8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601" name="Google Shape;5601;p86"/>
            <p:cNvGrpSpPr/>
            <p:nvPr/>
          </p:nvGrpSpPr>
          <p:grpSpPr>
            <a:xfrm>
              <a:off x="3734138" y="2461089"/>
              <a:ext cx="219900" cy="331146"/>
              <a:chOff x="3734138" y="2461089"/>
              <a:chExt cx="219900" cy="331146"/>
            </a:xfrm>
          </p:grpSpPr>
          <p:sp>
            <p:nvSpPr>
              <p:cNvPr id="5602" name="Google Shape;5602;p8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03" name="Google Shape;5603;p8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604" name="Google Shape;5604;p86"/>
            <p:cNvGrpSpPr/>
            <p:nvPr/>
          </p:nvGrpSpPr>
          <p:grpSpPr>
            <a:xfrm>
              <a:off x="3787560" y="2281742"/>
              <a:ext cx="311089" cy="219900"/>
              <a:chOff x="3787560" y="2281742"/>
              <a:chExt cx="311089" cy="219900"/>
            </a:xfrm>
          </p:grpSpPr>
          <p:sp>
            <p:nvSpPr>
              <p:cNvPr id="5605" name="Google Shape;5605;p8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06" name="Google Shape;5606;p8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607" name="Google Shape;5607;p86"/>
            <p:cNvGrpSpPr/>
            <p:nvPr/>
          </p:nvGrpSpPr>
          <p:grpSpPr>
            <a:xfrm>
              <a:off x="3637290" y="2056248"/>
              <a:ext cx="219900" cy="330736"/>
              <a:chOff x="3637290" y="2056248"/>
              <a:chExt cx="219900" cy="330736"/>
            </a:xfrm>
          </p:grpSpPr>
          <p:sp>
            <p:nvSpPr>
              <p:cNvPr id="5608" name="Google Shape;5608;p8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609" name="Google Shape;5609;p8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610" name="Google Shape;5610;p86"/>
          <p:cNvGrpSpPr/>
          <p:nvPr/>
        </p:nvGrpSpPr>
        <p:grpSpPr>
          <a:xfrm>
            <a:off x="2571356" y="2926255"/>
            <a:ext cx="1268144" cy="592394"/>
            <a:chOff x="238125" y="1188750"/>
            <a:chExt cx="7140450" cy="3335550"/>
          </a:xfrm>
        </p:grpSpPr>
        <p:sp>
          <p:nvSpPr>
            <p:cNvPr id="5611" name="Google Shape;5611;p8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86"/>
          <p:cNvGrpSpPr/>
          <p:nvPr/>
        </p:nvGrpSpPr>
        <p:grpSpPr>
          <a:xfrm>
            <a:off x="6679257" y="2928410"/>
            <a:ext cx="1053944" cy="590147"/>
            <a:chOff x="238125" y="1335475"/>
            <a:chExt cx="5418735" cy="3034175"/>
          </a:xfrm>
        </p:grpSpPr>
        <p:sp>
          <p:nvSpPr>
            <p:cNvPr id="5617" name="Google Shape;5617;p8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0" name="Google Shape;5620;p86"/>
          <p:cNvGrpSpPr/>
          <p:nvPr/>
        </p:nvGrpSpPr>
        <p:grpSpPr>
          <a:xfrm>
            <a:off x="4110066" y="3733309"/>
            <a:ext cx="1268207" cy="638939"/>
            <a:chOff x="3967651" y="3645904"/>
            <a:chExt cx="1479304" cy="745292"/>
          </a:xfrm>
        </p:grpSpPr>
        <p:grpSp>
          <p:nvGrpSpPr>
            <p:cNvPr id="5621" name="Google Shape;5621;p86"/>
            <p:cNvGrpSpPr/>
            <p:nvPr/>
          </p:nvGrpSpPr>
          <p:grpSpPr>
            <a:xfrm>
              <a:off x="3967651" y="4009026"/>
              <a:ext cx="1479304" cy="382170"/>
              <a:chOff x="3967651" y="4009026"/>
              <a:chExt cx="1479304" cy="382170"/>
            </a:xfrm>
          </p:grpSpPr>
          <p:grpSp>
            <p:nvGrpSpPr>
              <p:cNvPr id="5622" name="Google Shape;5622;p86"/>
              <p:cNvGrpSpPr/>
              <p:nvPr/>
            </p:nvGrpSpPr>
            <p:grpSpPr>
              <a:xfrm>
                <a:off x="4892216" y="4195630"/>
                <a:ext cx="554739" cy="195566"/>
                <a:chOff x="3604375" y="4892160"/>
                <a:chExt cx="1651500" cy="582215"/>
              </a:xfrm>
            </p:grpSpPr>
            <p:sp>
              <p:nvSpPr>
                <p:cNvPr id="5623" name="Google Shape;5623;p8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86"/>
              <p:cNvGrpSpPr/>
              <p:nvPr/>
            </p:nvGrpSpPr>
            <p:grpSpPr>
              <a:xfrm>
                <a:off x="3967651" y="4146303"/>
                <a:ext cx="579402" cy="244893"/>
                <a:chOff x="851875" y="4745310"/>
                <a:chExt cx="1724925" cy="729065"/>
              </a:xfrm>
            </p:grpSpPr>
            <p:sp>
              <p:nvSpPr>
                <p:cNvPr id="5626" name="Google Shape;5626;p8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86"/>
              <p:cNvGrpSpPr/>
              <p:nvPr/>
            </p:nvGrpSpPr>
            <p:grpSpPr>
              <a:xfrm>
                <a:off x="4460753" y="4009026"/>
                <a:ext cx="493110" cy="382170"/>
                <a:chOff x="2319875" y="4336625"/>
                <a:chExt cx="1468025" cy="1137750"/>
              </a:xfrm>
            </p:grpSpPr>
            <p:sp>
              <p:nvSpPr>
                <p:cNvPr id="5629" name="Google Shape;5629;p8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31" name="Google Shape;5631;p86"/>
            <p:cNvGrpSpPr/>
            <p:nvPr/>
          </p:nvGrpSpPr>
          <p:grpSpPr>
            <a:xfrm>
              <a:off x="4479443" y="3645904"/>
              <a:ext cx="455965" cy="388789"/>
              <a:chOff x="2957425" y="238100"/>
              <a:chExt cx="1910200" cy="1628775"/>
            </a:xfrm>
          </p:grpSpPr>
          <p:sp>
            <p:nvSpPr>
              <p:cNvPr id="5632" name="Google Shape;5632;p8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2" name="Google Shape;5642;p86"/>
          <p:cNvGrpSpPr/>
          <p:nvPr/>
        </p:nvGrpSpPr>
        <p:grpSpPr>
          <a:xfrm>
            <a:off x="2496179" y="3734510"/>
            <a:ext cx="1243128" cy="637739"/>
            <a:chOff x="2496310" y="3693351"/>
            <a:chExt cx="1342906" cy="688926"/>
          </a:xfrm>
        </p:grpSpPr>
        <p:grpSp>
          <p:nvGrpSpPr>
            <p:cNvPr id="5643" name="Google Shape;5643;p86"/>
            <p:cNvGrpSpPr/>
            <p:nvPr/>
          </p:nvGrpSpPr>
          <p:grpSpPr>
            <a:xfrm>
              <a:off x="2496310" y="3693351"/>
              <a:ext cx="1342906" cy="688875"/>
              <a:chOff x="2496310" y="3693351"/>
              <a:chExt cx="1342906" cy="688875"/>
            </a:xfrm>
          </p:grpSpPr>
          <p:sp>
            <p:nvSpPr>
              <p:cNvPr id="5644" name="Google Shape;5644;p8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50" name="Google Shape;5650;p86"/>
              <p:cNvCxnSpPr>
                <a:stCxn id="5648"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651" name="Google Shape;5651;p86"/>
              <p:cNvCxnSpPr>
                <a:stCxn id="5645"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652" name="Google Shape;5652;p86"/>
              <p:cNvCxnSpPr>
                <a:stCxn id="5646"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53" name="Google Shape;5653;p86"/>
              <p:cNvCxnSpPr>
                <a:stCxn id="5649"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54" name="Google Shape;5654;p86"/>
              <p:cNvCxnSpPr>
                <a:stCxn id="5647"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655" name="Google Shape;5655;p86"/>
            <p:cNvGrpSpPr/>
            <p:nvPr/>
          </p:nvGrpSpPr>
          <p:grpSpPr>
            <a:xfrm>
              <a:off x="2675275" y="3930557"/>
              <a:ext cx="1003306" cy="451719"/>
              <a:chOff x="2675275" y="4174282"/>
              <a:chExt cx="1003306" cy="451719"/>
            </a:xfrm>
          </p:grpSpPr>
          <p:sp>
            <p:nvSpPr>
              <p:cNvPr id="5656" name="Google Shape;5656;p8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9" name="Google Shape;5659;p86"/>
          <p:cNvGrpSpPr/>
          <p:nvPr/>
        </p:nvGrpSpPr>
        <p:grpSpPr>
          <a:xfrm>
            <a:off x="1669850" y="1171356"/>
            <a:ext cx="574511" cy="874709"/>
            <a:chOff x="1715404" y="1112080"/>
            <a:chExt cx="642270" cy="977984"/>
          </a:xfrm>
        </p:grpSpPr>
        <p:grpSp>
          <p:nvGrpSpPr>
            <p:cNvPr id="5660" name="Google Shape;5660;p86"/>
            <p:cNvGrpSpPr/>
            <p:nvPr/>
          </p:nvGrpSpPr>
          <p:grpSpPr>
            <a:xfrm>
              <a:off x="1715404" y="1112080"/>
              <a:ext cx="642270" cy="977984"/>
              <a:chOff x="1715404" y="1112080"/>
              <a:chExt cx="642270" cy="977984"/>
            </a:xfrm>
          </p:grpSpPr>
          <p:sp>
            <p:nvSpPr>
              <p:cNvPr id="5661" name="Google Shape;5661;p8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3" name="Google Shape;5663;p86"/>
            <p:cNvGrpSpPr/>
            <p:nvPr/>
          </p:nvGrpSpPr>
          <p:grpSpPr>
            <a:xfrm>
              <a:off x="1768927" y="1165603"/>
              <a:ext cx="535225" cy="851367"/>
              <a:chOff x="1768927" y="1165603"/>
              <a:chExt cx="535225" cy="851367"/>
            </a:xfrm>
          </p:grpSpPr>
          <p:sp>
            <p:nvSpPr>
              <p:cNvPr id="5664" name="Google Shape;5664;p8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86"/>
            <p:cNvGrpSpPr/>
            <p:nvPr/>
          </p:nvGrpSpPr>
          <p:grpSpPr>
            <a:xfrm>
              <a:off x="1822449" y="1219125"/>
              <a:ext cx="428180" cy="718859"/>
              <a:chOff x="1822449" y="1219125"/>
              <a:chExt cx="428180" cy="718859"/>
            </a:xfrm>
          </p:grpSpPr>
          <p:sp>
            <p:nvSpPr>
              <p:cNvPr id="5667" name="Google Shape;5667;p8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9" name="Google Shape;5669;p86"/>
            <p:cNvGrpSpPr/>
            <p:nvPr/>
          </p:nvGrpSpPr>
          <p:grpSpPr>
            <a:xfrm>
              <a:off x="1875972" y="1272648"/>
              <a:ext cx="321135" cy="586939"/>
              <a:chOff x="1875972" y="1272648"/>
              <a:chExt cx="321135" cy="586939"/>
            </a:xfrm>
          </p:grpSpPr>
          <p:sp>
            <p:nvSpPr>
              <p:cNvPr id="5670" name="Google Shape;5670;p8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2" name="Google Shape;5672;p86"/>
          <p:cNvGrpSpPr/>
          <p:nvPr/>
        </p:nvGrpSpPr>
        <p:grpSpPr>
          <a:xfrm>
            <a:off x="7777011" y="3728078"/>
            <a:ext cx="293855" cy="644170"/>
            <a:chOff x="241025" y="3151575"/>
            <a:chExt cx="293855" cy="644170"/>
          </a:xfrm>
        </p:grpSpPr>
        <p:sp>
          <p:nvSpPr>
            <p:cNvPr id="5673" name="Google Shape;5673;p8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5" name="Google Shape;5675;p86"/>
          <p:cNvGrpSpPr/>
          <p:nvPr/>
        </p:nvGrpSpPr>
        <p:grpSpPr>
          <a:xfrm>
            <a:off x="724994" y="2928078"/>
            <a:ext cx="1779649" cy="591620"/>
            <a:chOff x="246070" y="1983375"/>
            <a:chExt cx="1855347" cy="616849"/>
          </a:xfrm>
        </p:grpSpPr>
        <p:sp>
          <p:nvSpPr>
            <p:cNvPr id="5676" name="Google Shape;5676;p8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86"/>
          <p:cNvGrpSpPr/>
          <p:nvPr/>
        </p:nvGrpSpPr>
        <p:grpSpPr>
          <a:xfrm>
            <a:off x="2335861" y="1171356"/>
            <a:ext cx="711055" cy="745993"/>
            <a:chOff x="2496269" y="1171698"/>
            <a:chExt cx="761953" cy="799392"/>
          </a:xfrm>
        </p:grpSpPr>
        <p:grpSp>
          <p:nvGrpSpPr>
            <p:cNvPr id="5686" name="Google Shape;5686;p86"/>
            <p:cNvGrpSpPr/>
            <p:nvPr/>
          </p:nvGrpSpPr>
          <p:grpSpPr>
            <a:xfrm>
              <a:off x="2496269" y="1171698"/>
              <a:ext cx="761953" cy="723022"/>
              <a:chOff x="2496269" y="1171698"/>
              <a:chExt cx="761953" cy="723022"/>
            </a:xfrm>
          </p:grpSpPr>
          <p:sp>
            <p:nvSpPr>
              <p:cNvPr id="5687" name="Google Shape;5687;p8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9" name="Google Shape;5689;p86"/>
              <p:cNvGrpSpPr/>
              <p:nvPr/>
            </p:nvGrpSpPr>
            <p:grpSpPr>
              <a:xfrm>
                <a:off x="2496269" y="1171698"/>
                <a:ext cx="761953" cy="723022"/>
                <a:chOff x="2496269" y="1120652"/>
                <a:chExt cx="761953" cy="723022"/>
              </a:xfrm>
            </p:grpSpPr>
            <p:grpSp>
              <p:nvGrpSpPr>
                <p:cNvPr id="5690" name="Google Shape;5690;p86"/>
                <p:cNvGrpSpPr/>
                <p:nvPr/>
              </p:nvGrpSpPr>
              <p:grpSpPr>
                <a:xfrm>
                  <a:off x="2496269" y="1120652"/>
                  <a:ext cx="761953" cy="723022"/>
                  <a:chOff x="2496269" y="1120652"/>
                  <a:chExt cx="761953" cy="723022"/>
                </a:xfrm>
              </p:grpSpPr>
              <p:grpSp>
                <p:nvGrpSpPr>
                  <p:cNvPr id="5691" name="Google Shape;5691;p86"/>
                  <p:cNvGrpSpPr/>
                  <p:nvPr/>
                </p:nvGrpSpPr>
                <p:grpSpPr>
                  <a:xfrm>
                    <a:off x="2496269" y="1304589"/>
                    <a:ext cx="407089" cy="305057"/>
                    <a:chOff x="2496269" y="1304589"/>
                    <a:chExt cx="407089" cy="305057"/>
                  </a:xfrm>
                </p:grpSpPr>
                <p:sp>
                  <p:nvSpPr>
                    <p:cNvPr id="5692" name="Google Shape;5692;p8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86"/>
                  <p:cNvGrpSpPr/>
                  <p:nvPr/>
                </p:nvGrpSpPr>
                <p:grpSpPr>
                  <a:xfrm>
                    <a:off x="2586468" y="1493376"/>
                    <a:ext cx="358850" cy="349656"/>
                    <a:chOff x="2586468" y="1493376"/>
                    <a:chExt cx="358850" cy="349656"/>
                  </a:xfrm>
                </p:grpSpPr>
                <p:sp>
                  <p:nvSpPr>
                    <p:cNvPr id="5695" name="Google Shape;5695;p8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86"/>
                  <p:cNvGrpSpPr/>
                  <p:nvPr/>
                </p:nvGrpSpPr>
                <p:grpSpPr>
                  <a:xfrm>
                    <a:off x="2807939" y="1494024"/>
                    <a:ext cx="358857" cy="349650"/>
                    <a:chOff x="2807939" y="1494024"/>
                    <a:chExt cx="358857" cy="349650"/>
                  </a:xfrm>
                </p:grpSpPr>
                <p:sp>
                  <p:nvSpPr>
                    <p:cNvPr id="5698" name="Google Shape;5698;p8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86"/>
                  <p:cNvGrpSpPr/>
                  <p:nvPr/>
                </p:nvGrpSpPr>
                <p:grpSpPr>
                  <a:xfrm>
                    <a:off x="2851133" y="1305635"/>
                    <a:ext cx="407089" cy="305057"/>
                    <a:chOff x="2851133" y="1305635"/>
                    <a:chExt cx="407089" cy="305057"/>
                  </a:xfrm>
                </p:grpSpPr>
                <p:sp>
                  <p:nvSpPr>
                    <p:cNvPr id="5701" name="Google Shape;5701;p8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3" name="Google Shape;5703;p86"/>
                  <p:cNvGrpSpPr/>
                  <p:nvPr/>
                </p:nvGrpSpPr>
                <p:grpSpPr>
                  <a:xfrm>
                    <a:off x="2727495" y="1120652"/>
                    <a:ext cx="300271" cy="396358"/>
                    <a:chOff x="2727495" y="1120652"/>
                    <a:chExt cx="300271" cy="396358"/>
                  </a:xfrm>
                </p:grpSpPr>
                <p:sp>
                  <p:nvSpPr>
                    <p:cNvPr id="5704" name="Google Shape;5704;p8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6" name="Google Shape;5706;p86"/>
                <p:cNvGrpSpPr/>
                <p:nvPr/>
              </p:nvGrpSpPr>
              <p:grpSpPr>
                <a:xfrm>
                  <a:off x="2722305" y="1350460"/>
                  <a:ext cx="308357" cy="308344"/>
                  <a:chOff x="2722305" y="1350460"/>
                  <a:chExt cx="308357" cy="308344"/>
                </a:xfrm>
              </p:grpSpPr>
              <p:sp>
                <p:nvSpPr>
                  <p:cNvPr id="5707" name="Google Shape;5707;p8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86"/>
                  <p:cNvGrpSpPr/>
                  <p:nvPr/>
                </p:nvGrpSpPr>
                <p:grpSpPr>
                  <a:xfrm>
                    <a:off x="2725064" y="1364529"/>
                    <a:ext cx="297954" cy="280182"/>
                    <a:chOff x="2725064" y="1364529"/>
                    <a:chExt cx="297954" cy="280182"/>
                  </a:xfrm>
                </p:grpSpPr>
                <p:sp>
                  <p:nvSpPr>
                    <p:cNvPr id="5709" name="Google Shape;5709;p8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14" name="Google Shape;5714;p8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9" name="Google Shape;5719;p86"/>
          <p:cNvGrpSpPr/>
          <p:nvPr/>
        </p:nvGrpSpPr>
        <p:grpSpPr>
          <a:xfrm>
            <a:off x="3924561" y="2927462"/>
            <a:ext cx="1569144" cy="591015"/>
            <a:chOff x="3820100" y="3023049"/>
            <a:chExt cx="1303926" cy="491162"/>
          </a:xfrm>
        </p:grpSpPr>
        <p:grpSp>
          <p:nvGrpSpPr>
            <p:cNvPr id="5720" name="Google Shape;5720;p86"/>
            <p:cNvGrpSpPr/>
            <p:nvPr/>
          </p:nvGrpSpPr>
          <p:grpSpPr>
            <a:xfrm>
              <a:off x="3820100" y="3023072"/>
              <a:ext cx="1303926" cy="491139"/>
              <a:chOff x="3820100" y="3023072"/>
              <a:chExt cx="1303926" cy="491139"/>
            </a:xfrm>
          </p:grpSpPr>
          <p:sp>
            <p:nvSpPr>
              <p:cNvPr id="5721" name="Google Shape;5721;p8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3" name="Google Shape;5723;p86"/>
            <p:cNvGrpSpPr/>
            <p:nvPr/>
          </p:nvGrpSpPr>
          <p:grpSpPr>
            <a:xfrm>
              <a:off x="4132439" y="3023645"/>
              <a:ext cx="393633" cy="177096"/>
              <a:chOff x="4132439" y="3023645"/>
              <a:chExt cx="393633" cy="177096"/>
            </a:xfrm>
          </p:grpSpPr>
          <p:sp>
            <p:nvSpPr>
              <p:cNvPr id="5724" name="Google Shape;5724;p8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6" name="Google Shape;5726;p86"/>
            <p:cNvGrpSpPr/>
            <p:nvPr/>
          </p:nvGrpSpPr>
          <p:grpSpPr>
            <a:xfrm>
              <a:off x="3921811" y="3023049"/>
              <a:ext cx="1002397" cy="388943"/>
              <a:chOff x="3921811" y="3023049"/>
              <a:chExt cx="1002397" cy="388943"/>
            </a:xfrm>
          </p:grpSpPr>
          <p:sp>
            <p:nvSpPr>
              <p:cNvPr id="5727" name="Google Shape;5727;p8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9" name="Google Shape;5729;p86"/>
            <p:cNvGrpSpPr/>
            <p:nvPr/>
          </p:nvGrpSpPr>
          <p:grpSpPr>
            <a:xfrm>
              <a:off x="4023645" y="3023049"/>
              <a:ext cx="683032" cy="286722"/>
              <a:chOff x="4023645" y="3023049"/>
              <a:chExt cx="683032" cy="286722"/>
            </a:xfrm>
          </p:grpSpPr>
          <p:sp>
            <p:nvSpPr>
              <p:cNvPr id="5730" name="Google Shape;5730;p8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2" name="Google Shape;5732;p86"/>
          <p:cNvGrpSpPr/>
          <p:nvPr/>
        </p:nvGrpSpPr>
        <p:grpSpPr>
          <a:xfrm>
            <a:off x="1556683" y="2054307"/>
            <a:ext cx="713522" cy="688025"/>
            <a:chOff x="1706078" y="2092648"/>
            <a:chExt cx="660913" cy="637296"/>
          </a:xfrm>
        </p:grpSpPr>
        <p:sp>
          <p:nvSpPr>
            <p:cNvPr id="5733" name="Google Shape;5733;p8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4" name="Google Shape;5734;p86"/>
            <p:cNvGrpSpPr/>
            <p:nvPr/>
          </p:nvGrpSpPr>
          <p:grpSpPr>
            <a:xfrm>
              <a:off x="1706078" y="2092648"/>
              <a:ext cx="660913" cy="575241"/>
              <a:chOff x="1706078" y="2092648"/>
              <a:chExt cx="660913" cy="575241"/>
            </a:xfrm>
          </p:grpSpPr>
          <p:sp>
            <p:nvSpPr>
              <p:cNvPr id="5735" name="Google Shape;5735;p8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8" name="Google Shape;5738;p86"/>
          <p:cNvGrpSpPr/>
          <p:nvPr/>
        </p:nvGrpSpPr>
        <p:grpSpPr>
          <a:xfrm>
            <a:off x="6318542" y="1171856"/>
            <a:ext cx="1317459" cy="684168"/>
            <a:chOff x="238125" y="999450"/>
            <a:chExt cx="7140700" cy="3708225"/>
          </a:xfrm>
        </p:grpSpPr>
        <p:sp>
          <p:nvSpPr>
            <p:cNvPr id="5739" name="Google Shape;5739;p8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5751"/>
        <p:cNvGrpSpPr/>
        <p:nvPr/>
      </p:nvGrpSpPr>
      <p:grpSpPr>
        <a:xfrm>
          <a:off x="0" y="0"/>
          <a:ext cx="0" cy="0"/>
          <a:chOff x="0" y="0"/>
          <a:chExt cx="0" cy="0"/>
        </a:xfrm>
      </p:grpSpPr>
      <p:grpSp>
        <p:nvGrpSpPr>
          <p:cNvPr id="5752" name="Google Shape;5752;p87"/>
          <p:cNvGrpSpPr/>
          <p:nvPr/>
        </p:nvGrpSpPr>
        <p:grpSpPr>
          <a:xfrm>
            <a:off x="729238" y="1179665"/>
            <a:ext cx="1636117" cy="1526144"/>
            <a:chOff x="729238" y="1179665"/>
            <a:chExt cx="1636117" cy="1526144"/>
          </a:xfrm>
        </p:grpSpPr>
        <p:grpSp>
          <p:nvGrpSpPr>
            <p:cNvPr id="5753" name="Google Shape;5753;p87"/>
            <p:cNvGrpSpPr/>
            <p:nvPr/>
          </p:nvGrpSpPr>
          <p:grpSpPr>
            <a:xfrm>
              <a:off x="729238" y="1179665"/>
              <a:ext cx="80700" cy="1526144"/>
              <a:chOff x="729238" y="1179665"/>
              <a:chExt cx="80700" cy="1526144"/>
            </a:xfrm>
          </p:grpSpPr>
          <p:sp>
            <p:nvSpPr>
              <p:cNvPr id="5754" name="Google Shape;5754;p8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4" name="Google Shape;5764;p87"/>
            <p:cNvGrpSpPr/>
            <p:nvPr/>
          </p:nvGrpSpPr>
          <p:grpSpPr>
            <a:xfrm>
              <a:off x="903098" y="1179665"/>
              <a:ext cx="80700" cy="1526144"/>
              <a:chOff x="903098" y="1179665"/>
              <a:chExt cx="80700" cy="1526144"/>
            </a:xfrm>
          </p:grpSpPr>
          <p:sp>
            <p:nvSpPr>
              <p:cNvPr id="5765" name="Google Shape;5765;p8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5" name="Google Shape;5775;p87"/>
            <p:cNvGrpSpPr/>
            <p:nvPr/>
          </p:nvGrpSpPr>
          <p:grpSpPr>
            <a:xfrm>
              <a:off x="1076958" y="1179665"/>
              <a:ext cx="80700" cy="1526144"/>
              <a:chOff x="1076958" y="1179665"/>
              <a:chExt cx="80700" cy="1526144"/>
            </a:xfrm>
          </p:grpSpPr>
          <p:sp>
            <p:nvSpPr>
              <p:cNvPr id="5776" name="Google Shape;5776;p8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87"/>
            <p:cNvGrpSpPr/>
            <p:nvPr/>
          </p:nvGrpSpPr>
          <p:grpSpPr>
            <a:xfrm>
              <a:off x="1247707" y="1179665"/>
              <a:ext cx="80700" cy="1526144"/>
              <a:chOff x="1247707" y="1179665"/>
              <a:chExt cx="80700" cy="1526144"/>
            </a:xfrm>
          </p:grpSpPr>
          <p:sp>
            <p:nvSpPr>
              <p:cNvPr id="5787" name="Google Shape;5787;p8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7" name="Google Shape;5797;p87"/>
            <p:cNvGrpSpPr/>
            <p:nvPr/>
          </p:nvGrpSpPr>
          <p:grpSpPr>
            <a:xfrm>
              <a:off x="1421567" y="1179665"/>
              <a:ext cx="80700" cy="1526144"/>
              <a:chOff x="1421567" y="1179665"/>
              <a:chExt cx="80700" cy="1526144"/>
            </a:xfrm>
          </p:grpSpPr>
          <p:sp>
            <p:nvSpPr>
              <p:cNvPr id="5798" name="Google Shape;5798;p8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8" name="Google Shape;5808;p87"/>
            <p:cNvGrpSpPr/>
            <p:nvPr/>
          </p:nvGrpSpPr>
          <p:grpSpPr>
            <a:xfrm>
              <a:off x="1592327" y="1179665"/>
              <a:ext cx="80700" cy="1526144"/>
              <a:chOff x="1592327" y="1179665"/>
              <a:chExt cx="80700" cy="1526144"/>
            </a:xfrm>
          </p:grpSpPr>
          <p:sp>
            <p:nvSpPr>
              <p:cNvPr id="5809" name="Google Shape;5809;p8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87"/>
            <p:cNvGrpSpPr/>
            <p:nvPr/>
          </p:nvGrpSpPr>
          <p:grpSpPr>
            <a:xfrm>
              <a:off x="1766187" y="1179665"/>
              <a:ext cx="80700" cy="1526144"/>
              <a:chOff x="1766187" y="1179665"/>
              <a:chExt cx="80700" cy="1526144"/>
            </a:xfrm>
          </p:grpSpPr>
          <p:sp>
            <p:nvSpPr>
              <p:cNvPr id="5820" name="Google Shape;5820;p8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0" name="Google Shape;5830;p87"/>
            <p:cNvGrpSpPr/>
            <p:nvPr/>
          </p:nvGrpSpPr>
          <p:grpSpPr>
            <a:xfrm>
              <a:off x="1936935" y="1179665"/>
              <a:ext cx="80700" cy="1526144"/>
              <a:chOff x="1936935" y="1179665"/>
              <a:chExt cx="80700" cy="1526144"/>
            </a:xfrm>
          </p:grpSpPr>
          <p:sp>
            <p:nvSpPr>
              <p:cNvPr id="5831" name="Google Shape;5831;p8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1" name="Google Shape;5841;p87"/>
            <p:cNvGrpSpPr/>
            <p:nvPr/>
          </p:nvGrpSpPr>
          <p:grpSpPr>
            <a:xfrm>
              <a:off x="2110795" y="1179665"/>
              <a:ext cx="80700" cy="1526144"/>
              <a:chOff x="2110795" y="1179665"/>
              <a:chExt cx="80700" cy="1526144"/>
            </a:xfrm>
          </p:grpSpPr>
          <p:sp>
            <p:nvSpPr>
              <p:cNvPr id="5842" name="Google Shape;5842;p8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87"/>
            <p:cNvGrpSpPr/>
            <p:nvPr/>
          </p:nvGrpSpPr>
          <p:grpSpPr>
            <a:xfrm>
              <a:off x="2284655" y="1179665"/>
              <a:ext cx="80700" cy="1526144"/>
              <a:chOff x="2284655" y="1179665"/>
              <a:chExt cx="80700" cy="1526144"/>
            </a:xfrm>
          </p:grpSpPr>
          <p:sp>
            <p:nvSpPr>
              <p:cNvPr id="5853" name="Google Shape;5853;p8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3" name="Google Shape;5863;p87"/>
          <p:cNvGrpSpPr/>
          <p:nvPr/>
        </p:nvGrpSpPr>
        <p:grpSpPr>
          <a:xfrm>
            <a:off x="2623904" y="1198803"/>
            <a:ext cx="1364248" cy="1102133"/>
            <a:chOff x="2623904" y="1198803"/>
            <a:chExt cx="1364248" cy="1102133"/>
          </a:xfrm>
        </p:grpSpPr>
        <p:grpSp>
          <p:nvGrpSpPr>
            <p:cNvPr id="5864" name="Google Shape;5864;p87"/>
            <p:cNvGrpSpPr/>
            <p:nvPr/>
          </p:nvGrpSpPr>
          <p:grpSpPr>
            <a:xfrm>
              <a:off x="2623907" y="1198803"/>
              <a:ext cx="1364245" cy="273000"/>
              <a:chOff x="2623907" y="1198803"/>
              <a:chExt cx="1364245" cy="273000"/>
            </a:xfrm>
          </p:grpSpPr>
          <p:sp>
            <p:nvSpPr>
              <p:cNvPr id="5865" name="Google Shape;5865;p8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87"/>
            <p:cNvGrpSpPr/>
            <p:nvPr/>
          </p:nvGrpSpPr>
          <p:grpSpPr>
            <a:xfrm>
              <a:off x="2623904" y="1476964"/>
              <a:ext cx="1364245" cy="273000"/>
              <a:chOff x="2623904" y="1476964"/>
              <a:chExt cx="1364245" cy="273000"/>
            </a:xfrm>
          </p:grpSpPr>
          <p:sp>
            <p:nvSpPr>
              <p:cNvPr id="5871" name="Google Shape;5871;p8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87"/>
            <p:cNvGrpSpPr/>
            <p:nvPr/>
          </p:nvGrpSpPr>
          <p:grpSpPr>
            <a:xfrm>
              <a:off x="2623907" y="1749775"/>
              <a:ext cx="1364245" cy="273000"/>
              <a:chOff x="2623907" y="1749775"/>
              <a:chExt cx="1364245" cy="273000"/>
            </a:xfrm>
          </p:grpSpPr>
          <p:sp>
            <p:nvSpPr>
              <p:cNvPr id="5877" name="Google Shape;5877;p8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87"/>
            <p:cNvGrpSpPr/>
            <p:nvPr/>
          </p:nvGrpSpPr>
          <p:grpSpPr>
            <a:xfrm>
              <a:off x="2623904" y="2027936"/>
              <a:ext cx="1364245" cy="273000"/>
              <a:chOff x="2623904" y="2027936"/>
              <a:chExt cx="1364245" cy="273000"/>
            </a:xfrm>
          </p:grpSpPr>
          <p:sp>
            <p:nvSpPr>
              <p:cNvPr id="5883" name="Google Shape;5883;p8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88" name="Google Shape;5888;p87"/>
          <p:cNvGrpSpPr/>
          <p:nvPr/>
        </p:nvGrpSpPr>
        <p:grpSpPr>
          <a:xfrm>
            <a:off x="2613365" y="2657876"/>
            <a:ext cx="1387541" cy="159124"/>
            <a:chOff x="3200660" y="2180272"/>
            <a:chExt cx="2563824" cy="378237"/>
          </a:xfrm>
        </p:grpSpPr>
        <p:sp>
          <p:nvSpPr>
            <p:cNvPr id="5889" name="Google Shape;5889;p8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 name="Google Shape;5907;p87"/>
          <p:cNvGrpSpPr/>
          <p:nvPr/>
        </p:nvGrpSpPr>
        <p:grpSpPr>
          <a:xfrm>
            <a:off x="2609890" y="2935640"/>
            <a:ext cx="1390502" cy="159625"/>
            <a:chOff x="3530150" y="2790075"/>
            <a:chExt cx="1962600" cy="225300"/>
          </a:xfrm>
        </p:grpSpPr>
        <p:sp>
          <p:nvSpPr>
            <p:cNvPr id="5908" name="Google Shape;5908;p8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87"/>
          <p:cNvGrpSpPr/>
          <p:nvPr/>
        </p:nvGrpSpPr>
        <p:grpSpPr>
          <a:xfrm>
            <a:off x="2609948" y="3213905"/>
            <a:ext cx="1411629" cy="154175"/>
            <a:chOff x="3558802" y="4011244"/>
            <a:chExt cx="1866000" cy="111600"/>
          </a:xfrm>
        </p:grpSpPr>
        <p:sp>
          <p:nvSpPr>
            <p:cNvPr id="5911" name="Google Shape;5911;p8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 name="Google Shape;5913;p87"/>
          <p:cNvGrpSpPr/>
          <p:nvPr/>
        </p:nvGrpSpPr>
        <p:grpSpPr>
          <a:xfrm>
            <a:off x="2610235" y="2419475"/>
            <a:ext cx="1383503" cy="119761"/>
            <a:chOff x="3465975" y="2270258"/>
            <a:chExt cx="1986364" cy="171947"/>
          </a:xfrm>
        </p:grpSpPr>
        <p:sp>
          <p:nvSpPr>
            <p:cNvPr id="5914" name="Google Shape;5914;p8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87"/>
          <p:cNvGrpSpPr/>
          <p:nvPr/>
        </p:nvGrpSpPr>
        <p:grpSpPr>
          <a:xfrm>
            <a:off x="2621243" y="3783248"/>
            <a:ext cx="1369531" cy="195460"/>
            <a:chOff x="723300" y="4253549"/>
            <a:chExt cx="2276482" cy="324900"/>
          </a:xfrm>
        </p:grpSpPr>
        <p:sp>
          <p:nvSpPr>
            <p:cNvPr id="5923" name="Google Shape;5923;p8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8" name="Google Shape;5928;p87"/>
          <p:cNvGrpSpPr/>
          <p:nvPr/>
        </p:nvGrpSpPr>
        <p:grpSpPr>
          <a:xfrm>
            <a:off x="2610803" y="3484489"/>
            <a:ext cx="1389066" cy="180119"/>
            <a:chOff x="705948" y="3788465"/>
            <a:chExt cx="2308953" cy="299400"/>
          </a:xfrm>
        </p:grpSpPr>
        <p:sp>
          <p:nvSpPr>
            <p:cNvPr id="5929" name="Google Shape;5929;p8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4" name="Google Shape;5934;p87"/>
          <p:cNvGrpSpPr/>
          <p:nvPr/>
        </p:nvGrpSpPr>
        <p:grpSpPr>
          <a:xfrm>
            <a:off x="4207794" y="2088443"/>
            <a:ext cx="1433821" cy="191501"/>
            <a:chOff x="4273350" y="2088443"/>
            <a:chExt cx="1433821" cy="191501"/>
          </a:xfrm>
        </p:grpSpPr>
        <p:grpSp>
          <p:nvGrpSpPr>
            <p:cNvPr id="5935" name="Google Shape;5935;p87"/>
            <p:cNvGrpSpPr/>
            <p:nvPr/>
          </p:nvGrpSpPr>
          <p:grpSpPr>
            <a:xfrm>
              <a:off x="4273350" y="2088443"/>
              <a:ext cx="1433821" cy="0"/>
              <a:chOff x="5224975" y="2962250"/>
              <a:chExt cx="1544400" cy="0"/>
            </a:xfrm>
          </p:grpSpPr>
          <p:cxnSp>
            <p:nvCxnSpPr>
              <p:cNvPr id="5936" name="Google Shape;5936;p8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37" name="Google Shape;5937;p8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938" name="Google Shape;5938;p87"/>
            <p:cNvGrpSpPr/>
            <p:nvPr/>
          </p:nvGrpSpPr>
          <p:grpSpPr>
            <a:xfrm>
              <a:off x="4273350" y="2279944"/>
              <a:ext cx="1433821" cy="0"/>
              <a:chOff x="5224975" y="2962250"/>
              <a:chExt cx="1544400" cy="0"/>
            </a:xfrm>
          </p:grpSpPr>
          <p:cxnSp>
            <p:nvCxnSpPr>
              <p:cNvPr id="5939" name="Google Shape;5939;p8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40" name="Google Shape;5940;p8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941" name="Google Shape;5941;p87"/>
          <p:cNvGrpSpPr/>
          <p:nvPr/>
        </p:nvGrpSpPr>
        <p:grpSpPr>
          <a:xfrm>
            <a:off x="2658741" y="4097347"/>
            <a:ext cx="1304609" cy="294074"/>
            <a:chOff x="2658741" y="4097347"/>
            <a:chExt cx="1304609" cy="294074"/>
          </a:xfrm>
        </p:grpSpPr>
        <p:grpSp>
          <p:nvGrpSpPr>
            <p:cNvPr id="5942" name="Google Shape;5942;p87"/>
            <p:cNvGrpSpPr/>
            <p:nvPr/>
          </p:nvGrpSpPr>
          <p:grpSpPr>
            <a:xfrm>
              <a:off x="2658741" y="4097347"/>
              <a:ext cx="118572" cy="294074"/>
              <a:chOff x="3343310" y="4475555"/>
              <a:chExt cx="127717" cy="316753"/>
            </a:xfrm>
          </p:grpSpPr>
          <p:sp>
            <p:nvSpPr>
              <p:cNvPr id="5943" name="Google Shape;5943;p8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 name="Google Shape;5945;p87"/>
            <p:cNvGrpSpPr/>
            <p:nvPr/>
          </p:nvGrpSpPr>
          <p:grpSpPr>
            <a:xfrm>
              <a:off x="3815519" y="4098388"/>
              <a:ext cx="147831" cy="291991"/>
              <a:chOff x="3527539" y="4476677"/>
              <a:chExt cx="159232" cy="314510"/>
            </a:xfrm>
          </p:grpSpPr>
          <p:sp>
            <p:nvSpPr>
              <p:cNvPr id="5946" name="Google Shape;5946;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87"/>
            <p:cNvGrpSpPr/>
            <p:nvPr/>
          </p:nvGrpSpPr>
          <p:grpSpPr>
            <a:xfrm>
              <a:off x="3511696" y="4098388"/>
              <a:ext cx="147831" cy="291991"/>
              <a:chOff x="3527539" y="4476677"/>
              <a:chExt cx="159232" cy="314510"/>
            </a:xfrm>
          </p:grpSpPr>
          <p:sp>
            <p:nvSpPr>
              <p:cNvPr id="5949" name="Google Shape;5949;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87"/>
            <p:cNvGrpSpPr/>
            <p:nvPr/>
          </p:nvGrpSpPr>
          <p:grpSpPr>
            <a:xfrm>
              <a:off x="3207874" y="4098388"/>
              <a:ext cx="147831" cy="291991"/>
              <a:chOff x="3527539" y="4476677"/>
              <a:chExt cx="159232" cy="314510"/>
            </a:xfrm>
          </p:grpSpPr>
          <p:sp>
            <p:nvSpPr>
              <p:cNvPr id="5952" name="Google Shape;5952;p8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87"/>
            <p:cNvGrpSpPr/>
            <p:nvPr/>
          </p:nvGrpSpPr>
          <p:grpSpPr>
            <a:xfrm>
              <a:off x="2933305" y="4097347"/>
              <a:ext cx="118572" cy="294074"/>
              <a:chOff x="3343310" y="4475555"/>
              <a:chExt cx="127717" cy="316753"/>
            </a:xfrm>
          </p:grpSpPr>
          <p:sp>
            <p:nvSpPr>
              <p:cNvPr id="5955" name="Google Shape;5955;p8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57" name="Google Shape;5957;p87"/>
          <p:cNvGrpSpPr/>
          <p:nvPr/>
        </p:nvGrpSpPr>
        <p:grpSpPr>
          <a:xfrm>
            <a:off x="4209349" y="1176041"/>
            <a:ext cx="1430711" cy="751237"/>
            <a:chOff x="5159450" y="1919950"/>
            <a:chExt cx="1541050" cy="862500"/>
          </a:xfrm>
        </p:grpSpPr>
        <p:sp>
          <p:nvSpPr>
            <p:cNvPr id="5958" name="Google Shape;5958;p8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LB"/>
            </a:p>
          </p:txBody>
        </p:sp>
        <p:grpSp>
          <p:nvGrpSpPr>
            <p:cNvPr id="5959" name="Google Shape;5959;p87"/>
            <p:cNvGrpSpPr/>
            <p:nvPr/>
          </p:nvGrpSpPr>
          <p:grpSpPr>
            <a:xfrm>
              <a:off x="5159450" y="1919950"/>
              <a:ext cx="1541050" cy="862500"/>
              <a:chOff x="5159450" y="1919950"/>
              <a:chExt cx="1541050" cy="862500"/>
            </a:xfrm>
          </p:grpSpPr>
          <p:cxnSp>
            <p:nvCxnSpPr>
              <p:cNvPr id="5960" name="Google Shape;5960;p8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961" name="Google Shape;5961;p8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962" name="Google Shape;5962;p87"/>
          <p:cNvGrpSpPr/>
          <p:nvPr/>
        </p:nvGrpSpPr>
        <p:grpSpPr>
          <a:xfrm>
            <a:off x="4257486" y="2439811"/>
            <a:ext cx="1334436" cy="967914"/>
            <a:chOff x="4294923" y="2439811"/>
            <a:chExt cx="1334436" cy="967914"/>
          </a:xfrm>
        </p:grpSpPr>
        <p:grpSp>
          <p:nvGrpSpPr>
            <p:cNvPr id="5963" name="Google Shape;5963;p87"/>
            <p:cNvGrpSpPr/>
            <p:nvPr/>
          </p:nvGrpSpPr>
          <p:grpSpPr>
            <a:xfrm>
              <a:off x="4960455" y="2469658"/>
              <a:ext cx="668904" cy="885524"/>
              <a:chOff x="4960455" y="2469658"/>
              <a:chExt cx="668904" cy="885524"/>
            </a:xfrm>
          </p:grpSpPr>
          <p:sp>
            <p:nvSpPr>
              <p:cNvPr id="5964" name="Google Shape;5964;p8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87"/>
            <p:cNvGrpSpPr/>
            <p:nvPr/>
          </p:nvGrpSpPr>
          <p:grpSpPr>
            <a:xfrm>
              <a:off x="4294923" y="2469658"/>
              <a:ext cx="668951" cy="885524"/>
              <a:chOff x="4294923" y="2469658"/>
              <a:chExt cx="668951" cy="885524"/>
            </a:xfrm>
          </p:grpSpPr>
          <p:sp>
            <p:nvSpPr>
              <p:cNvPr id="5971" name="Google Shape;5971;p8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7" name="Google Shape;5977;p8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 name="Google Shape;5978;p87"/>
          <p:cNvGrpSpPr/>
          <p:nvPr/>
        </p:nvGrpSpPr>
        <p:grpSpPr>
          <a:xfrm>
            <a:off x="4243690" y="3494256"/>
            <a:ext cx="1430949" cy="897289"/>
            <a:chOff x="4351371" y="3547942"/>
            <a:chExt cx="1345130" cy="843475"/>
          </a:xfrm>
        </p:grpSpPr>
        <p:grpSp>
          <p:nvGrpSpPr>
            <p:cNvPr id="5979" name="Google Shape;5979;p87"/>
            <p:cNvGrpSpPr/>
            <p:nvPr/>
          </p:nvGrpSpPr>
          <p:grpSpPr>
            <a:xfrm>
              <a:off x="4351371" y="4209917"/>
              <a:ext cx="1345130" cy="181500"/>
              <a:chOff x="4351371" y="4209917"/>
              <a:chExt cx="1345130" cy="181500"/>
            </a:xfrm>
          </p:grpSpPr>
          <p:sp>
            <p:nvSpPr>
              <p:cNvPr id="5980" name="Google Shape;5980;p8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81" name="Google Shape;5981;p8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982" name="Google Shape;5982;p87"/>
            <p:cNvGrpSpPr/>
            <p:nvPr/>
          </p:nvGrpSpPr>
          <p:grpSpPr>
            <a:xfrm>
              <a:off x="4403010" y="3985221"/>
              <a:ext cx="1109518" cy="181500"/>
              <a:chOff x="4403010" y="3985221"/>
              <a:chExt cx="1109518" cy="181500"/>
            </a:xfrm>
          </p:grpSpPr>
          <p:sp>
            <p:nvSpPr>
              <p:cNvPr id="5983" name="Google Shape;5983;p8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84" name="Google Shape;5984;p8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985" name="Google Shape;5985;p87"/>
            <p:cNvGrpSpPr/>
            <p:nvPr/>
          </p:nvGrpSpPr>
          <p:grpSpPr>
            <a:xfrm>
              <a:off x="4618704" y="3766582"/>
              <a:ext cx="807858" cy="181500"/>
              <a:chOff x="4618704" y="3766582"/>
              <a:chExt cx="807858" cy="181500"/>
            </a:xfrm>
          </p:grpSpPr>
          <p:sp>
            <p:nvSpPr>
              <p:cNvPr id="5986" name="Google Shape;5986;p8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87" name="Google Shape;5987;p8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988" name="Google Shape;5988;p87"/>
            <p:cNvGrpSpPr/>
            <p:nvPr/>
          </p:nvGrpSpPr>
          <p:grpSpPr>
            <a:xfrm>
              <a:off x="4735238" y="3547942"/>
              <a:ext cx="462839" cy="181500"/>
              <a:chOff x="4735238" y="3547942"/>
              <a:chExt cx="462839" cy="181500"/>
            </a:xfrm>
          </p:grpSpPr>
          <p:sp>
            <p:nvSpPr>
              <p:cNvPr id="5989" name="Google Shape;5989;p8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90" name="Google Shape;5990;p8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991" name="Google Shape;5991;p87"/>
          <p:cNvGrpSpPr/>
          <p:nvPr/>
        </p:nvGrpSpPr>
        <p:grpSpPr>
          <a:xfrm>
            <a:off x="7420047" y="2429580"/>
            <a:ext cx="1020955" cy="928853"/>
            <a:chOff x="926675" y="238125"/>
            <a:chExt cx="5755100" cy="5232975"/>
          </a:xfrm>
        </p:grpSpPr>
        <p:sp>
          <p:nvSpPr>
            <p:cNvPr id="5992" name="Google Shape;5992;p8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87"/>
          <p:cNvGrpSpPr/>
          <p:nvPr/>
        </p:nvGrpSpPr>
        <p:grpSpPr>
          <a:xfrm>
            <a:off x="727421" y="2828315"/>
            <a:ext cx="1695374" cy="1560837"/>
            <a:chOff x="727421" y="2828315"/>
            <a:chExt cx="1695374" cy="1560837"/>
          </a:xfrm>
        </p:grpSpPr>
        <p:grpSp>
          <p:nvGrpSpPr>
            <p:cNvPr id="5997" name="Google Shape;5997;p87"/>
            <p:cNvGrpSpPr/>
            <p:nvPr/>
          </p:nvGrpSpPr>
          <p:grpSpPr>
            <a:xfrm>
              <a:off x="727421" y="2828315"/>
              <a:ext cx="1695374" cy="1560837"/>
              <a:chOff x="734799" y="2782450"/>
              <a:chExt cx="1571100" cy="1577400"/>
            </a:xfrm>
          </p:grpSpPr>
          <p:cxnSp>
            <p:nvCxnSpPr>
              <p:cNvPr id="5998" name="Google Shape;5998;p8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999" name="Google Shape;5999;p8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000" name="Google Shape;6000;p87"/>
            <p:cNvGrpSpPr/>
            <p:nvPr/>
          </p:nvGrpSpPr>
          <p:grpSpPr>
            <a:xfrm>
              <a:off x="819108" y="2882501"/>
              <a:ext cx="1556791" cy="1426186"/>
              <a:chOff x="819108" y="2882501"/>
              <a:chExt cx="1556791" cy="1426186"/>
            </a:xfrm>
          </p:grpSpPr>
          <p:grpSp>
            <p:nvGrpSpPr>
              <p:cNvPr id="6001" name="Google Shape;6001;p87"/>
              <p:cNvGrpSpPr/>
              <p:nvPr/>
            </p:nvGrpSpPr>
            <p:grpSpPr>
              <a:xfrm>
                <a:off x="819108" y="2882501"/>
                <a:ext cx="103104" cy="1426186"/>
                <a:chOff x="4674013" y="3100904"/>
                <a:chExt cx="122758" cy="1698043"/>
              </a:xfrm>
            </p:grpSpPr>
            <p:sp>
              <p:nvSpPr>
                <p:cNvPr id="6002" name="Google Shape;6002;p8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9" name="Google Shape;6009;p87"/>
              <p:cNvGrpSpPr/>
              <p:nvPr/>
            </p:nvGrpSpPr>
            <p:grpSpPr>
              <a:xfrm>
                <a:off x="1062475" y="2882501"/>
                <a:ext cx="103104" cy="1426186"/>
                <a:chOff x="4940438" y="3100904"/>
                <a:chExt cx="122758" cy="1698043"/>
              </a:xfrm>
            </p:grpSpPr>
            <p:sp>
              <p:nvSpPr>
                <p:cNvPr id="6010" name="Google Shape;6010;p8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87"/>
              <p:cNvGrpSpPr/>
              <p:nvPr/>
            </p:nvGrpSpPr>
            <p:grpSpPr>
              <a:xfrm>
                <a:off x="1299324" y="2882501"/>
                <a:ext cx="103104" cy="1426186"/>
                <a:chOff x="5206863" y="3100904"/>
                <a:chExt cx="122758" cy="1698043"/>
              </a:xfrm>
            </p:grpSpPr>
            <p:sp>
              <p:nvSpPr>
                <p:cNvPr id="6018" name="Google Shape;6018;p8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87"/>
              <p:cNvGrpSpPr/>
              <p:nvPr/>
            </p:nvGrpSpPr>
            <p:grpSpPr>
              <a:xfrm>
                <a:off x="1786057" y="2882501"/>
                <a:ext cx="103104" cy="1426186"/>
                <a:chOff x="6006138" y="3143629"/>
                <a:chExt cx="122758" cy="1698043"/>
              </a:xfrm>
            </p:grpSpPr>
            <p:sp>
              <p:nvSpPr>
                <p:cNvPr id="6026" name="Google Shape;6026;p8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87"/>
              <p:cNvGrpSpPr/>
              <p:nvPr/>
            </p:nvGrpSpPr>
            <p:grpSpPr>
              <a:xfrm>
                <a:off x="2029422" y="2882501"/>
                <a:ext cx="103104" cy="1426186"/>
                <a:chOff x="6805413" y="3100904"/>
                <a:chExt cx="122758" cy="1698043"/>
              </a:xfrm>
            </p:grpSpPr>
            <p:sp>
              <p:nvSpPr>
                <p:cNvPr id="6034" name="Google Shape;6034;p8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87"/>
              <p:cNvGrpSpPr/>
              <p:nvPr/>
            </p:nvGrpSpPr>
            <p:grpSpPr>
              <a:xfrm>
                <a:off x="2272795" y="2882501"/>
                <a:ext cx="103104" cy="1426186"/>
                <a:chOff x="5206863" y="3100904"/>
                <a:chExt cx="122758" cy="1698043"/>
              </a:xfrm>
            </p:grpSpPr>
            <p:sp>
              <p:nvSpPr>
                <p:cNvPr id="6042" name="Google Shape;6042;p8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87"/>
              <p:cNvGrpSpPr/>
              <p:nvPr/>
            </p:nvGrpSpPr>
            <p:grpSpPr>
              <a:xfrm>
                <a:off x="1542694" y="2882501"/>
                <a:ext cx="103104" cy="1426186"/>
                <a:chOff x="6006138" y="3143629"/>
                <a:chExt cx="122758" cy="1698043"/>
              </a:xfrm>
            </p:grpSpPr>
            <p:sp>
              <p:nvSpPr>
                <p:cNvPr id="6050" name="Google Shape;6050;p8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57" name="Google Shape;6057;p87"/>
          <p:cNvGrpSpPr/>
          <p:nvPr/>
        </p:nvGrpSpPr>
        <p:grpSpPr>
          <a:xfrm>
            <a:off x="5683472" y="3518037"/>
            <a:ext cx="2749952" cy="870677"/>
            <a:chOff x="238125" y="1725700"/>
            <a:chExt cx="7139025" cy="2260325"/>
          </a:xfrm>
        </p:grpSpPr>
        <p:sp>
          <p:nvSpPr>
            <p:cNvPr id="6058" name="Google Shape;6058;p8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8" name="Google Shape;6068;p87"/>
          <p:cNvGrpSpPr/>
          <p:nvPr/>
        </p:nvGrpSpPr>
        <p:grpSpPr>
          <a:xfrm>
            <a:off x="5953636" y="2459783"/>
            <a:ext cx="1105452" cy="916747"/>
            <a:chOff x="5249100" y="1210600"/>
            <a:chExt cx="3502700" cy="2904775"/>
          </a:xfrm>
        </p:grpSpPr>
        <p:sp>
          <p:nvSpPr>
            <p:cNvPr id="6069" name="Google Shape;6069;p8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73" name="Google Shape;6073;p8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074" name="Google Shape;6074;p8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075" name="Google Shape;6075;p8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076" name="Google Shape;6076;p8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077" name="Google Shape;6077;p8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8" name="Google Shape;6078;p87"/>
          <p:cNvGrpSpPr/>
          <p:nvPr/>
        </p:nvGrpSpPr>
        <p:grpSpPr>
          <a:xfrm>
            <a:off x="7136183" y="1179201"/>
            <a:ext cx="1304650" cy="1124856"/>
            <a:chOff x="7287122" y="1165658"/>
            <a:chExt cx="1219413" cy="1051365"/>
          </a:xfrm>
        </p:grpSpPr>
        <p:grpSp>
          <p:nvGrpSpPr>
            <p:cNvPr id="6079" name="Google Shape;6079;p87"/>
            <p:cNvGrpSpPr/>
            <p:nvPr/>
          </p:nvGrpSpPr>
          <p:grpSpPr>
            <a:xfrm>
              <a:off x="7287122" y="1969723"/>
              <a:ext cx="1219413" cy="247300"/>
              <a:chOff x="7287122" y="1969723"/>
              <a:chExt cx="1219413" cy="247300"/>
            </a:xfrm>
          </p:grpSpPr>
          <p:sp>
            <p:nvSpPr>
              <p:cNvPr id="6080" name="Google Shape;6080;p8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1" name="Google Shape;6081;p87"/>
              <p:cNvGrpSpPr/>
              <p:nvPr/>
            </p:nvGrpSpPr>
            <p:grpSpPr>
              <a:xfrm>
                <a:off x="7287122" y="2063892"/>
                <a:ext cx="1151753" cy="73428"/>
                <a:chOff x="7287122" y="2063892"/>
                <a:chExt cx="1151753" cy="73428"/>
              </a:xfrm>
            </p:grpSpPr>
            <p:sp>
              <p:nvSpPr>
                <p:cNvPr id="6082" name="Google Shape;6082;p8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83" name="Google Shape;6083;p8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084" name="Google Shape;6084;p87"/>
            <p:cNvGrpSpPr/>
            <p:nvPr/>
          </p:nvGrpSpPr>
          <p:grpSpPr>
            <a:xfrm>
              <a:off x="7287122" y="1712201"/>
              <a:ext cx="1219403" cy="246767"/>
              <a:chOff x="7287122" y="1712201"/>
              <a:chExt cx="1219403" cy="246767"/>
            </a:xfrm>
          </p:grpSpPr>
          <p:sp>
            <p:nvSpPr>
              <p:cNvPr id="6085" name="Google Shape;6085;p8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6" name="Google Shape;6086;p87"/>
              <p:cNvGrpSpPr/>
              <p:nvPr/>
            </p:nvGrpSpPr>
            <p:grpSpPr>
              <a:xfrm>
                <a:off x="7287122" y="1842861"/>
                <a:ext cx="1005303" cy="73419"/>
                <a:chOff x="7287122" y="1842861"/>
                <a:chExt cx="1005303" cy="73419"/>
              </a:xfrm>
            </p:grpSpPr>
            <p:sp>
              <p:nvSpPr>
                <p:cNvPr id="6087" name="Google Shape;6087;p8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88" name="Google Shape;6088;p8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089" name="Google Shape;6089;p87"/>
            <p:cNvGrpSpPr/>
            <p:nvPr/>
          </p:nvGrpSpPr>
          <p:grpSpPr>
            <a:xfrm>
              <a:off x="7287122" y="1447520"/>
              <a:ext cx="1219403" cy="286667"/>
              <a:chOff x="7287122" y="1447520"/>
              <a:chExt cx="1219403" cy="286667"/>
            </a:xfrm>
          </p:grpSpPr>
          <p:sp>
            <p:nvSpPr>
              <p:cNvPr id="6090" name="Google Shape;6090;p8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1" name="Google Shape;6091;p87"/>
              <p:cNvGrpSpPr/>
              <p:nvPr/>
            </p:nvGrpSpPr>
            <p:grpSpPr>
              <a:xfrm>
                <a:off x="7287122" y="1581977"/>
                <a:ext cx="852803" cy="73428"/>
                <a:chOff x="7287122" y="1581977"/>
                <a:chExt cx="852803" cy="73428"/>
              </a:xfrm>
            </p:grpSpPr>
            <p:sp>
              <p:nvSpPr>
                <p:cNvPr id="6092" name="Google Shape;6092;p8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3" name="Google Shape;6093;p8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094" name="Google Shape;6094;p87"/>
            <p:cNvGrpSpPr/>
            <p:nvPr/>
          </p:nvGrpSpPr>
          <p:grpSpPr>
            <a:xfrm>
              <a:off x="7287122" y="1165658"/>
              <a:ext cx="1219403" cy="344253"/>
              <a:chOff x="7287122" y="1165658"/>
              <a:chExt cx="1219403" cy="344253"/>
            </a:xfrm>
          </p:grpSpPr>
          <p:sp>
            <p:nvSpPr>
              <p:cNvPr id="6095" name="Google Shape;6095;p8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6" name="Google Shape;6096;p87"/>
              <p:cNvGrpSpPr/>
              <p:nvPr/>
            </p:nvGrpSpPr>
            <p:grpSpPr>
              <a:xfrm>
                <a:off x="7287122" y="1341025"/>
                <a:ext cx="695703" cy="73419"/>
                <a:chOff x="7287122" y="1341025"/>
                <a:chExt cx="695703" cy="73419"/>
              </a:xfrm>
            </p:grpSpPr>
            <p:sp>
              <p:nvSpPr>
                <p:cNvPr id="6097" name="Google Shape;6097;p8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8" name="Google Shape;6098;p8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099" name="Google Shape;6099;p87"/>
          <p:cNvGrpSpPr/>
          <p:nvPr/>
        </p:nvGrpSpPr>
        <p:grpSpPr>
          <a:xfrm>
            <a:off x="5802676" y="1185224"/>
            <a:ext cx="1397729" cy="1098540"/>
            <a:chOff x="5900602" y="1193063"/>
            <a:chExt cx="1299851" cy="1021707"/>
          </a:xfrm>
        </p:grpSpPr>
        <p:grpSp>
          <p:nvGrpSpPr>
            <p:cNvPr id="6100" name="Google Shape;6100;p87"/>
            <p:cNvGrpSpPr/>
            <p:nvPr/>
          </p:nvGrpSpPr>
          <p:grpSpPr>
            <a:xfrm>
              <a:off x="6520337" y="1193063"/>
              <a:ext cx="341815" cy="799959"/>
              <a:chOff x="6520337" y="1193063"/>
              <a:chExt cx="341815" cy="799959"/>
            </a:xfrm>
          </p:grpSpPr>
          <p:grpSp>
            <p:nvGrpSpPr>
              <p:cNvPr id="6101" name="Google Shape;6101;p87"/>
              <p:cNvGrpSpPr/>
              <p:nvPr/>
            </p:nvGrpSpPr>
            <p:grpSpPr>
              <a:xfrm>
                <a:off x="6520337" y="1589527"/>
                <a:ext cx="213950" cy="403494"/>
                <a:chOff x="6520337" y="1589527"/>
                <a:chExt cx="213950" cy="403494"/>
              </a:xfrm>
            </p:grpSpPr>
            <p:sp>
              <p:nvSpPr>
                <p:cNvPr id="6102" name="Google Shape;6102;p8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87"/>
              <p:cNvGrpSpPr/>
              <p:nvPr/>
            </p:nvGrpSpPr>
            <p:grpSpPr>
              <a:xfrm>
                <a:off x="6577204" y="1193063"/>
                <a:ext cx="284947" cy="464512"/>
                <a:chOff x="6577204" y="1193063"/>
                <a:chExt cx="284947" cy="464512"/>
              </a:xfrm>
            </p:grpSpPr>
            <p:sp>
              <p:nvSpPr>
                <p:cNvPr id="6105" name="Google Shape;6105;p8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6" name="Google Shape;6106;p8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107" name="Google Shape;6107;p87"/>
            <p:cNvGrpSpPr/>
            <p:nvPr/>
          </p:nvGrpSpPr>
          <p:grpSpPr>
            <a:xfrm>
              <a:off x="6238903" y="1193063"/>
              <a:ext cx="300475" cy="900152"/>
              <a:chOff x="6238903" y="1193063"/>
              <a:chExt cx="300475" cy="900152"/>
            </a:xfrm>
          </p:grpSpPr>
          <p:grpSp>
            <p:nvGrpSpPr>
              <p:cNvPr id="6108" name="Google Shape;6108;p87"/>
              <p:cNvGrpSpPr/>
              <p:nvPr/>
            </p:nvGrpSpPr>
            <p:grpSpPr>
              <a:xfrm>
                <a:off x="6290865" y="1489315"/>
                <a:ext cx="248514" cy="603900"/>
                <a:chOff x="6290865" y="1489315"/>
                <a:chExt cx="248514" cy="603900"/>
              </a:xfrm>
            </p:grpSpPr>
            <p:sp>
              <p:nvSpPr>
                <p:cNvPr id="6109" name="Google Shape;6109;p8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87"/>
              <p:cNvGrpSpPr/>
              <p:nvPr/>
            </p:nvGrpSpPr>
            <p:grpSpPr>
              <a:xfrm>
                <a:off x="6238903" y="1193063"/>
                <a:ext cx="284947" cy="333087"/>
                <a:chOff x="6238903" y="1193063"/>
                <a:chExt cx="284947" cy="333087"/>
              </a:xfrm>
            </p:grpSpPr>
            <p:sp>
              <p:nvSpPr>
                <p:cNvPr id="6112" name="Google Shape;6112;p8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13" name="Google Shape;6113;p8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114" name="Google Shape;6114;p87"/>
            <p:cNvGrpSpPr/>
            <p:nvPr/>
          </p:nvGrpSpPr>
          <p:grpSpPr>
            <a:xfrm>
              <a:off x="5900602" y="1193063"/>
              <a:ext cx="444345" cy="1021707"/>
              <a:chOff x="5900602" y="1193063"/>
              <a:chExt cx="444345" cy="1021707"/>
            </a:xfrm>
          </p:grpSpPr>
          <p:grpSp>
            <p:nvGrpSpPr>
              <p:cNvPr id="6115" name="Google Shape;6115;p87"/>
              <p:cNvGrpSpPr/>
              <p:nvPr/>
            </p:nvGrpSpPr>
            <p:grpSpPr>
              <a:xfrm>
                <a:off x="6046501" y="1367785"/>
                <a:ext cx="298446" cy="846986"/>
                <a:chOff x="6046501" y="1367785"/>
                <a:chExt cx="298446" cy="846986"/>
              </a:xfrm>
            </p:grpSpPr>
            <p:sp>
              <p:nvSpPr>
                <p:cNvPr id="6116" name="Google Shape;6116;p8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8" name="Google Shape;6118;p87"/>
              <p:cNvGrpSpPr/>
              <p:nvPr/>
            </p:nvGrpSpPr>
            <p:grpSpPr>
              <a:xfrm>
                <a:off x="5900602" y="1193063"/>
                <a:ext cx="284947" cy="182312"/>
                <a:chOff x="5900602" y="1193063"/>
                <a:chExt cx="284947" cy="182312"/>
              </a:xfrm>
            </p:grpSpPr>
            <p:sp>
              <p:nvSpPr>
                <p:cNvPr id="6119" name="Google Shape;6119;p8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20" name="Google Shape;6120;p8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121" name="Google Shape;6121;p87"/>
            <p:cNvGrpSpPr/>
            <p:nvPr/>
          </p:nvGrpSpPr>
          <p:grpSpPr>
            <a:xfrm>
              <a:off x="6738300" y="1193063"/>
              <a:ext cx="462153" cy="707634"/>
              <a:chOff x="6738300" y="1193063"/>
              <a:chExt cx="462153" cy="707634"/>
            </a:xfrm>
          </p:grpSpPr>
          <p:grpSp>
            <p:nvGrpSpPr>
              <p:cNvPr id="6122" name="Google Shape;6122;p87"/>
              <p:cNvGrpSpPr/>
              <p:nvPr/>
            </p:nvGrpSpPr>
            <p:grpSpPr>
              <a:xfrm>
                <a:off x="6915505" y="1193063"/>
                <a:ext cx="284947" cy="597387"/>
                <a:chOff x="6915505" y="1193063"/>
                <a:chExt cx="284947" cy="597387"/>
              </a:xfrm>
            </p:grpSpPr>
            <p:sp>
              <p:nvSpPr>
                <p:cNvPr id="6123" name="Google Shape;6123;p8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24" name="Google Shape;6124;p8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125" name="Google Shape;6125;p87"/>
              <p:cNvGrpSpPr/>
              <p:nvPr/>
            </p:nvGrpSpPr>
            <p:grpSpPr>
              <a:xfrm>
                <a:off x="6738300" y="1684725"/>
                <a:ext cx="230066" cy="215971"/>
                <a:chOff x="6738300" y="1684725"/>
                <a:chExt cx="230066" cy="215971"/>
              </a:xfrm>
            </p:grpSpPr>
            <p:sp>
              <p:nvSpPr>
                <p:cNvPr id="6126" name="Google Shape;6126;p8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131"/>
        <p:cNvGrpSpPr/>
        <p:nvPr/>
      </p:nvGrpSpPr>
      <p:grpSpPr>
        <a:xfrm>
          <a:off x="0" y="0"/>
          <a:ext cx="0" cy="0"/>
          <a:chOff x="0" y="0"/>
          <a:chExt cx="0" cy="0"/>
        </a:xfrm>
      </p:grpSpPr>
      <p:grpSp>
        <p:nvGrpSpPr>
          <p:cNvPr id="6132" name="Google Shape;6132;p88"/>
          <p:cNvGrpSpPr/>
          <p:nvPr/>
        </p:nvGrpSpPr>
        <p:grpSpPr>
          <a:xfrm>
            <a:off x="1002229" y="1542724"/>
            <a:ext cx="1801525" cy="2849778"/>
            <a:chOff x="1002229" y="1542724"/>
            <a:chExt cx="1801525" cy="2849778"/>
          </a:xfrm>
        </p:grpSpPr>
        <p:sp>
          <p:nvSpPr>
            <p:cNvPr id="6133" name="Google Shape;6133;p88"/>
            <p:cNvSpPr/>
            <p:nvPr/>
          </p:nvSpPr>
          <p:spPr>
            <a:xfrm>
              <a:off x="1002229" y="1542724"/>
              <a:ext cx="1801525" cy="2849778"/>
            </a:xfrm>
            <a:custGeom>
              <a:avLst/>
              <a:gdLst/>
              <a:ahLst/>
              <a:cxnLst/>
              <a:rect l="l" t="t" r="r" b="b"/>
              <a:pathLst>
                <a:path w="71284" h="112762" extrusionOk="0">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8"/>
            <p:cNvSpPr/>
            <p:nvPr/>
          </p:nvSpPr>
          <p:spPr>
            <a:xfrm>
              <a:off x="1586934" y="1597666"/>
              <a:ext cx="592312" cy="519173"/>
            </a:xfrm>
            <a:custGeom>
              <a:avLst/>
              <a:gdLst/>
              <a:ahLst/>
              <a:cxnLst/>
              <a:rect l="l" t="t" r="r" b="b"/>
              <a:pathLst>
                <a:path w="23437" h="20543" extrusionOk="0">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8"/>
            <p:cNvSpPr/>
            <p:nvPr/>
          </p:nvSpPr>
          <p:spPr>
            <a:xfrm>
              <a:off x="1915375" y="2556935"/>
              <a:ext cx="398547" cy="598251"/>
            </a:xfrm>
            <a:custGeom>
              <a:avLst/>
              <a:gdLst/>
              <a:ahLst/>
              <a:cxnLst/>
              <a:rect l="l" t="t" r="r" b="b"/>
              <a:pathLst>
                <a:path w="15770" h="23672" extrusionOk="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8"/>
            <p:cNvSpPr/>
            <p:nvPr/>
          </p:nvSpPr>
          <p:spPr>
            <a:xfrm>
              <a:off x="1457614" y="2541114"/>
              <a:ext cx="398977" cy="598225"/>
            </a:xfrm>
            <a:custGeom>
              <a:avLst/>
              <a:gdLst/>
              <a:ahLst/>
              <a:cxnLst/>
              <a:rect l="l" t="t" r="r" b="b"/>
              <a:pathLst>
                <a:path w="15787" h="23671" extrusionOk="0">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8"/>
            <p:cNvSpPr/>
            <p:nvPr/>
          </p:nvSpPr>
          <p:spPr>
            <a:xfrm>
              <a:off x="1836045" y="2217070"/>
              <a:ext cx="115698" cy="519198"/>
            </a:xfrm>
            <a:custGeom>
              <a:avLst/>
              <a:gdLst/>
              <a:ahLst/>
              <a:cxnLst/>
              <a:rect l="l" t="t" r="r" b="b"/>
              <a:pathLst>
                <a:path w="4578" h="20544" extrusionOk="0">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8"/>
            <p:cNvSpPr/>
            <p:nvPr/>
          </p:nvSpPr>
          <p:spPr>
            <a:xfrm>
              <a:off x="1625348" y="3061652"/>
              <a:ext cx="645055" cy="415076"/>
            </a:xfrm>
            <a:custGeom>
              <a:avLst/>
              <a:gdLst/>
              <a:ahLst/>
              <a:cxnLst/>
              <a:rect l="l" t="t" r="r" b="b"/>
              <a:pathLst>
                <a:path w="25524" h="16424" extrusionOk="0">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8"/>
            <p:cNvSpPr/>
            <p:nvPr/>
          </p:nvSpPr>
          <p:spPr>
            <a:xfrm>
              <a:off x="1523727" y="3044441"/>
              <a:ext cx="358465" cy="579776"/>
            </a:xfrm>
            <a:custGeom>
              <a:avLst/>
              <a:gdLst/>
              <a:ahLst/>
              <a:cxnLst/>
              <a:rect l="l" t="t" r="r" b="b"/>
              <a:pathLst>
                <a:path w="14184" h="22941" extrusionOk="0">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0" name="Google Shape;6140;p88"/>
            <p:cNvGrpSpPr/>
            <p:nvPr/>
          </p:nvGrpSpPr>
          <p:grpSpPr>
            <a:xfrm>
              <a:off x="1675337" y="3316550"/>
              <a:ext cx="437113" cy="383257"/>
              <a:chOff x="1675337" y="3316550"/>
              <a:chExt cx="437113" cy="383257"/>
            </a:xfrm>
          </p:grpSpPr>
          <p:sp>
            <p:nvSpPr>
              <p:cNvPr id="6141" name="Google Shape;6141;p88"/>
              <p:cNvSpPr/>
              <p:nvPr/>
            </p:nvSpPr>
            <p:spPr>
              <a:xfrm>
                <a:off x="1948836" y="3389941"/>
                <a:ext cx="163614" cy="233998"/>
              </a:xfrm>
              <a:custGeom>
                <a:avLst/>
                <a:gdLst/>
                <a:ahLst/>
                <a:cxnLst/>
                <a:rect l="l" t="t" r="r" b="b"/>
                <a:pathLst>
                  <a:path w="6474" h="9259" extrusionOk="0">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8"/>
              <p:cNvSpPr/>
              <p:nvPr/>
            </p:nvSpPr>
            <p:spPr>
              <a:xfrm>
                <a:off x="1675337" y="3384988"/>
                <a:ext cx="163639" cy="234124"/>
              </a:xfrm>
              <a:custGeom>
                <a:avLst/>
                <a:gdLst/>
                <a:ahLst/>
                <a:cxnLst/>
                <a:rect l="l" t="t" r="r" b="b"/>
                <a:pathLst>
                  <a:path w="6475" h="9264" extrusionOk="0">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8"/>
              <p:cNvSpPr/>
              <p:nvPr/>
            </p:nvSpPr>
            <p:spPr>
              <a:xfrm>
                <a:off x="1794193" y="3316550"/>
                <a:ext cx="199552" cy="383257"/>
              </a:xfrm>
              <a:custGeom>
                <a:avLst/>
                <a:gdLst/>
                <a:ahLst/>
                <a:cxnLst/>
                <a:rect l="l" t="t" r="r" b="b"/>
                <a:pathLst>
                  <a:path w="7896" h="15165" extrusionOk="0">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4" name="Google Shape;6144;p88"/>
            <p:cNvSpPr/>
            <p:nvPr/>
          </p:nvSpPr>
          <p:spPr>
            <a:xfrm>
              <a:off x="1512152" y="3450115"/>
              <a:ext cx="732650" cy="863056"/>
            </a:xfrm>
            <a:custGeom>
              <a:avLst/>
              <a:gdLst/>
              <a:ahLst/>
              <a:cxnLst/>
              <a:rect l="l" t="t" r="r" b="b"/>
              <a:pathLst>
                <a:path w="28990" h="34150" extrusionOk="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8"/>
            <p:cNvSpPr/>
            <p:nvPr/>
          </p:nvSpPr>
          <p:spPr>
            <a:xfrm>
              <a:off x="1727524" y="2620015"/>
              <a:ext cx="283861" cy="436153"/>
            </a:xfrm>
            <a:custGeom>
              <a:avLst/>
              <a:gdLst/>
              <a:ahLst/>
              <a:cxnLst/>
              <a:rect l="l" t="t" r="r" b="b"/>
              <a:pathLst>
                <a:path w="11232" h="17258" extrusionOk="0">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88"/>
          <p:cNvGrpSpPr/>
          <p:nvPr/>
        </p:nvGrpSpPr>
        <p:grpSpPr>
          <a:xfrm>
            <a:off x="7280398" y="2805793"/>
            <a:ext cx="939202" cy="1588073"/>
            <a:chOff x="7280398" y="2805793"/>
            <a:chExt cx="939202" cy="1588073"/>
          </a:xfrm>
        </p:grpSpPr>
        <p:grpSp>
          <p:nvGrpSpPr>
            <p:cNvPr id="6147" name="Google Shape;6147;p88"/>
            <p:cNvGrpSpPr/>
            <p:nvPr/>
          </p:nvGrpSpPr>
          <p:grpSpPr>
            <a:xfrm>
              <a:off x="7280398" y="2805793"/>
              <a:ext cx="939202" cy="1588073"/>
              <a:chOff x="7280398" y="2805793"/>
              <a:chExt cx="939202" cy="1588073"/>
            </a:xfrm>
          </p:grpSpPr>
          <p:sp>
            <p:nvSpPr>
              <p:cNvPr id="6148" name="Google Shape;6148;p88"/>
              <p:cNvSpPr/>
              <p:nvPr/>
            </p:nvSpPr>
            <p:spPr>
              <a:xfrm>
                <a:off x="7280398" y="3729250"/>
                <a:ext cx="595597" cy="664616"/>
              </a:xfrm>
              <a:custGeom>
                <a:avLst/>
                <a:gdLst/>
                <a:ahLst/>
                <a:cxnLst/>
                <a:rect l="l" t="t" r="r" b="b"/>
                <a:pathLst>
                  <a:path w="23567" h="26298" extrusionOk="0">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8"/>
              <p:cNvSpPr/>
              <p:nvPr/>
            </p:nvSpPr>
            <p:spPr>
              <a:xfrm>
                <a:off x="7491348" y="2805793"/>
                <a:ext cx="728252" cy="1195061"/>
              </a:xfrm>
              <a:custGeom>
                <a:avLst/>
                <a:gdLst/>
                <a:ahLst/>
                <a:cxnLst/>
                <a:rect l="l" t="t" r="r" b="b"/>
                <a:pathLst>
                  <a:path w="28816" h="47287" extrusionOk="0">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w="19050" cap="flat" cmpd="sng">
                <a:solidFill>
                  <a:srgbClr val="CAD3D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0" name="Google Shape;6150;p88"/>
            <p:cNvSpPr/>
            <p:nvPr/>
          </p:nvSpPr>
          <p:spPr>
            <a:xfrm>
              <a:off x="7585286" y="3643197"/>
              <a:ext cx="540250" cy="342493"/>
            </a:xfrm>
            <a:custGeom>
              <a:avLst/>
              <a:gdLst/>
              <a:ahLst/>
              <a:cxnLst/>
              <a:rect l="l" t="t" r="r" b="b"/>
              <a:pathLst>
                <a:path w="21377" h="13552" extrusionOk="0">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8"/>
            <p:cNvSpPr/>
            <p:nvPr/>
          </p:nvSpPr>
          <p:spPr>
            <a:xfrm>
              <a:off x="7585286" y="3507812"/>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8"/>
            <p:cNvSpPr/>
            <p:nvPr/>
          </p:nvSpPr>
          <p:spPr>
            <a:xfrm>
              <a:off x="7585286" y="3379883"/>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8"/>
            <p:cNvSpPr/>
            <p:nvPr/>
          </p:nvSpPr>
          <p:spPr>
            <a:xfrm>
              <a:off x="7585286" y="325195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8"/>
            <p:cNvSpPr/>
            <p:nvPr/>
          </p:nvSpPr>
          <p:spPr>
            <a:xfrm>
              <a:off x="7585286" y="312402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8"/>
            <p:cNvSpPr/>
            <p:nvPr/>
          </p:nvSpPr>
          <p:spPr>
            <a:xfrm>
              <a:off x="7585286" y="3002716"/>
              <a:ext cx="540250" cy="131114"/>
            </a:xfrm>
            <a:custGeom>
              <a:avLst/>
              <a:gdLst/>
              <a:ahLst/>
              <a:cxnLst/>
              <a:rect l="l" t="t" r="r" b="b"/>
              <a:pathLst>
                <a:path w="21377" h="5188" extrusionOk="0">
                  <a:moveTo>
                    <a:pt x="0" y="0"/>
                  </a:moveTo>
                  <a:lnTo>
                    <a:pt x="0" y="5187"/>
                  </a:lnTo>
                  <a:lnTo>
                    <a:pt x="21376" y="5187"/>
                  </a:lnTo>
                  <a:lnTo>
                    <a:pt x="2137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88"/>
          <p:cNvGrpSpPr/>
          <p:nvPr/>
        </p:nvGrpSpPr>
        <p:grpSpPr>
          <a:xfrm>
            <a:off x="6530967" y="2825758"/>
            <a:ext cx="577856" cy="1566743"/>
            <a:chOff x="6530967" y="2825758"/>
            <a:chExt cx="577856" cy="1566743"/>
          </a:xfrm>
        </p:grpSpPr>
        <p:grpSp>
          <p:nvGrpSpPr>
            <p:cNvPr id="6157" name="Google Shape;6157;p88"/>
            <p:cNvGrpSpPr/>
            <p:nvPr/>
          </p:nvGrpSpPr>
          <p:grpSpPr>
            <a:xfrm>
              <a:off x="6530967" y="2825758"/>
              <a:ext cx="577856" cy="1566743"/>
              <a:chOff x="6530967" y="2825758"/>
              <a:chExt cx="577856" cy="1566743"/>
            </a:xfrm>
          </p:grpSpPr>
          <p:sp>
            <p:nvSpPr>
              <p:cNvPr id="6158" name="Google Shape;6158;p88"/>
              <p:cNvSpPr/>
              <p:nvPr/>
            </p:nvSpPr>
            <p:spPr>
              <a:xfrm>
                <a:off x="6624071" y="2830282"/>
                <a:ext cx="391673" cy="1562220"/>
              </a:xfrm>
              <a:custGeom>
                <a:avLst/>
                <a:gdLst/>
                <a:ahLst/>
                <a:cxnLst/>
                <a:rect l="l" t="t" r="r" b="b"/>
                <a:pathLst>
                  <a:path w="15498" h="61815" extrusionOk="0">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8"/>
              <p:cNvSpPr/>
              <p:nvPr/>
            </p:nvSpPr>
            <p:spPr>
              <a:xfrm>
                <a:off x="6530967" y="2825758"/>
                <a:ext cx="577856" cy="89389"/>
              </a:xfrm>
              <a:custGeom>
                <a:avLst/>
                <a:gdLst/>
                <a:ahLst/>
                <a:cxnLst/>
                <a:rect l="l" t="t" r="r" b="b"/>
                <a:pathLst>
                  <a:path w="22865" h="3537" extrusionOk="0">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0" name="Google Shape;6160;p88"/>
            <p:cNvSpPr/>
            <p:nvPr/>
          </p:nvSpPr>
          <p:spPr>
            <a:xfrm>
              <a:off x="6687278" y="3011107"/>
              <a:ext cx="265260" cy="1318188"/>
            </a:xfrm>
            <a:custGeom>
              <a:avLst/>
              <a:gdLst/>
              <a:ahLst/>
              <a:cxnLst/>
              <a:rect l="l" t="t" r="r" b="b"/>
              <a:pathLst>
                <a:path w="10496" h="52159" extrusionOk="0">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8"/>
            <p:cNvSpPr/>
            <p:nvPr/>
          </p:nvSpPr>
          <p:spPr>
            <a:xfrm>
              <a:off x="6687278" y="3325497"/>
              <a:ext cx="265260" cy="1003798"/>
            </a:xfrm>
            <a:custGeom>
              <a:avLst/>
              <a:gdLst/>
              <a:ahLst/>
              <a:cxnLst/>
              <a:rect l="l" t="t" r="r" b="b"/>
              <a:pathLst>
                <a:path w="10496" h="39719" extrusionOk="0">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8"/>
            <p:cNvSpPr/>
            <p:nvPr/>
          </p:nvSpPr>
          <p:spPr>
            <a:xfrm>
              <a:off x="6687278" y="3749089"/>
              <a:ext cx="265260" cy="580206"/>
            </a:xfrm>
            <a:custGeom>
              <a:avLst/>
              <a:gdLst/>
              <a:ahLst/>
              <a:cxnLst/>
              <a:rect l="l" t="t" r="r" b="b"/>
              <a:pathLst>
                <a:path w="10496" h="22958" extrusionOk="0">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8"/>
            <p:cNvSpPr/>
            <p:nvPr/>
          </p:nvSpPr>
          <p:spPr>
            <a:xfrm>
              <a:off x="6687278" y="4160980"/>
              <a:ext cx="265260" cy="168315"/>
            </a:xfrm>
            <a:custGeom>
              <a:avLst/>
              <a:gdLst/>
              <a:ahLst/>
              <a:cxnLst/>
              <a:rect l="l" t="t" r="r" b="b"/>
              <a:pathLst>
                <a:path w="10496" h="6660" extrusionOk="0">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4" name="Google Shape;6164;p88"/>
          <p:cNvSpPr/>
          <p:nvPr/>
        </p:nvSpPr>
        <p:spPr>
          <a:xfrm>
            <a:off x="6431526" y="1558993"/>
            <a:ext cx="402288" cy="1136125"/>
          </a:xfrm>
          <a:custGeom>
            <a:avLst/>
            <a:gdLst/>
            <a:ahLst/>
            <a:cxnLst/>
            <a:rect l="l" t="t" r="r" b="b"/>
            <a:pathLst>
              <a:path w="15918" h="44955" extrusionOk="0">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8"/>
          <p:cNvSpPr/>
          <p:nvPr/>
        </p:nvSpPr>
        <p:spPr>
          <a:xfrm>
            <a:off x="4811024" y="1580335"/>
            <a:ext cx="744629" cy="457685"/>
          </a:xfrm>
          <a:custGeom>
            <a:avLst/>
            <a:gdLst/>
            <a:ahLst/>
            <a:cxnLst/>
            <a:rect l="l" t="t" r="r" b="b"/>
            <a:pathLst>
              <a:path w="29464" h="18110" extrusionOk="0">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8"/>
          <p:cNvSpPr/>
          <p:nvPr/>
        </p:nvSpPr>
        <p:spPr>
          <a:xfrm>
            <a:off x="4768491" y="2118007"/>
            <a:ext cx="1074435" cy="439590"/>
          </a:xfrm>
          <a:custGeom>
            <a:avLst/>
            <a:gdLst/>
            <a:ahLst/>
            <a:cxnLst/>
            <a:rect l="l" t="t" r="r" b="b"/>
            <a:pathLst>
              <a:path w="42514" h="17394" extrusionOk="0">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7" name="Google Shape;6167;p88"/>
          <p:cNvGrpSpPr/>
          <p:nvPr/>
        </p:nvGrpSpPr>
        <p:grpSpPr>
          <a:xfrm>
            <a:off x="2882968" y="1560496"/>
            <a:ext cx="554302" cy="1133118"/>
            <a:chOff x="3039218" y="1560945"/>
            <a:chExt cx="554302" cy="1133118"/>
          </a:xfrm>
        </p:grpSpPr>
        <p:sp>
          <p:nvSpPr>
            <p:cNvPr id="6168" name="Google Shape;6168;p88"/>
            <p:cNvSpPr/>
            <p:nvPr/>
          </p:nvSpPr>
          <p:spPr>
            <a:xfrm>
              <a:off x="3067043" y="2114615"/>
              <a:ext cx="25904" cy="6925"/>
            </a:xfrm>
            <a:custGeom>
              <a:avLst/>
              <a:gdLst/>
              <a:ahLst/>
              <a:cxnLst/>
              <a:rect l="l" t="t" r="r" b="b"/>
              <a:pathLst>
                <a:path w="1025" h="274" extrusionOk="0">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8"/>
            <p:cNvSpPr/>
            <p:nvPr/>
          </p:nvSpPr>
          <p:spPr>
            <a:xfrm>
              <a:off x="3039218" y="2118482"/>
              <a:ext cx="30378" cy="19940"/>
            </a:xfrm>
            <a:custGeom>
              <a:avLst/>
              <a:gdLst/>
              <a:ahLst/>
              <a:cxnLst/>
              <a:rect l="l" t="t" r="r" b="b"/>
              <a:pathLst>
                <a:path w="1202" h="789" extrusionOk="0">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8"/>
            <p:cNvSpPr/>
            <p:nvPr/>
          </p:nvSpPr>
          <p:spPr>
            <a:xfrm>
              <a:off x="3062620" y="2148480"/>
              <a:ext cx="22543" cy="28078"/>
            </a:xfrm>
            <a:custGeom>
              <a:avLst/>
              <a:gdLst/>
              <a:ahLst/>
              <a:cxnLst/>
              <a:rect l="l" t="t" r="r" b="b"/>
              <a:pathLst>
                <a:path w="892" h="1111" extrusionOk="0">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8"/>
            <p:cNvSpPr/>
            <p:nvPr/>
          </p:nvSpPr>
          <p:spPr>
            <a:xfrm>
              <a:off x="3049554" y="2174309"/>
              <a:ext cx="22518" cy="28128"/>
            </a:xfrm>
            <a:custGeom>
              <a:avLst/>
              <a:gdLst/>
              <a:ahLst/>
              <a:cxnLst/>
              <a:rect l="l" t="t" r="r" b="b"/>
              <a:pathLst>
                <a:path w="891" h="1113" extrusionOk="0">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8"/>
            <p:cNvSpPr/>
            <p:nvPr/>
          </p:nvSpPr>
          <p:spPr>
            <a:xfrm>
              <a:off x="3059739" y="2185024"/>
              <a:ext cx="23478" cy="31717"/>
            </a:xfrm>
            <a:custGeom>
              <a:avLst/>
              <a:gdLst/>
              <a:ahLst/>
              <a:cxnLst/>
              <a:rect l="l" t="t" r="r" b="b"/>
              <a:pathLst>
                <a:path w="929" h="1255" extrusionOk="0">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8"/>
            <p:cNvSpPr/>
            <p:nvPr/>
          </p:nvSpPr>
          <p:spPr>
            <a:xfrm>
              <a:off x="3189741" y="2601161"/>
              <a:ext cx="123254" cy="92902"/>
            </a:xfrm>
            <a:custGeom>
              <a:avLst/>
              <a:gdLst/>
              <a:ahLst/>
              <a:cxnLst/>
              <a:rect l="l" t="t" r="r" b="b"/>
              <a:pathLst>
                <a:path w="4877" h="3676" extrusionOk="0">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8"/>
            <p:cNvSpPr/>
            <p:nvPr/>
          </p:nvSpPr>
          <p:spPr>
            <a:xfrm>
              <a:off x="3318353" y="2601161"/>
              <a:ext cx="123128" cy="92902"/>
            </a:xfrm>
            <a:custGeom>
              <a:avLst/>
              <a:gdLst/>
              <a:ahLst/>
              <a:cxnLst/>
              <a:rect l="l" t="t" r="r" b="b"/>
              <a:pathLst>
                <a:path w="4872" h="3676" extrusionOk="0">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8"/>
            <p:cNvSpPr/>
            <p:nvPr/>
          </p:nvSpPr>
          <p:spPr>
            <a:xfrm>
              <a:off x="3198814" y="1987343"/>
              <a:ext cx="235110" cy="126742"/>
            </a:xfrm>
            <a:custGeom>
              <a:avLst/>
              <a:gdLst/>
              <a:ahLst/>
              <a:cxnLst/>
              <a:rect l="l" t="t" r="r" b="b"/>
              <a:pathLst>
                <a:path w="9303" h="5015" extrusionOk="0">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8"/>
            <p:cNvSpPr/>
            <p:nvPr/>
          </p:nvSpPr>
          <p:spPr>
            <a:xfrm>
              <a:off x="3304301" y="2011327"/>
              <a:ext cx="25500" cy="16553"/>
            </a:xfrm>
            <a:custGeom>
              <a:avLst/>
              <a:gdLst/>
              <a:ahLst/>
              <a:cxnLst/>
              <a:rect l="l" t="t" r="r" b="b"/>
              <a:pathLst>
                <a:path w="1009" h="655" extrusionOk="0">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8"/>
            <p:cNvSpPr/>
            <p:nvPr/>
          </p:nvSpPr>
          <p:spPr>
            <a:xfrm>
              <a:off x="3304301" y="2005944"/>
              <a:ext cx="25500" cy="5560"/>
            </a:xfrm>
            <a:custGeom>
              <a:avLst/>
              <a:gdLst/>
              <a:ahLst/>
              <a:cxnLst/>
              <a:rect l="l" t="t" r="r" b="b"/>
              <a:pathLst>
                <a:path w="1009" h="220" extrusionOk="0">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8"/>
            <p:cNvSpPr/>
            <p:nvPr/>
          </p:nvSpPr>
          <p:spPr>
            <a:xfrm>
              <a:off x="3304301" y="1989441"/>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8"/>
            <p:cNvSpPr/>
            <p:nvPr/>
          </p:nvSpPr>
          <p:spPr>
            <a:xfrm>
              <a:off x="3304301" y="1984058"/>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8"/>
            <p:cNvSpPr/>
            <p:nvPr/>
          </p:nvSpPr>
          <p:spPr>
            <a:xfrm>
              <a:off x="3304301" y="1967555"/>
              <a:ext cx="25500" cy="16402"/>
            </a:xfrm>
            <a:custGeom>
              <a:avLst/>
              <a:gdLst/>
              <a:ahLst/>
              <a:cxnLst/>
              <a:rect l="l" t="t" r="r" b="b"/>
              <a:pathLst>
                <a:path w="1009" h="649" extrusionOk="0">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8"/>
            <p:cNvSpPr/>
            <p:nvPr/>
          </p:nvSpPr>
          <p:spPr>
            <a:xfrm>
              <a:off x="3304301" y="1962045"/>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8"/>
            <p:cNvSpPr/>
            <p:nvPr/>
          </p:nvSpPr>
          <p:spPr>
            <a:xfrm>
              <a:off x="3304301" y="1945643"/>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8"/>
            <p:cNvSpPr/>
            <p:nvPr/>
          </p:nvSpPr>
          <p:spPr>
            <a:xfrm>
              <a:off x="3304301" y="1940134"/>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8"/>
            <p:cNvSpPr/>
            <p:nvPr/>
          </p:nvSpPr>
          <p:spPr>
            <a:xfrm>
              <a:off x="3304301" y="1923757"/>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8"/>
            <p:cNvSpPr/>
            <p:nvPr/>
          </p:nvSpPr>
          <p:spPr>
            <a:xfrm>
              <a:off x="3304301" y="1918248"/>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8"/>
            <p:cNvSpPr/>
            <p:nvPr/>
          </p:nvSpPr>
          <p:spPr>
            <a:xfrm>
              <a:off x="3304301" y="1901846"/>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8"/>
            <p:cNvSpPr/>
            <p:nvPr/>
          </p:nvSpPr>
          <p:spPr>
            <a:xfrm>
              <a:off x="3304301" y="1896337"/>
              <a:ext cx="25500" cy="5535"/>
            </a:xfrm>
            <a:custGeom>
              <a:avLst/>
              <a:gdLst/>
              <a:ahLst/>
              <a:cxnLst/>
              <a:rect l="l" t="t" r="r" b="b"/>
              <a:pathLst>
                <a:path w="1009" h="219" extrusionOk="0">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8"/>
            <p:cNvSpPr/>
            <p:nvPr/>
          </p:nvSpPr>
          <p:spPr>
            <a:xfrm>
              <a:off x="3304301" y="1879960"/>
              <a:ext cx="25500" cy="16402"/>
            </a:xfrm>
            <a:custGeom>
              <a:avLst/>
              <a:gdLst/>
              <a:ahLst/>
              <a:cxnLst/>
              <a:rect l="l" t="t" r="r" b="b"/>
              <a:pathLst>
                <a:path w="1009" h="649" extrusionOk="0">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8"/>
            <p:cNvSpPr/>
            <p:nvPr/>
          </p:nvSpPr>
          <p:spPr>
            <a:xfrm>
              <a:off x="3304301" y="1874451"/>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8"/>
            <p:cNvSpPr/>
            <p:nvPr/>
          </p:nvSpPr>
          <p:spPr>
            <a:xfrm>
              <a:off x="3304301" y="1858074"/>
              <a:ext cx="25500" cy="16402"/>
            </a:xfrm>
            <a:custGeom>
              <a:avLst/>
              <a:gdLst/>
              <a:ahLst/>
              <a:cxnLst/>
              <a:rect l="l" t="t" r="r" b="b"/>
              <a:pathLst>
                <a:path w="1009" h="649" extrusionOk="0">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8"/>
            <p:cNvSpPr/>
            <p:nvPr/>
          </p:nvSpPr>
          <p:spPr>
            <a:xfrm>
              <a:off x="3304301" y="1852539"/>
              <a:ext cx="25500" cy="5560"/>
            </a:xfrm>
            <a:custGeom>
              <a:avLst/>
              <a:gdLst/>
              <a:ahLst/>
              <a:cxnLst/>
              <a:rect l="l" t="t" r="r" b="b"/>
              <a:pathLst>
                <a:path w="1009" h="220" extrusionOk="0">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8"/>
            <p:cNvSpPr/>
            <p:nvPr/>
          </p:nvSpPr>
          <p:spPr>
            <a:xfrm>
              <a:off x="3304301" y="1836036"/>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8"/>
            <p:cNvSpPr/>
            <p:nvPr/>
          </p:nvSpPr>
          <p:spPr>
            <a:xfrm>
              <a:off x="3304301" y="1830527"/>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8"/>
            <p:cNvSpPr/>
            <p:nvPr/>
          </p:nvSpPr>
          <p:spPr>
            <a:xfrm>
              <a:off x="3304301" y="1814125"/>
              <a:ext cx="25500" cy="16427"/>
            </a:xfrm>
            <a:custGeom>
              <a:avLst/>
              <a:gdLst/>
              <a:ahLst/>
              <a:cxnLst/>
              <a:rect l="l" t="t" r="r" b="b"/>
              <a:pathLst>
                <a:path w="1009" h="650" extrusionOk="0">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8"/>
            <p:cNvSpPr/>
            <p:nvPr/>
          </p:nvSpPr>
          <p:spPr>
            <a:xfrm>
              <a:off x="3304301" y="1808616"/>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8"/>
            <p:cNvSpPr/>
            <p:nvPr/>
          </p:nvSpPr>
          <p:spPr>
            <a:xfrm>
              <a:off x="3304301" y="1792239"/>
              <a:ext cx="25500" cy="16402"/>
            </a:xfrm>
            <a:custGeom>
              <a:avLst/>
              <a:gdLst/>
              <a:ahLst/>
              <a:cxnLst/>
              <a:rect l="l" t="t" r="r" b="b"/>
              <a:pathLst>
                <a:path w="1009" h="649" extrusionOk="0">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8"/>
            <p:cNvSpPr/>
            <p:nvPr/>
          </p:nvSpPr>
          <p:spPr>
            <a:xfrm>
              <a:off x="3304301" y="1786730"/>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8"/>
            <p:cNvSpPr/>
            <p:nvPr/>
          </p:nvSpPr>
          <p:spPr>
            <a:xfrm>
              <a:off x="3304301" y="1770353"/>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8"/>
            <p:cNvSpPr/>
            <p:nvPr/>
          </p:nvSpPr>
          <p:spPr>
            <a:xfrm>
              <a:off x="3304301" y="1764819"/>
              <a:ext cx="25500" cy="5560"/>
            </a:xfrm>
            <a:custGeom>
              <a:avLst/>
              <a:gdLst/>
              <a:ahLst/>
              <a:cxnLst/>
              <a:rect l="l" t="t" r="r" b="b"/>
              <a:pathLst>
                <a:path w="1009" h="220" extrusionOk="0">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8"/>
            <p:cNvSpPr/>
            <p:nvPr/>
          </p:nvSpPr>
          <p:spPr>
            <a:xfrm>
              <a:off x="3304301" y="1748442"/>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8"/>
            <p:cNvSpPr/>
            <p:nvPr/>
          </p:nvSpPr>
          <p:spPr>
            <a:xfrm>
              <a:off x="3304301" y="1742933"/>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8"/>
            <p:cNvSpPr/>
            <p:nvPr/>
          </p:nvSpPr>
          <p:spPr>
            <a:xfrm>
              <a:off x="3304301" y="1726556"/>
              <a:ext cx="25500" cy="16402"/>
            </a:xfrm>
            <a:custGeom>
              <a:avLst/>
              <a:gdLst/>
              <a:ahLst/>
              <a:cxnLst/>
              <a:rect l="l" t="t" r="r" b="b"/>
              <a:pathLst>
                <a:path w="1009" h="649" extrusionOk="0">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8"/>
            <p:cNvSpPr/>
            <p:nvPr/>
          </p:nvSpPr>
          <p:spPr>
            <a:xfrm>
              <a:off x="3304301" y="1721047"/>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8"/>
            <p:cNvSpPr/>
            <p:nvPr/>
          </p:nvSpPr>
          <p:spPr>
            <a:xfrm>
              <a:off x="3304301" y="1704645"/>
              <a:ext cx="25500" cy="16427"/>
            </a:xfrm>
            <a:custGeom>
              <a:avLst/>
              <a:gdLst/>
              <a:ahLst/>
              <a:cxnLst/>
              <a:rect l="l" t="t" r="r" b="b"/>
              <a:pathLst>
                <a:path w="1009" h="650" extrusionOk="0">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8"/>
            <p:cNvSpPr/>
            <p:nvPr/>
          </p:nvSpPr>
          <p:spPr>
            <a:xfrm>
              <a:off x="3329776" y="1994116"/>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8"/>
            <p:cNvSpPr/>
            <p:nvPr/>
          </p:nvSpPr>
          <p:spPr>
            <a:xfrm>
              <a:off x="3295077" y="1994116"/>
              <a:ext cx="9654" cy="7203"/>
            </a:xfrm>
            <a:custGeom>
              <a:avLst/>
              <a:gdLst/>
              <a:ahLst/>
              <a:cxnLst/>
              <a:rect l="l" t="t" r="r" b="b"/>
              <a:pathLst>
                <a:path w="382" h="285" extrusionOk="0">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8"/>
            <p:cNvSpPr/>
            <p:nvPr/>
          </p:nvSpPr>
          <p:spPr>
            <a:xfrm>
              <a:off x="3329776" y="1972230"/>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8"/>
            <p:cNvSpPr/>
            <p:nvPr/>
          </p:nvSpPr>
          <p:spPr>
            <a:xfrm>
              <a:off x="3294950" y="1972230"/>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8"/>
            <p:cNvSpPr/>
            <p:nvPr/>
          </p:nvSpPr>
          <p:spPr>
            <a:xfrm>
              <a:off x="3329776" y="1950319"/>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8"/>
            <p:cNvSpPr/>
            <p:nvPr/>
          </p:nvSpPr>
          <p:spPr>
            <a:xfrm>
              <a:off x="3294950" y="1950319"/>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8"/>
            <p:cNvSpPr/>
            <p:nvPr/>
          </p:nvSpPr>
          <p:spPr>
            <a:xfrm>
              <a:off x="3329776" y="1928306"/>
              <a:ext cx="9401" cy="7177"/>
            </a:xfrm>
            <a:custGeom>
              <a:avLst/>
              <a:gdLst/>
              <a:ahLst/>
              <a:cxnLst/>
              <a:rect l="l" t="t" r="r" b="b"/>
              <a:pathLst>
                <a:path w="372" h="284" extrusionOk="0">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8"/>
            <p:cNvSpPr/>
            <p:nvPr/>
          </p:nvSpPr>
          <p:spPr>
            <a:xfrm>
              <a:off x="3294950" y="1928306"/>
              <a:ext cx="9654" cy="7177"/>
            </a:xfrm>
            <a:custGeom>
              <a:avLst/>
              <a:gdLst/>
              <a:ahLst/>
              <a:cxnLst/>
              <a:rect l="l" t="t" r="r" b="b"/>
              <a:pathLst>
                <a:path w="382" h="284" extrusionOk="0">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8"/>
            <p:cNvSpPr/>
            <p:nvPr/>
          </p:nvSpPr>
          <p:spPr>
            <a:xfrm>
              <a:off x="3329776" y="1906395"/>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8"/>
            <p:cNvSpPr/>
            <p:nvPr/>
          </p:nvSpPr>
          <p:spPr>
            <a:xfrm>
              <a:off x="3294950" y="1906395"/>
              <a:ext cx="9654" cy="7203"/>
            </a:xfrm>
            <a:custGeom>
              <a:avLst/>
              <a:gdLst/>
              <a:ahLst/>
              <a:cxnLst/>
              <a:rect l="l" t="t" r="r" b="b"/>
              <a:pathLst>
                <a:path w="382" h="285" extrusionOk="0">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8"/>
            <p:cNvSpPr/>
            <p:nvPr/>
          </p:nvSpPr>
          <p:spPr>
            <a:xfrm>
              <a:off x="3329776" y="1884509"/>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8"/>
            <p:cNvSpPr/>
            <p:nvPr/>
          </p:nvSpPr>
          <p:spPr>
            <a:xfrm>
              <a:off x="3294950" y="1884509"/>
              <a:ext cx="9654" cy="7329"/>
            </a:xfrm>
            <a:custGeom>
              <a:avLst/>
              <a:gdLst/>
              <a:ahLst/>
              <a:cxnLst/>
              <a:rect l="l" t="t" r="r" b="b"/>
              <a:pathLst>
                <a:path w="382" h="290" extrusionOk="0">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8"/>
            <p:cNvSpPr/>
            <p:nvPr/>
          </p:nvSpPr>
          <p:spPr>
            <a:xfrm>
              <a:off x="3329776" y="1862598"/>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8"/>
            <p:cNvSpPr/>
            <p:nvPr/>
          </p:nvSpPr>
          <p:spPr>
            <a:xfrm>
              <a:off x="3294950" y="1862598"/>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8"/>
            <p:cNvSpPr/>
            <p:nvPr/>
          </p:nvSpPr>
          <p:spPr>
            <a:xfrm>
              <a:off x="3329776" y="1840712"/>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8"/>
            <p:cNvSpPr/>
            <p:nvPr/>
          </p:nvSpPr>
          <p:spPr>
            <a:xfrm>
              <a:off x="3294950" y="1840712"/>
              <a:ext cx="9654" cy="7177"/>
            </a:xfrm>
            <a:custGeom>
              <a:avLst/>
              <a:gdLst/>
              <a:ahLst/>
              <a:cxnLst/>
              <a:rect l="l" t="t" r="r" b="b"/>
              <a:pathLst>
                <a:path w="382" h="284" extrusionOk="0">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8"/>
            <p:cNvSpPr/>
            <p:nvPr/>
          </p:nvSpPr>
          <p:spPr>
            <a:xfrm>
              <a:off x="3329776" y="1818826"/>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8"/>
            <p:cNvSpPr/>
            <p:nvPr/>
          </p:nvSpPr>
          <p:spPr>
            <a:xfrm>
              <a:off x="3294950" y="181882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8"/>
            <p:cNvSpPr/>
            <p:nvPr/>
          </p:nvSpPr>
          <p:spPr>
            <a:xfrm>
              <a:off x="3329776" y="179691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8"/>
            <p:cNvSpPr/>
            <p:nvPr/>
          </p:nvSpPr>
          <p:spPr>
            <a:xfrm>
              <a:off x="3294950" y="1796915"/>
              <a:ext cx="9654" cy="7051"/>
            </a:xfrm>
            <a:custGeom>
              <a:avLst/>
              <a:gdLst/>
              <a:ahLst/>
              <a:cxnLst/>
              <a:rect l="l" t="t" r="r" b="b"/>
              <a:pathLst>
                <a:path w="382" h="279" extrusionOk="0">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8"/>
            <p:cNvSpPr/>
            <p:nvPr/>
          </p:nvSpPr>
          <p:spPr>
            <a:xfrm>
              <a:off x="3329776" y="1774877"/>
              <a:ext cx="9401" cy="7203"/>
            </a:xfrm>
            <a:custGeom>
              <a:avLst/>
              <a:gdLst/>
              <a:ahLst/>
              <a:cxnLst/>
              <a:rect l="l" t="t" r="r" b="b"/>
              <a:pathLst>
                <a:path w="372" h="285" extrusionOk="0">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8"/>
            <p:cNvSpPr/>
            <p:nvPr/>
          </p:nvSpPr>
          <p:spPr>
            <a:xfrm>
              <a:off x="3294950" y="1774877"/>
              <a:ext cx="9654" cy="7203"/>
            </a:xfrm>
            <a:custGeom>
              <a:avLst/>
              <a:gdLst/>
              <a:ahLst/>
              <a:cxnLst/>
              <a:rect l="l" t="t" r="r" b="b"/>
              <a:pathLst>
                <a:path w="382" h="285" extrusionOk="0">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8"/>
            <p:cNvSpPr/>
            <p:nvPr/>
          </p:nvSpPr>
          <p:spPr>
            <a:xfrm>
              <a:off x="3329776" y="1752991"/>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8"/>
            <p:cNvSpPr/>
            <p:nvPr/>
          </p:nvSpPr>
          <p:spPr>
            <a:xfrm>
              <a:off x="3295077" y="1752991"/>
              <a:ext cx="9654" cy="7329"/>
            </a:xfrm>
            <a:custGeom>
              <a:avLst/>
              <a:gdLst/>
              <a:ahLst/>
              <a:cxnLst/>
              <a:rect l="l" t="t" r="r" b="b"/>
              <a:pathLst>
                <a:path w="382" h="290" extrusionOk="0">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8"/>
            <p:cNvSpPr/>
            <p:nvPr/>
          </p:nvSpPr>
          <p:spPr>
            <a:xfrm>
              <a:off x="3329776" y="1731105"/>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8"/>
            <p:cNvSpPr/>
            <p:nvPr/>
          </p:nvSpPr>
          <p:spPr>
            <a:xfrm>
              <a:off x="3294950" y="1731105"/>
              <a:ext cx="9654" cy="7177"/>
            </a:xfrm>
            <a:custGeom>
              <a:avLst/>
              <a:gdLst/>
              <a:ahLst/>
              <a:cxnLst/>
              <a:rect l="l" t="t" r="r" b="b"/>
              <a:pathLst>
                <a:path w="382" h="284" extrusionOk="0">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8"/>
            <p:cNvSpPr/>
            <p:nvPr/>
          </p:nvSpPr>
          <p:spPr>
            <a:xfrm>
              <a:off x="3329776" y="1709194"/>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8"/>
            <p:cNvSpPr/>
            <p:nvPr/>
          </p:nvSpPr>
          <p:spPr>
            <a:xfrm>
              <a:off x="3294950" y="1709194"/>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8"/>
            <p:cNvSpPr/>
            <p:nvPr/>
          </p:nvSpPr>
          <p:spPr>
            <a:xfrm>
              <a:off x="3190246" y="1739344"/>
              <a:ext cx="127626" cy="81706"/>
            </a:xfrm>
            <a:custGeom>
              <a:avLst/>
              <a:gdLst/>
              <a:ahLst/>
              <a:cxnLst/>
              <a:rect l="l" t="t" r="r" b="b"/>
              <a:pathLst>
                <a:path w="5050" h="3233" extrusionOk="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8"/>
            <p:cNvSpPr/>
            <p:nvPr/>
          </p:nvSpPr>
          <p:spPr>
            <a:xfrm>
              <a:off x="3314865" y="1739344"/>
              <a:ext cx="127778" cy="81706"/>
            </a:xfrm>
            <a:custGeom>
              <a:avLst/>
              <a:gdLst/>
              <a:ahLst/>
              <a:cxnLst/>
              <a:rect l="l" t="t" r="r" b="b"/>
              <a:pathLst>
                <a:path w="5056" h="3233" extrusionOk="0">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8"/>
            <p:cNvSpPr/>
            <p:nvPr/>
          </p:nvSpPr>
          <p:spPr>
            <a:xfrm>
              <a:off x="3240690" y="2052799"/>
              <a:ext cx="30175" cy="54134"/>
            </a:xfrm>
            <a:custGeom>
              <a:avLst/>
              <a:gdLst/>
              <a:ahLst/>
              <a:cxnLst/>
              <a:rect l="l" t="t" r="r" b="b"/>
              <a:pathLst>
                <a:path w="1194" h="2142" extrusionOk="0">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8"/>
            <p:cNvSpPr/>
            <p:nvPr/>
          </p:nvSpPr>
          <p:spPr>
            <a:xfrm>
              <a:off x="3186556" y="1765299"/>
              <a:ext cx="34446" cy="33663"/>
            </a:xfrm>
            <a:custGeom>
              <a:avLst/>
              <a:gdLst/>
              <a:ahLst/>
              <a:cxnLst/>
              <a:rect l="l" t="t" r="r" b="b"/>
              <a:pathLst>
                <a:path w="1363" h="1332" extrusionOk="0">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8"/>
            <p:cNvSpPr/>
            <p:nvPr/>
          </p:nvSpPr>
          <p:spPr>
            <a:xfrm>
              <a:off x="3144023" y="1950799"/>
              <a:ext cx="37479" cy="24818"/>
            </a:xfrm>
            <a:custGeom>
              <a:avLst/>
              <a:gdLst/>
              <a:ahLst/>
              <a:cxnLst/>
              <a:rect l="l" t="t" r="r" b="b"/>
              <a:pathLst>
                <a:path w="1483" h="982" extrusionOk="0">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8"/>
            <p:cNvSpPr/>
            <p:nvPr/>
          </p:nvSpPr>
          <p:spPr>
            <a:xfrm>
              <a:off x="3259265" y="2344595"/>
              <a:ext cx="40941" cy="40916"/>
            </a:xfrm>
            <a:custGeom>
              <a:avLst/>
              <a:gdLst/>
              <a:ahLst/>
              <a:cxnLst/>
              <a:rect l="l" t="t" r="r" b="b"/>
              <a:pathLst>
                <a:path w="1620" h="1619" extrusionOk="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8"/>
            <p:cNvSpPr/>
            <p:nvPr/>
          </p:nvSpPr>
          <p:spPr>
            <a:xfrm>
              <a:off x="3089889" y="2102737"/>
              <a:ext cx="44101" cy="29442"/>
            </a:xfrm>
            <a:custGeom>
              <a:avLst/>
              <a:gdLst/>
              <a:ahLst/>
              <a:cxnLst/>
              <a:rect l="l" t="t" r="r" b="b"/>
              <a:pathLst>
                <a:path w="1745" h="1165" extrusionOk="0">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8"/>
            <p:cNvSpPr/>
            <p:nvPr/>
          </p:nvSpPr>
          <p:spPr>
            <a:xfrm>
              <a:off x="3138665" y="1770176"/>
              <a:ext cx="77207" cy="195407"/>
            </a:xfrm>
            <a:custGeom>
              <a:avLst/>
              <a:gdLst/>
              <a:ahLst/>
              <a:cxnLst/>
              <a:rect l="l" t="t" r="r" b="b"/>
              <a:pathLst>
                <a:path w="3055" h="7732" extrusionOk="0">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8"/>
            <p:cNvSpPr/>
            <p:nvPr/>
          </p:nvSpPr>
          <p:spPr>
            <a:xfrm>
              <a:off x="3097875" y="1963157"/>
              <a:ext cx="80468" cy="150826"/>
            </a:xfrm>
            <a:custGeom>
              <a:avLst/>
              <a:gdLst/>
              <a:ahLst/>
              <a:cxnLst/>
              <a:rect l="l" t="t" r="r" b="b"/>
              <a:pathLst>
                <a:path w="3184" h="5968" extrusionOk="0">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8"/>
            <p:cNvSpPr/>
            <p:nvPr/>
          </p:nvSpPr>
          <p:spPr>
            <a:xfrm>
              <a:off x="3075711" y="2121414"/>
              <a:ext cx="22543" cy="28128"/>
            </a:xfrm>
            <a:custGeom>
              <a:avLst/>
              <a:gdLst/>
              <a:ahLst/>
              <a:cxnLst/>
              <a:rect l="l" t="t" r="r" b="b"/>
              <a:pathLst>
                <a:path w="892" h="1113" extrusionOk="0">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8"/>
            <p:cNvSpPr/>
            <p:nvPr/>
          </p:nvSpPr>
          <p:spPr>
            <a:xfrm>
              <a:off x="3085214" y="2125129"/>
              <a:ext cx="23630" cy="31692"/>
            </a:xfrm>
            <a:custGeom>
              <a:avLst/>
              <a:gdLst/>
              <a:ahLst/>
              <a:cxnLst/>
              <a:rect l="l" t="t" r="r" b="b"/>
              <a:pathLst>
                <a:path w="935" h="1254" extrusionOk="0">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8"/>
            <p:cNvSpPr/>
            <p:nvPr/>
          </p:nvSpPr>
          <p:spPr>
            <a:xfrm>
              <a:off x="3072527" y="2155708"/>
              <a:ext cx="23503" cy="31818"/>
            </a:xfrm>
            <a:custGeom>
              <a:avLst/>
              <a:gdLst/>
              <a:ahLst/>
              <a:cxnLst/>
              <a:rect l="l" t="t" r="r" b="b"/>
              <a:pathLst>
                <a:path w="930" h="1259" extrusionOk="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8"/>
            <p:cNvSpPr/>
            <p:nvPr/>
          </p:nvSpPr>
          <p:spPr>
            <a:xfrm>
              <a:off x="3098836" y="2129349"/>
              <a:ext cx="18980" cy="29594"/>
            </a:xfrm>
            <a:custGeom>
              <a:avLst/>
              <a:gdLst/>
              <a:ahLst/>
              <a:cxnLst/>
              <a:rect l="l" t="t" r="r" b="b"/>
              <a:pathLst>
                <a:path w="751" h="1171" extrusionOk="0">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8"/>
            <p:cNvSpPr/>
            <p:nvPr/>
          </p:nvSpPr>
          <p:spPr>
            <a:xfrm>
              <a:off x="3090041" y="2158033"/>
              <a:ext cx="18954" cy="29695"/>
            </a:xfrm>
            <a:custGeom>
              <a:avLst/>
              <a:gdLst/>
              <a:ahLst/>
              <a:cxnLst/>
              <a:rect l="l" t="t" r="r" b="b"/>
              <a:pathLst>
                <a:path w="750" h="1175" extrusionOk="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8"/>
            <p:cNvSpPr/>
            <p:nvPr/>
          </p:nvSpPr>
          <p:spPr>
            <a:xfrm>
              <a:off x="3080943" y="2185479"/>
              <a:ext cx="18980" cy="29645"/>
            </a:xfrm>
            <a:custGeom>
              <a:avLst/>
              <a:gdLst/>
              <a:ahLst/>
              <a:cxnLst/>
              <a:rect l="l" t="t" r="r" b="b"/>
              <a:pathLst>
                <a:path w="751" h="1173" extrusionOk="0">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8"/>
            <p:cNvSpPr/>
            <p:nvPr/>
          </p:nvSpPr>
          <p:spPr>
            <a:xfrm>
              <a:off x="3113569" y="2129349"/>
              <a:ext cx="14178" cy="25272"/>
            </a:xfrm>
            <a:custGeom>
              <a:avLst/>
              <a:gdLst/>
              <a:ahLst/>
              <a:cxnLst/>
              <a:rect l="l" t="t" r="r" b="b"/>
              <a:pathLst>
                <a:path w="561" h="1000" extrusionOk="0">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8"/>
            <p:cNvSpPr/>
            <p:nvPr/>
          </p:nvSpPr>
          <p:spPr>
            <a:xfrm>
              <a:off x="3107934" y="2153813"/>
              <a:ext cx="14304" cy="25323"/>
            </a:xfrm>
            <a:custGeom>
              <a:avLst/>
              <a:gdLst/>
              <a:ahLst/>
              <a:cxnLst/>
              <a:rect l="l" t="t" r="r" b="b"/>
              <a:pathLst>
                <a:path w="566" h="1002" extrusionOk="0">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8"/>
            <p:cNvSpPr/>
            <p:nvPr/>
          </p:nvSpPr>
          <p:spPr>
            <a:xfrm>
              <a:off x="3102146" y="2177316"/>
              <a:ext cx="14304" cy="25247"/>
            </a:xfrm>
            <a:custGeom>
              <a:avLst/>
              <a:gdLst/>
              <a:ahLst/>
              <a:cxnLst/>
              <a:rect l="l" t="t" r="r" b="b"/>
              <a:pathLst>
                <a:path w="566" h="999" extrusionOk="0">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8"/>
            <p:cNvSpPr/>
            <p:nvPr/>
          </p:nvSpPr>
          <p:spPr>
            <a:xfrm>
              <a:off x="3196741" y="2071450"/>
              <a:ext cx="115546" cy="287399"/>
            </a:xfrm>
            <a:custGeom>
              <a:avLst/>
              <a:gdLst/>
              <a:ahLst/>
              <a:cxnLst/>
              <a:rect l="l" t="t" r="r" b="b"/>
              <a:pathLst>
                <a:path w="4572" h="11372" extrusionOk="0">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8"/>
            <p:cNvSpPr/>
            <p:nvPr/>
          </p:nvSpPr>
          <p:spPr>
            <a:xfrm>
              <a:off x="3239578" y="2364181"/>
              <a:ext cx="78648" cy="262885"/>
            </a:xfrm>
            <a:custGeom>
              <a:avLst/>
              <a:gdLst/>
              <a:ahLst/>
              <a:cxnLst/>
              <a:rect l="l" t="t" r="r" b="b"/>
              <a:pathLst>
                <a:path w="3112" h="10402" extrusionOk="0">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8"/>
            <p:cNvSpPr/>
            <p:nvPr/>
          </p:nvSpPr>
          <p:spPr>
            <a:xfrm>
              <a:off x="3361872" y="2052799"/>
              <a:ext cx="30327" cy="54260"/>
            </a:xfrm>
            <a:custGeom>
              <a:avLst/>
              <a:gdLst/>
              <a:ahLst/>
              <a:cxnLst/>
              <a:rect l="l" t="t" r="r" b="b"/>
              <a:pathLst>
                <a:path w="1200" h="2147" extrusionOk="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8"/>
            <p:cNvSpPr/>
            <p:nvPr/>
          </p:nvSpPr>
          <p:spPr>
            <a:xfrm>
              <a:off x="3411709" y="1765299"/>
              <a:ext cx="34598" cy="33663"/>
            </a:xfrm>
            <a:custGeom>
              <a:avLst/>
              <a:gdLst/>
              <a:ahLst/>
              <a:cxnLst/>
              <a:rect l="l" t="t" r="r" b="b"/>
              <a:pathLst>
                <a:path w="1369" h="1332" extrusionOk="0">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8"/>
            <p:cNvSpPr/>
            <p:nvPr/>
          </p:nvSpPr>
          <p:spPr>
            <a:xfrm>
              <a:off x="3451235" y="1950799"/>
              <a:ext cx="37479" cy="24818"/>
            </a:xfrm>
            <a:custGeom>
              <a:avLst/>
              <a:gdLst/>
              <a:ahLst/>
              <a:cxnLst/>
              <a:rect l="l" t="t" r="r" b="b"/>
              <a:pathLst>
                <a:path w="1483" h="982" extrusionOk="0">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8"/>
            <p:cNvSpPr/>
            <p:nvPr/>
          </p:nvSpPr>
          <p:spPr>
            <a:xfrm>
              <a:off x="3332530" y="2344595"/>
              <a:ext cx="40916" cy="40916"/>
            </a:xfrm>
            <a:custGeom>
              <a:avLst/>
              <a:gdLst/>
              <a:ahLst/>
              <a:cxnLst/>
              <a:rect l="l" t="t" r="r" b="b"/>
              <a:pathLst>
                <a:path w="1619" h="1619" extrusionOk="0">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8"/>
            <p:cNvSpPr/>
            <p:nvPr/>
          </p:nvSpPr>
          <p:spPr>
            <a:xfrm>
              <a:off x="3272761" y="1653695"/>
              <a:ext cx="87342" cy="60907"/>
            </a:xfrm>
            <a:custGeom>
              <a:avLst/>
              <a:gdLst/>
              <a:ahLst/>
              <a:cxnLst/>
              <a:rect l="l" t="t" r="r" b="b"/>
              <a:pathLst>
                <a:path w="3456" h="2410" extrusionOk="0">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8"/>
            <p:cNvSpPr/>
            <p:nvPr/>
          </p:nvSpPr>
          <p:spPr>
            <a:xfrm>
              <a:off x="3258305" y="1560945"/>
              <a:ext cx="116254" cy="121561"/>
            </a:xfrm>
            <a:custGeom>
              <a:avLst/>
              <a:gdLst/>
              <a:ahLst/>
              <a:cxnLst/>
              <a:rect l="l" t="t" r="r" b="b"/>
              <a:pathLst>
                <a:path w="4600" h="4810" extrusionOk="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8"/>
            <p:cNvSpPr/>
            <p:nvPr/>
          </p:nvSpPr>
          <p:spPr>
            <a:xfrm>
              <a:off x="3416865" y="1770176"/>
              <a:ext cx="77207" cy="195407"/>
            </a:xfrm>
            <a:custGeom>
              <a:avLst/>
              <a:gdLst/>
              <a:ahLst/>
              <a:cxnLst/>
              <a:rect l="l" t="t" r="r" b="b"/>
              <a:pathLst>
                <a:path w="3055" h="7732" extrusionOk="0">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8"/>
            <p:cNvSpPr/>
            <p:nvPr/>
          </p:nvSpPr>
          <p:spPr>
            <a:xfrm>
              <a:off x="3454243" y="1963208"/>
              <a:ext cx="80468" cy="150801"/>
            </a:xfrm>
            <a:custGeom>
              <a:avLst/>
              <a:gdLst/>
              <a:ahLst/>
              <a:cxnLst/>
              <a:rect l="l" t="t" r="r" b="b"/>
              <a:pathLst>
                <a:path w="3184" h="5967" extrusionOk="0">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8"/>
            <p:cNvSpPr/>
            <p:nvPr/>
          </p:nvSpPr>
          <p:spPr>
            <a:xfrm>
              <a:off x="3539790" y="2114615"/>
              <a:ext cx="25904" cy="6925"/>
            </a:xfrm>
            <a:custGeom>
              <a:avLst/>
              <a:gdLst/>
              <a:ahLst/>
              <a:cxnLst/>
              <a:rect l="l" t="t" r="r" b="b"/>
              <a:pathLst>
                <a:path w="1025" h="274" extrusionOk="0">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2" name="Google Shape;6262;p88"/>
            <p:cNvGrpSpPr/>
            <p:nvPr/>
          </p:nvGrpSpPr>
          <p:grpSpPr>
            <a:xfrm>
              <a:off x="3498748" y="2102737"/>
              <a:ext cx="94772" cy="114004"/>
              <a:chOff x="3498748" y="2102737"/>
              <a:chExt cx="94772" cy="114004"/>
            </a:xfrm>
          </p:grpSpPr>
          <p:sp>
            <p:nvSpPr>
              <p:cNvPr id="6263" name="Google Shape;6263;p88"/>
              <p:cNvSpPr/>
              <p:nvPr/>
            </p:nvSpPr>
            <p:spPr>
              <a:xfrm>
                <a:off x="3563142" y="2118482"/>
                <a:ext cx="30378" cy="19940"/>
              </a:xfrm>
              <a:custGeom>
                <a:avLst/>
                <a:gdLst/>
                <a:ahLst/>
                <a:cxnLst/>
                <a:rect l="l" t="t" r="r" b="b"/>
                <a:pathLst>
                  <a:path w="1202" h="789" extrusionOk="0">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8"/>
              <p:cNvSpPr/>
              <p:nvPr/>
            </p:nvSpPr>
            <p:spPr>
              <a:xfrm>
                <a:off x="3560665" y="2174309"/>
                <a:ext cx="22518" cy="28128"/>
              </a:xfrm>
              <a:custGeom>
                <a:avLst/>
                <a:gdLst/>
                <a:ahLst/>
                <a:cxnLst/>
                <a:rect l="l" t="t" r="r" b="b"/>
                <a:pathLst>
                  <a:path w="891" h="1113" extrusionOk="0">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8"/>
              <p:cNvSpPr/>
              <p:nvPr/>
            </p:nvSpPr>
            <p:spPr>
              <a:xfrm>
                <a:off x="3498748" y="2102737"/>
                <a:ext cx="44101" cy="29442"/>
              </a:xfrm>
              <a:custGeom>
                <a:avLst/>
                <a:gdLst/>
                <a:ahLst/>
                <a:cxnLst/>
                <a:rect l="l" t="t" r="r" b="b"/>
                <a:pathLst>
                  <a:path w="1745" h="1165" extrusionOk="0">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8"/>
              <p:cNvSpPr/>
              <p:nvPr/>
            </p:nvSpPr>
            <p:spPr>
              <a:xfrm>
                <a:off x="3537259" y="2125714"/>
                <a:ext cx="22543" cy="28128"/>
              </a:xfrm>
              <a:custGeom>
                <a:avLst/>
                <a:gdLst/>
                <a:ahLst/>
                <a:cxnLst/>
                <a:rect l="l" t="t" r="r" b="b"/>
                <a:pathLst>
                  <a:path w="892" h="1113" extrusionOk="0">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8"/>
              <p:cNvSpPr/>
              <p:nvPr/>
            </p:nvSpPr>
            <p:spPr>
              <a:xfrm>
                <a:off x="3547574" y="2148480"/>
                <a:ext cx="22543" cy="28078"/>
              </a:xfrm>
              <a:custGeom>
                <a:avLst/>
                <a:gdLst/>
                <a:ahLst/>
                <a:cxnLst/>
                <a:rect l="l" t="t" r="r" b="b"/>
                <a:pathLst>
                  <a:path w="892" h="1111" extrusionOk="0">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8"/>
              <p:cNvSpPr/>
              <p:nvPr/>
            </p:nvSpPr>
            <p:spPr>
              <a:xfrm>
                <a:off x="3523894" y="2125129"/>
                <a:ext cx="23503" cy="31692"/>
              </a:xfrm>
              <a:custGeom>
                <a:avLst/>
                <a:gdLst/>
                <a:ahLst/>
                <a:cxnLst/>
                <a:rect l="l" t="t" r="r" b="b"/>
                <a:pathLst>
                  <a:path w="930" h="1254" extrusionOk="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8"/>
              <p:cNvSpPr/>
              <p:nvPr/>
            </p:nvSpPr>
            <p:spPr>
              <a:xfrm>
                <a:off x="3536682" y="2155708"/>
                <a:ext cx="23503" cy="31818"/>
              </a:xfrm>
              <a:custGeom>
                <a:avLst/>
                <a:gdLst/>
                <a:ahLst/>
                <a:cxnLst/>
                <a:rect l="l" t="t" r="r" b="b"/>
                <a:pathLst>
                  <a:path w="930" h="1259" extrusionOk="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8"/>
              <p:cNvSpPr/>
              <p:nvPr/>
            </p:nvSpPr>
            <p:spPr>
              <a:xfrm>
                <a:off x="3549495" y="2185024"/>
                <a:ext cx="23503" cy="31717"/>
              </a:xfrm>
              <a:custGeom>
                <a:avLst/>
                <a:gdLst/>
                <a:ahLst/>
                <a:cxnLst/>
                <a:rect l="l" t="t" r="r" b="b"/>
                <a:pathLst>
                  <a:path w="930" h="1255" extrusionOk="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8"/>
              <p:cNvSpPr/>
              <p:nvPr/>
            </p:nvSpPr>
            <p:spPr>
              <a:xfrm>
                <a:off x="3514922" y="2129349"/>
                <a:ext cx="18980" cy="29594"/>
              </a:xfrm>
              <a:custGeom>
                <a:avLst/>
                <a:gdLst/>
                <a:ahLst/>
                <a:cxnLst/>
                <a:rect l="l" t="t" r="r" b="b"/>
                <a:pathLst>
                  <a:path w="751" h="1171" extrusionOk="0">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8"/>
              <p:cNvSpPr/>
              <p:nvPr/>
            </p:nvSpPr>
            <p:spPr>
              <a:xfrm>
                <a:off x="3523742" y="2158033"/>
                <a:ext cx="18954" cy="29695"/>
              </a:xfrm>
              <a:custGeom>
                <a:avLst/>
                <a:gdLst/>
                <a:ahLst/>
                <a:cxnLst/>
                <a:rect l="l" t="t" r="r" b="b"/>
                <a:pathLst>
                  <a:path w="750" h="1175" extrusionOk="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8"/>
              <p:cNvSpPr/>
              <p:nvPr/>
            </p:nvSpPr>
            <p:spPr>
              <a:xfrm>
                <a:off x="3532815" y="2185479"/>
                <a:ext cx="18980" cy="29645"/>
              </a:xfrm>
              <a:custGeom>
                <a:avLst/>
                <a:gdLst/>
                <a:ahLst/>
                <a:cxnLst/>
                <a:rect l="l" t="t" r="r" b="b"/>
                <a:pathLst>
                  <a:path w="751" h="1173" extrusionOk="0">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8"/>
              <p:cNvSpPr/>
              <p:nvPr/>
            </p:nvSpPr>
            <p:spPr>
              <a:xfrm>
                <a:off x="3504990" y="2129349"/>
                <a:ext cx="14304" cy="25272"/>
              </a:xfrm>
              <a:custGeom>
                <a:avLst/>
                <a:gdLst/>
                <a:ahLst/>
                <a:cxnLst/>
                <a:rect l="l" t="t" r="r" b="b"/>
                <a:pathLst>
                  <a:path w="566" h="1000" extrusionOk="0">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8"/>
              <p:cNvSpPr/>
              <p:nvPr/>
            </p:nvSpPr>
            <p:spPr>
              <a:xfrm>
                <a:off x="3510499" y="2153813"/>
                <a:ext cx="14304" cy="25323"/>
              </a:xfrm>
              <a:custGeom>
                <a:avLst/>
                <a:gdLst/>
                <a:ahLst/>
                <a:cxnLst/>
                <a:rect l="l" t="t" r="r" b="b"/>
                <a:pathLst>
                  <a:path w="566" h="1002" extrusionOk="0">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8"/>
              <p:cNvSpPr/>
              <p:nvPr/>
            </p:nvSpPr>
            <p:spPr>
              <a:xfrm>
                <a:off x="3516287" y="2177316"/>
                <a:ext cx="14304" cy="25247"/>
              </a:xfrm>
              <a:custGeom>
                <a:avLst/>
                <a:gdLst/>
                <a:ahLst/>
                <a:cxnLst/>
                <a:rect l="l" t="t" r="r" b="b"/>
                <a:pathLst>
                  <a:path w="566" h="999" extrusionOk="0">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77" name="Google Shape;6277;p88"/>
            <p:cNvSpPr/>
            <p:nvPr/>
          </p:nvSpPr>
          <p:spPr>
            <a:xfrm>
              <a:off x="3268262" y="2017165"/>
              <a:ext cx="96187" cy="59618"/>
            </a:xfrm>
            <a:custGeom>
              <a:avLst/>
              <a:gdLst/>
              <a:ahLst/>
              <a:cxnLst/>
              <a:rect l="l" t="t" r="r" b="b"/>
              <a:pathLst>
                <a:path w="3806" h="2359" extrusionOk="0">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8"/>
            <p:cNvSpPr/>
            <p:nvPr/>
          </p:nvSpPr>
          <p:spPr>
            <a:xfrm>
              <a:off x="3320602" y="2071450"/>
              <a:ext cx="115521" cy="287399"/>
            </a:xfrm>
            <a:custGeom>
              <a:avLst/>
              <a:gdLst/>
              <a:ahLst/>
              <a:cxnLst/>
              <a:rect l="l" t="t" r="r" b="b"/>
              <a:pathLst>
                <a:path w="4571" h="11372" extrusionOk="0">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8"/>
            <p:cNvSpPr/>
            <p:nvPr/>
          </p:nvSpPr>
          <p:spPr>
            <a:xfrm>
              <a:off x="3314359" y="2364181"/>
              <a:ext cx="78648" cy="262885"/>
            </a:xfrm>
            <a:custGeom>
              <a:avLst/>
              <a:gdLst/>
              <a:ahLst/>
              <a:cxnLst/>
              <a:rect l="l" t="t" r="r" b="b"/>
              <a:pathLst>
                <a:path w="3112" h="10402" extrusionOk="0">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8"/>
            <p:cNvSpPr/>
            <p:nvPr/>
          </p:nvSpPr>
          <p:spPr>
            <a:xfrm>
              <a:off x="3205283" y="1741138"/>
              <a:ext cx="222019" cy="211278"/>
            </a:xfrm>
            <a:custGeom>
              <a:avLst/>
              <a:gdLst/>
              <a:ahLst/>
              <a:cxnLst/>
              <a:rect l="l" t="t" r="r" b="b"/>
              <a:pathLst>
                <a:path w="8785" h="8360" extrusionOk="0">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8"/>
            <p:cNvSpPr/>
            <p:nvPr/>
          </p:nvSpPr>
          <p:spPr>
            <a:xfrm>
              <a:off x="3304301" y="1771162"/>
              <a:ext cx="24135" cy="107029"/>
            </a:xfrm>
            <a:custGeom>
              <a:avLst/>
              <a:gdLst/>
              <a:ahLst/>
              <a:cxnLst/>
              <a:rect l="l" t="t" r="r" b="b"/>
              <a:pathLst>
                <a:path w="955" h="4235" extrusionOk="0">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8"/>
            <p:cNvSpPr/>
            <p:nvPr/>
          </p:nvSpPr>
          <p:spPr>
            <a:xfrm>
              <a:off x="3281581" y="1617733"/>
              <a:ext cx="31970" cy="31110"/>
            </a:xfrm>
            <a:custGeom>
              <a:avLst/>
              <a:gdLst/>
              <a:ahLst/>
              <a:cxnLst/>
              <a:rect l="l" t="t" r="r" b="b"/>
              <a:pathLst>
                <a:path w="1265" h="1231" extrusionOk="0">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8"/>
            <p:cNvSpPr/>
            <p:nvPr/>
          </p:nvSpPr>
          <p:spPr>
            <a:xfrm>
              <a:off x="3320703" y="1617733"/>
              <a:ext cx="31818" cy="31110"/>
            </a:xfrm>
            <a:custGeom>
              <a:avLst/>
              <a:gdLst/>
              <a:ahLst/>
              <a:cxnLst/>
              <a:rect l="l" t="t" r="r" b="b"/>
              <a:pathLst>
                <a:path w="1259" h="1231" extrusionOk="0">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8"/>
            <p:cNvSpPr/>
            <p:nvPr/>
          </p:nvSpPr>
          <p:spPr>
            <a:xfrm>
              <a:off x="3305817" y="1641994"/>
              <a:ext cx="23984" cy="19359"/>
            </a:xfrm>
            <a:custGeom>
              <a:avLst/>
              <a:gdLst/>
              <a:ahLst/>
              <a:cxnLst/>
              <a:rect l="l" t="t" r="r" b="b"/>
              <a:pathLst>
                <a:path w="949" h="766" extrusionOk="0">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88"/>
          <p:cNvGrpSpPr/>
          <p:nvPr/>
        </p:nvGrpSpPr>
        <p:grpSpPr>
          <a:xfrm>
            <a:off x="3572045" y="1558993"/>
            <a:ext cx="451013" cy="1136125"/>
            <a:chOff x="3827467" y="1557988"/>
            <a:chExt cx="451013" cy="1136125"/>
          </a:xfrm>
        </p:grpSpPr>
        <p:sp>
          <p:nvSpPr>
            <p:cNvPr id="6286" name="Google Shape;6286;p88"/>
            <p:cNvSpPr/>
            <p:nvPr/>
          </p:nvSpPr>
          <p:spPr>
            <a:xfrm>
              <a:off x="3827467" y="1557988"/>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7" name="Google Shape;6287;p88"/>
            <p:cNvGrpSpPr/>
            <p:nvPr/>
          </p:nvGrpSpPr>
          <p:grpSpPr>
            <a:xfrm>
              <a:off x="3979228" y="1581563"/>
              <a:ext cx="147768" cy="558502"/>
              <a:chOff x="3979228" y="1581563"/>
              <a:chExt cx="147768" cy="558502"/>
            </a:xfrm>
          </p:grpSpPr>
          <p:sp>
            <p:nvSpPr>
              <p:cNvPr id="6288" name="Google Shape;6288;p88"/>
              <p:cNvSpPr/>
              <p:nvPr/>
            </p:nvSpPr>
            <p:spPr>
              <a:xfrm>
                <a:off x="3979228" y="1780614"/>
                <a:ext cx="147768" cy="143194"/>
              </a:xfrm>
              <a:custGeom>
                <a:avLst/>
                <a:gdLst/>
                <a:ahLst/>
                <a:cxnLst/>
                <a:rect l="l" t="t" r="r" b="b"/>
                <a:pathLst>
                  <a:path w="5847" h="5666" extrusionOk="0">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8"/>
              <p:cNvSpPr/>
              <p:nvPr/>
            </p:nvSpPr>
            <p:spPr>
              <a:xfrm>
                <a:off x="4008696" y="1581563"/>
                <a:ext cx="88024" cy="80796"/>
              </a:xfrm>
              <a:custGeom>
                <a:avLst/>
                <a:gdLst/>
                <a:ahLst/>
                <a:cxnLst/>
                <a:rect l="l" t="t" r="r" b="b"/>
                <a:pathLst>
                  <a:path w="3483" h="3197" extrusionOk="0">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8"/>
              <p:cNvSpPr/>
              <p:nvPr/>
            </p:nvSpPr>
            <p:spPr>
              <a:xfrm>
                <a:off x="4018199" y="1882715"/>
                <a:ext cx="105361" cy="130583"/>
              </a:xfrm>
              <a:custGeom>
                <a:avLst/>
                <a:gdLst/>
                <a:ahLst/>
                <a:cxnLst/>
                <a:rect l="l" t="t" r="r" b="b"/>
                <a:pathLst>
                  <a:path w="4169" h="5167" extrusionOk="0">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8"/>
              <p:cNvSpPr/>
              <p:nvPr/>
            </p:nvSpPr>
            <p:spPr>
              <a:xfrm>
                <a:off x="3989413" y="2001041"/>
                <a:ext cx="124366" cy="139024"/>
              </a:xfrm>
              <a:custGeom>
                <a:avLst/>
                <a:gdLst/>
                <a:ahLst/>
                <a:cxnLst/>
                <a:rect l="l" t="t" r="r" b="b"/>
                <a:pathLst>
                  <a:path w="4921" h="5501" extrusionOk="0">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8"/>
              <p:cNvSpPr/>
              <p:nvPr/>
            </p:nvSpPr>
            <p:spPr>
              <a:xfrm>
                <a:off x="3986785" y="1906092"/>
                <a:ext cx="116531" cy="79533"/>
              </a:xfrm>
              <a:custGeom>
                <a:avLst/>
                <a:gdLst/>
                <a:ahLst/>
                <a:cxnLst/>
                <a:rect l="l" t="t" r="r" b="b"/>
                <a:pathLst>
                  <a:path w="4611" h="3147" extrusionOk="0">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8"/>
              <p:cNvSpPr/>
              <p:nvPr/>
            </p:nvSpPr>
            <p:spPr>
              <a:xfrm>
                <a:off x="4034727" y="1804598"/>
                <a:ext cx="76980" cy="78597"/>
              </a:xfrm>
              <a:custGeom>
                <a:avLst/>
                <a:gdLst/>
                <a:ahLst/>
                <a:cxnLst/>
                <a:rect l="l" t="t" r="r" b="b"/>
                <a:pathLst>
                  <a:path w="3046" h="3110" extrusionOk="0">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94" name="Google Shape;6294;p88"/>
          <p:cNvGrpSpPr/>
          <p:nvPr/>
        </p:nvGrpSpPr>
        <p:grpSpPr>
          <a:xfrm>
            <a:off x="4170709" y="1558993"/>
            <a:ext cx="402414" cy="1136125"/>
            <a:chOff x="4588296" y="1557988"/>
            <a:chExt cx="402414" cy="1136125"/>
          </a:xfrm>
        </p:grpSpPr>
        <p:sp>
          <p:nvSpPr>
            <p:cNvPr id="6295" name="Google Shape;6295;p88"/>
            <p:cNvSpPr/>
            <p:nvPr/>
          </p:nvSpPr>
          <p:spPr>
            <a:xfrm>
              <a:off x="4588296" y="1557988"/>
              <a:ext cx="402414" cy="1136125"/>
            </a:xfrm>
            <a:custGeom>
              <a:avLst/>
              <a:gdLst/>
              <a:ahLst/>
              <a:cxnLst/>
              <a:rect l="l" t="t" r="r" b="b"/>
              <a:pathLst>
                <a:path w="15923" h="44955" extrusionOk="0">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6" name="Google Shape;6296;p88"/>
            <p:cNvGrpSpPr/>
            <p:nvPr/>
          </p:nvGrpSpPr>
          <p:grpSpPr>
            <a:xfrm>
              <a:off x="4708538" y="1583316"/>
              <a:ext cx="163226" cy="588527"/>
              <a:chOff x="4708538" y="1583316"/>
              <a:chExt cx="163226" cy="588527"/>
            </a:xfrm>
          </p:grpSpPr>
          <p:sp>
            <p:nvSpPr>
              <p:cNvPr id="6297" name="Google Shape;6297;p88"/>
              <p:cNvSpPr/>
              <p:nvPr/>
            </p:nvSpPr>
            <p:spPr>
              <a:xfrm>
                <a:off x="4708538" y="1775367"/>
                <a:ext cx="163226" cy="158038"/>
              </a:xfrm>
              <a:custGeom>
                <a:avLst/>
                <a:gdLst/>
                <a:ahLst/>
                <a:cxnLst/>
                <a:rect l="l" t="t" r="r" b="b"/>
                <a:pathLst>
                  <a:path w="5853" h="5667" extrusionOk="0">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8"/>
              <p:cNvSpPr/>
              <p:nvPr/>
            </p:nvSpPr>
            <p:spPr>
              <a:xfrm>
                <a:off x="4745162" y="1583316"/>
                <a:ext cx="88150" cy="80796"/>
              </a:xfrm>
              <a:custGeom>
                <a:avLst/>
                <a:gdLst/>
                <a:ahLst/>
                <a:cxnLst/>
                <a:rect l="l" t="t" r="r" b="b"/>
                <a:pathLst>
                  <a:path w="3488" h="3197" extrusionOk="0">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8"/>
              <p:cNvSpPr/>
              <p:nvPr/>
            </p:nvSpPr>
            <p:spPr>
              <a:xfrm>
                <a:off x="4751848" y="1888032"/>
                <a:ext cx="116291" cy="144095"/>
              </a:xfrm>
              <a:custGeom>
                <a:avLst/>
                <a:gdLst/>
                <a:ahLst/>
                <a:cxnLst/>
                <a:rect l="l" t="t" r="r" b="b"/>
                <a:pathLst>
                  <a:path w="4170" h="5167" extrusionOk="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8"/>
              <p:cNvSpPr/>
              <p:nvPr/>
            </p:nvSpPr>
            <p:spPr>
              <a:xfrm>
                <a:off x="4720084" y="2018461"/>
                <a:ext cx="137095" cy="153381"/>
              </a:xfrm>
              <a:custGeom>
                <a:avLst/>
                <a:gdLst/>
                <a:ahLst/>
                <a:cxnLst/>
                <a:rect l="l" t="t" r="r" b="b"/>
                <a:pathLst>
                  <a:path w="4916" h="5500" extrusionOk="0">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8"/>
              <p:cNvSpPr/>
              <p:nvPr/>
            </p:nvSpPr>
            <p:spPr>
              <a:xfrm>
                <a:off x="4717044" y="1913828"/>
                <a:ext cx="128757" cy="87762"/>
              </a:xfrm>
              <a:custGeom>
                <a:avLst/>
                <a:gdLst/>
                <a:ahLst/>
                <a:cxnLst/>
                <a:rect l="l" t="t" r="r" b="b"/>
                <a:pathLst>
                  <a:path w="4617" h="3147" extrusionOk="0">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8"/>
              <p:cNvSpPr/>
              <p:nvPr/>
            </p:nvSpPr>
            <p:spPr>
              <a:xfrm>
                <a:off x="4770086" y="1801832"/>
                <a:ext cx="84973" cy="86730"/>
              </a:xfrm>
              <a:custGeom>
                <a:avLst/>
                <a:gdLst/>
                <a:ahLst/>
                <a:cxnLst/>
                <a:rect l="l" t="t" r="r" b="b"/>
                <a:pathLst>
                  <a:path w="3047" h="3110" extrusionOk="0">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03" name="Google Shape;6303;p88"/>
          <p:cNvGrpSpPr/>
          <p:nvPr/>
        </p:nvGrpSpPr>
        <p:grpSpPr>
          <a:xfrm>
            <a:off x="2925871" y="2837181"/>
            <a:ext cx="2132746" cy="348002"/>
            <a:chOff x="2925871" y="2837181"/>
            <a:chExt cx="2132746" cy="348002"/>
          </a:xfrm>
        </p:grpSpPr>
        <p:grpSp>
          <p:nvGrpSpPr>
            <p:cNvPr id="6304" name="Google Shape;6304;p88"/>
            <p:cNvGrpSpPr/>
            <p:nvPr/>
          </p:nvGrpSpPr>
          <p:grpSpPr>
            <a:xfrm>
              <a:off x="2925871" y="2837181"/>
              <a:ext cx="2132746" cy="348002"/>
              <a:chOff x="2925871" y="2837181"/>
              <a:chExt cx="2132746" cy="348002"/>
            </a:xfrm>
          </p:grpSpPr>
          <p:sp>
            <p:nvSpPr>
              <p:cNvPr id="6305" name="Google Shape;6305;p88"/>
              <p:cNvSpPr/>
              <p:nvPr/>
            </p:nvSpPr>
            <p:spPr>
              <a:xfrm>
                <a:off x="2986196" y="2942669"/>
                <a:ext cx="175871" cy="137053"/>
              </a:xfrm>
              <a:custGeom>
                <a:avLst/>
                <a:gdLst/>
                <a:ahLst/>
                <a:cxnLst/>
                <a:rect l="l" t="t" r="r" b="b"/>
                <a:pathLst>
                  <a:path w="6959" h="5423" extrusionOk="0">
                    <a:moveTo>
                      <a:pt x="0" y="0"/>
                    </a:moveTo>
                    <a:lnTo>
                      <a:pt x="0" y="5422"/>
                    </a:lnTo>
                    <a:lnTo>
                      <a:pt x="6959" y="5422"/>
                    </a:lnTo>
                    <a:lnTo>
                      <a:pt x="6959"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8"/>
              <p:cNvSpPr/>
              <p:nvPr/>
            </p:nvSpPr>
            <p:spPr>
              <a:xfrm>
                <a:off x="4537776" y="3000366"/>
                <a:ext cx="520841" cy="21633"/>
              </a:xfrm>
              <a:custGeom>
                <a:avLst/>
                <a:gdLst/>
                <a:ahLst/>
                <a:cxnLst/>
                <a:rect l="l" t="t" r="r" b="b"/>
                <a:pathLst>
                  <a:path w="20609" h="856" extrusionOk="0">
                    <a:moveTo>
                      <a:pt x="0" y="0"/>
                    </a:moveTo>
                    <a:lnTo>
                      <a:pt x="0" y="856"/>
                    </a:lnTo>
                    <a:lnTo>
                      <a:pt x="20608" y="856"/>
                    </a:lnTo>
                    <a:lnTo>
                      <a:pt x="1954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8"/>
              <p:cNvSpPr/>
              <p:nvPr/>
            </p:nvSpPr>
            <p:spPr>
              <a:xfrm>
                <a:off x="4476490" y="2956998"/>
                <a:ext cx="148046" cy="108242"/>
              </a:xfrm>
              <a:custGeom>
                <a:avLst/>
                <a:gdLst/>
                <a:ahLst/>
                <a:cxnLst/>
                <a:rect l="l" t="t" r="r" b="b"/>
                <a:pathLst>
                  <a:path w="5858" h="4283" extrusionOk="0">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8"/>
              <p:cNvSpPr/>
              <p:nvPr/>
            </p:nvSpPr>
            <p:spPr>
              <a:xfrm>
                <a:off x="3210237" y="2901626"/>
                <a:ext cx="1252505" cy="219113"/>
              </a:xfrm>
              <a:custGeom>
                <a:avLst/>
                <a:gdLst/>
                <a:ahLst/>
                <a:cxnLst/>
                <a:rect l="l" t="t" r="r" b="b"/>
                <a:pathLst>
                  <a:path w="49560" h="8670" extrusionOk="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8"/>
              <p:cNvSpPr/>
              <p:nvPr/>
            </p:nvSpPr>
            <p:spPr>
              <a:xfrm>
                <a:off x="3161764"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8"/>
              <p:cNvSpPr/>
              <p:nvPr/>
            </p:nvSpPr>
            <p:spPr>
              <a:xfrm>
                <a:off x="2925871"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8"/>
              <p:cNvSpPr/>
              <p:nvPr/>
            </p:nvSpPr>
            <p:spPr>
              <a:xfrm>
                <a:off x="4462717" y="2931650"/>
                <a:ext cx="27572" cy="159065"/>
              </a:xfrm>
              <a:custGeom>
                <a:avLst/>
                <a:gdLst/>
                <a:ahLst/>
                <a:cxnLst/>
                <a:rect l="l" t="t" r="r" b="b"/>
                <a:pathLst>
                  <a:path w="1091" h="6294" extrusionOk="0">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2" name="Google Shape;6312;p88"/>
            <p:cNvSpPr/>
            <p:nvPr/>
          </p:nvSpPr>
          <p:spPr>
            <a:xfrm>
              <a:off x="3222275" y="2920500"/>
              <a:ext cx="1214896" cy="181229"/>
            </a:xfrm>
            <a:custGeom>
              <a:avLst/>
              <a:gdLst/>
              <a:ahLst/>
              <a:cxnLst/>
              <a:rect l="l" t="t" r="r" b="b"/>
              <a:pathLst>
                <a:path w="49532" h="7171" extrusionOk="0">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8"/>
            <p:cNvSpPr/>
            <p:nvPr/>
          </p:nvSpPr>
          <p:spPr>
            <a:xfrm>
              <a:off x="3222275" y="2920500"/>
              <a:ext cx="968006" cy="181381"/>
            </a:xfrm>
            <a:custGeom>
              <a:avLst/>
              <a:gdLst/>
              <a:ahLst/>
              <a:cxnLst/>
              <a:rect l="l" t="t" r="r" b="b"/>
              <a:pathLst>
                <a:path w="39762" h="7177" extrusionOk="0">
                  <a:moveTo>
                    <a:pt x="0" y="0"/>
                  </a:moveTo>
                  <a:lnTo>
                    <a:pt x="0" y="7176"/>
                  </a:lnTo>
                  <a:lnTo>
                    <a:pt x="39761" y="7176"/>
                  </a:lnTo>
                  <a:lnTo>
                    <a:pt x="3976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8"/>
            <p:cNvSpPr/>
            <p:nvPr/>
          </p:nvSpPr>
          <p:spPr>
            <a:xfrm>
              <a:off x="3222275" y="2920500"/>
              <a:ext cx="724118" cy="181381"/>
            </a:xfrm>
            <a:custGeom>
              <a:avLst/>
              <a:gdLst/>
              <a:ahLst/>
              <a:cxnLst/>
              <a:rect l="l" t="t" r="r" b="b"/>
              <a:pathLst>
                <a:path w="30112" h="7177" extrusionOk="0">
                  <a:moveTo>
                    <a:pt x="0" y="0"/>
                  </a:moveTo>
                  <a:lnTo>
                    <a:pt x="0" y="7176"/>
                  </a:lnTo>
                  <a:lnTo>
                    <a:pt x="30111" y="7176"/>
                  </a:lnTo>
                  <a:lnTo>
                    <a:pt x="301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8"/>
            <p:cNvSpPr/>
            <p:nvPr/>
          </p:nvSpPr>
          <p:spPr>
            <a:xfrm>
              <a:off x="3222274" y="2920500"/>
              <a:ext cx="480243" cy="181381"/>
            </a:xfrm>
            <a:custGeom>
              <a:avLst/>
              <a:gdLst/>
              <a:ahLst/>
              <a:cxnLst/>
              <a:rect l="l" t="t" r="r" b="b"/>
              <a:pathLst>
                <a:path w="20462" h="7177" extrusionOk="0">
                  <a:moveTo>
                    <a:pt x="0" y="0"/>
                  </a:moveTo>
                  <a:lnTo>
                    <a:pt x="0" y="7176"/>
                  </a:lnTo>
                  <a:lnTo>
                    <a:pt x="20461" y="7176"/>
                  </a:lnTo>
                  <a:lnTo>
                    <a:pt x="2046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8"/>
            <p:cNvSpPr/>
            <p:nvPr/>
          </p:nvSpPr>
          <p:spPr>
            <a:xfrm>
              <a:off x="3222276" y="2920500"/>
              <a:ext cx="233593" cy="181381"/>
            </a:xfrm>
            <a:custGeom>
              <a:avLst/>
              <a:gdLst/>
              <a:ahLst/>
              <a:cxnLst/>
              <a:rect l="l" t="t" r="r" b="b"/>
              <a:pathLst>
                <a:path w="10703" h="7177" extrusionOk="0">
                  <a:moveTo>
                    <a:pt x="0" y="0"/>
                  </a:moveTo>
                  <a:lnTo>
                    <a:pt x="0" y="7176"/>
                  </a:lnTo>
                  <a:lnTo>
                    <a:pt x="10702" y="7176"/>
                  </a:lnTo>
                  <a:lnTo>
                    <a:pt x="1070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7" name="Google Shape;6317;p88"/>
          <p:cNvGrpSpPr/>
          <p:nvPr/>
        </p:nvGrpSpPr>
        <p:grpSpPr>
          <a:xfrm>
            <a:off x="3526573" y="3256553"/>
            <a:ext cx="447702" cy="1135923"/>
            <a:chOff x="3526573" y="3256553"/>
            <a:chExt cx="447702" cy="1135923"/>
          </a:xfrm>
        </p:grpSpPr>
        <p:sp>
          <p:nvSpPr>
            <p:cNvPr id="6318" name="Google Shape;6318;p88"/>
            <p:cNvSpPr/>
            <p:nvPr/>
          </p:nvSpPr>
          <p:spPr>
            <a:xfrm>
              <a:off x="3526573"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9" name="Google Shape;6319;p88"/>
            <p:cNvGrpSpPr/>
            <p:nvPr/>
          </p:nvGrpSpPr>
          <p:grpSpPr>
            <a:xfrm>
              <a:off x="3539512" y="3261380"/>
              <a:ext cx="426827" cy="1112925"/>
              <a:chOff x="3539512" y="3261380"/>
              <a:chExt cx="426827" cy="1112925"/>
            </a:xfrm>
          </p:grpSpPr>
          <p:sp>
            <p:nvSpPr>
              <p:cNvPr id="6320" name="Google Shape;6320;p88"/>
              <p:cNvSpPr/>
              <p:nvPr/>
            </p:nvSpPr>
            <p:spPr>
              <a:xfrm>
                <a:off x="3539512" y="3319229"/>
                <a:ext cx="211809" cy="1054874"/>
              </a:xfrm>
              <a:custGeom>
                <a:avLst/>
                <a:gdLst/>
                <a:ahLst/>
                <a:cxnLst/>
                <a:rect l="l" t="t" r="r" b="b"/>
                <a:pathLst>
                  <a:path w="8381" h="41740" extrusionOk="0">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8"/>
              <p:cNvSpPr/>
              <p:nvPr/>
            </p:nvSpPr>
            <p:spPr>
              <a:xfrm>
                <a:off x="3743006" y="3319684"/>
                <a:ext cx="223333" cy="1054621"/>
              </a:xfrm>
              <a:custGeom>
                <a:avLst/>
                <a:gdLst/>
                <a:ahLst/>
                <a:cxnLst/>
                <a:rect l="l" t="t" r="r" b="b"/>
                <a:pathLst>
                  <a:path w="8837" h="41730" extrusionOk="0">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2" name="Google Shape;6322;p88"/>
              <p:cNvGrpSpPr/>
              <p:nvPr/>
            </p:nvGrpSpPr>
            <p:grpSpPr>
              <a:xfrm>
                <a:off x="3696227" y="3261380"/>
                <a:ext cx="108950" cy="73543"/>
                <a:chOff x="3696227" y="3261380"/>
                <a:chExt cx="108950" cy="73543"/>
              </a:xfrm>
            </p:grpSpPr>
            <p:sp>
              <p:nvSpPr>
                <p:cNvPr id="6323" name="Google Shape;6323;p88"/>
                <p:cNvSpPr/>
                <p:nvPr/>
              </p:nvSpPr>
              <p:spPr>
                <a:xfrm>
                  <a:off x="3696227" y="3261380"/>
                  <a:ext cx="108950" cy="73442"/>
                </a:xfrm>
                <a:custGeom>
                  <a:avLst/>
                  <a:gdLst/>
                  <a:ahLst/>
                  <a:cxnLst/>
                  <a:rect l="l" t="t" r="r" b="b"/>
                  <a:pathLst>
                    <a:path w="4311" h="2906" extrusionOk="0">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8"/>
                <p:cNvSpPr/>
                <p:nvPr/>
              </p:nvSpPr>
              <p:spPr>
                <a:xfrm>
                  <a:off x="3697743" y="3283367"/>
                  <a:ext cx="9528" cy="27699"/>
                </a:xfrm>
                <a:custGeom>
                  <a:avLst/>
                  <a:gdLst/>
                  <a:ahLst/>
                  <a:cxnLst/>
                  <a:rect l="l" t="t" r="r" b="b"/>
                  <a:pathLst>
                    <a:path w="377" h="1096" extrusionOk="0">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8"/>
                <p:cNvSpPr/>
                <p:nvPr/>
              </p:nvSpPr>
              <p:spPr>
                <a:xfrm>
                  <a:off x="3714676" y="3292465"/>
                  <a:ext cx="21381" cy="21507"/>
                </a:xfrm>
                <a:custGeom>
                  <a:avLst/>
                  <a:gdLst/>
                  <a:ahLst/>
                  <a:cxnLst/>
                  <a:rect l="l" t="t" r="r" b="b"/>
                  <a:pathLst>
                    <a:path w="846" h="851" extrusionOk="0">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8"/>
                <p:cNvSpPr/>
                <p:nvPr/>
              </p:nvSpPr>
              <p:spPr>
                <a:xfrm>
                  <a:off x="3710127" y="3264893"/>
                  <a:ext cx="17943" cy="15315"/>
                </a:xfrm>
                <a:custGeom>
                  <a:avLst/>
                  <a:gdLst/>
                  <a:ahLst/>
                  <a:cxnLst/>
                  <a:rect l="l" t="t" r="r" b="b"/>
                  <a:pathLst>
                    <a:path w="710" h="606" extrusionOk="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8"/>
                <p:cNvSpPr/>
                <p:nvPr/>
              </p:nvSpPr>
              <p:spPr>
                <a:xfrm>
                  <a:off x="3704491" y="3275786"/>
                  <a:ext cx="22063" cy="28255"/>
                </a:xfrm>
                <a:custGeom>
                  <a:avLst/>
                  <a:gdLst/>
                  <a:ahLst/>
                  <a:cxnLst/>
                  <a:rect l="l" t="t" r="r" b="b"/>
                  <a:pathLst>
                    <a:path w="873" h="1118" extrusionOk="0">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8"/>
                <p:cNvSpPr/>
                <p:nvPr/>
              </p:nvSpPr>
              <p:spPr>
                <a:xfrm>
                  <a:off x="3728323" y="3261507"/>
                  <a:ext cx="24792" cy="18702"/>
                </a:xfrm>
                <a:custGeom>
                  <a:avLst/>
                  <a:gdLst/>
                  <a:ahLst/>
                  <a:cxnLst/>
                  <a:rect l="l" t="t" r="r" b="b"/>
                  <a:pathLst>
                    <a:path w="981" h="740" extrusionOk="0">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8"/>
                <p:cNvSpPr/>
                <p:nvPr/>
              </p:nvSpPr>
              <p:spPr>
                <a:xfrm>
                  <a:off x="3725821" y="3278136"/>
                  <a:ext cx="24413" cy="26309"/>
                </a:xfrm>
                <a:custGeom>
                  <a:avLst/>
                  <a:gdLst/>
                  <a:ahLst/>
                  <a:cxnLst/>
                  <a:rect l="l" t="t" r="r" b="b"/>
                  <a:pathLst>
                    <a:path w="966" h="1041" extrusionOk="0">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8"/>
                <p:cNvSpPr/>
                <p:nvPr/>
              </p:nvSpPr>
              <p:spPr>
                <a:xfrm>
                  <a:off x="3744573" y="3263377"/>
                  <a:ext cx="10766" cy="25652"/>
                </a:xfrm>
                <a:custGeom>
                  <a:avLst/>
                  <a:gdLst/>
                  <a:ahLst/>
                  <a:cxnLst/>
                  <a:rect l="l" t="t" r="r" b="b"/>
                  <a:pathLst>
                    <a:path w="426" h="1015" extrusionOk="0">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8"/>
                <p:cNvSpPr/>
                <p:nvPr/>
              </p:nvSpPr>
              <p:spPr>
                <a:xfrm>
                  <a:off x="3723344" y="3304141"/>
                  <a:ext cx="28684" cy="22493"/>
                </a:xfrm>
                <a:custGeom>
                  <a:avLst/>
                  <a:gdLst/>
                  <a:ahLst/>
                  <a:cxnLst/>
                  <a:rect l="l" t="t" r="r" b="b"/>
                  <a:pathLst>
                    <a:path w="1135" h="890" extrusionOk="0">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8"/>
                <p:cNvSpPr/>
                <p:nvPr/>
              </p:nvSpPr>
              <p:spPr>
                <a:xfrm>
                  <a:off x="3725290" y="3325471"/>
                  <a:ext cx="27294" cy="9452"/>
                </a:xfrm>
                <a:custGeom>
                  <a:avLst/>
                  <a:gdLst/>
                  <a:ahLst/>
                  <a:cxnLst/>
                  <a:rect l="l" t="t" r="r" b="b"/>
                  <a:pathLst>
                    <a:path w="1080" h="374" extrusionOk="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8"/>
                <p:cNvSpPr/>
                <p:nvPr/>
              </p:nvSpPr>
              <p:spPr>
                <a:xfrm>
                  <a:off x="3745104" y="3291075"/>
                  <a:ext cx="26890" cy="21583"/>
                </a:xfrm>
                <a:custGeom>
                  <a:avLst/>
                  <a:gdLst/>
                  <a:ahLst/>
                  <a:cxnLst/>
                  <a:rect l="l" t="t" r="r" b="b"/>
                  <a:pathLst>
                    <a:path w="1064" h="854" extrusionOk="0">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8"/>
                <p:cNvSpPr/>
                <p:nvPr/>
              </p:nvSpPr>
              <p:spPr>
                <a:xfrm>
                  <a:off x="3753520" y="3276013"/>
                  <a:ext cx="20547" cy="21835"/>
                </a:xfrm>
                <a:custGeom>
                  <a:avLst/>
                  <a:gdLst/>
                  <a:ahLst/>
                  <a:cxnLst/>
                  <a:rect l="l" t="t" r="r" b="b"/>
                  <a:pathLst>
                    <a:path w="813" h="864" extrusionOk="0">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8"/>
                <p:cNvSpPr/>
                <p:nvPr/>
              </p:nvSpPr>
              <p:spPr>
                <a:xfrm>
                  <a:off x="3764109" y="3276342"/>
                  <a:ext cx="29215" cy="26865"/>
                </a:xfrm>
                <a:custGeom>
                  <a:avLst/>
                  <a:gdLst/>
                  <a:ahLst/>
                  <a:cxnLst/>
                  <a:rect l="l" t="t" r="r" b="b"/>
                  <a:pathLst>
                    <a:path w="1156" h="1063" extrusionOk="0">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8"/>
                <p:cNvSpPr/>
                <p:nvPr/>
              </p:nvSpPr>
              <p:spPr>
                <a:xfrm>
                  <a:off x="3756552" y="3261734"/>
                  <a:ext cx="19561" cy="14911"/>
                </a:xfrm>
                <a:custGeom>
                  <a:avLst/>
                  <a:gdLst/>
                  <a:ahLst/>
                  <a:cxnLst/>
                  <a:rect l="l" t="t" r="r" b="b"/>
                  <a:pathLst>
                    <a:path w="774" h="590" extrusionOk="0">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8"/>
                <p:cNvSpPr/>
                <p:nvPr/>
              </p:nvSpPr>
              <p:spPr>
                <a:xfrm>
                  <a:off x="3776644" y="3266005"/>
                  <a:ext cx="18904" cy="16958"/>
                </a:xfrm>
                <a:custGeom>
                  <a:avLst/>
                  <a:gdLst/>
                  <a:ahLst/>
                  <a:cxnLst/>
                  <a:rect l="l" t="t" r="r" b="b"/>
                  <a:pathLst>
                    <a:path w="748" h="671" extrusionOk="0">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8"/>
                <p:cNvSpPr/>
                <p:nvPr/>
              </p:nvSpPr>
              <p:spPr>
                <a:xfrm>
                  <a:off x="3784630" y="3282811"/>
                  <a:ext cx="19435" cy="28811"/>
                </a:xfrm>
                <a:custGeom>
                  <a:avLst/>
                  <a:gdLst/>
                  <a:ahLst/>
                  <a:cxnLst/>
                  <a:rect l="l" t="t" r="r" b="b"/>
                  <a:pathLst>
                    <a:path w="769" h="1140" extrusionOk="0">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8"/>
                <p:cNvSpPr/>
                <p:nvPr/>
              </p:nvSpPr>
              <p:spPr>
                <a:xfrm>
                  <a:off x="3751321" y="3308286"/>
                  <a:ext cx="30858" cy="26460"/>
                </a:xfrm>
                <a:custGeom>
                  <a:avLst/>
                  <a:gdLst/>
                  <a:ahLst/>
                  <a:cxnLst/>
                  <a:rect l="l" t="t" r="r" b="b"/>
                  <a:pathLst>
                    <a:path w="1221" h="1047" extrusionOk="0">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8"/>
                <p:cNvSpPr/>
                <p:nvPr/>
              </p:nvSpPr>
              <p:spPr>
                <a:xfrm>
                  <a:off x="3771413" y="3299466"/>
                  <a:ext cx="21507" cy="19864"/>
                </a:xfrm>
                <a:custGeom>
                  <a:avLst/>
                  <a:gdLst/>
                  <a:ahLst/>
                  <a:cxnLst/>
                  <a:rect l="l" t="t" r="r" b="b"/>
                  <a:pathLst>
                    <a:path w="851" h="786" extrusionOk="0">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8"/>
                <p:cNvSpPr/>
                <p:nvPr/>
              </p:nvSpPr>
              <p:spPr>
                <a:xfrm>
                  <a:off x="3780081" y="3309929"/>
                  <a:ext cx="24135" cy="23301"/>
                </a:xfrm>
                <a:custGeom>
                  <a:avLst/>
                  <a:gdLst/>
                  <a:ahLst/>
                  <a:cxnLst/>
                  <a:rect l="l" t="t" r="r" b="b"/>
                  <a:pathLst>
                    <a:path w="955" h="922" extrusionOk="0">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8"/>
                <p:cNvSpPr/>
                <p:nvPr/>
              </p:nvSpPr>
              <p:spPr>
                <a:xfrm>
                  <a:off x="3704087" y="3305127"/>
                  <a:ext cx="20117" cy="28103"/>
                </a:xfrm>
                <a:custGeom>
                  <a:avLst/>
                  <a:gdLst/>
                  <a:ahLst/>
                  <a:cxnLst/>
                  <a:rect l="l" t="t" r="r" b="b"/>
                  <a:pathLst>
                    <a:path w="796" h="1112" extrusionOk="0">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8"/>
                <p:cNvSpPr/>
                <p:nvPr/>
              </p:nvSpPr>
              <p:spPr>
                <a:xfrm>
                  <a:off x="3697187" y="3307856"/>
                  <a:ext cx="12156" cy="21785"/>
                </a:xfrm>
                <a:custGeom>
                  <a:avLst/>
                  <a:gdLst/>
                  <a:ahLst/>
                  <a:cxnLst/>
                  <a:rect l="l" t="t" r="r" b="b"/>
                  <a:pathLst>
                    <a:path w="481" h="862" extrusionOk="0">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44" name="Google Shape;6344;p88"/>
          <p:cNvGrpSpPr/>
          <p:nvPr/>
        </p:nvGrpSpPr>
        <p:grpSpPr>
          <a:xfrm>
            <a:off x="5334138" y="3587286"/>
            <a:ext cx="566433" cy="793236"/>
            <a:chOff x="5334138" y="3587286"/>
            <a:chExt cx="566433" cy="793236"/>
          </a:xfrm>
        </p:grpSpPr>
        <p:sp>
          <p:nvSpPr>
            <p:cNvPr id="6345" name="Google Shape;6345;p88"/>
            <p:cNvSpPr/>
            <p:nvPr/>
          </p:nvSpPr>
          <p:spPr>
            <a:xfrm>
              <a:off x="5474754" y="3587286"/>
              <a:ext cx="285200" cy="198743"/>
            </a:xfrm>
            <a:custGeom>
              <a:avLst/>
              <a:gdLst/>
              <a:ahLst/>
              <a:cxnLst/>
              <a:rect l="l" t="t" r="r" b="b"/>
              <a:pathLst>
                <a:path w="11285" h="7864" extrusionOk="0">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8"/>
            <p:cNvSpPr/>
            <p:nvPr/>
          </p:nvSpPr>
          <p:spPr>
            <a:xfrm>
              <a:off x="5364161" y="3785408"/>
              <a:ext cx="506511" cy="198718"/>
            </a:xfrm>
            <a:custGeom>
              <a:avLst/>
              <a:gdLst/>
              <a:ahLst/>
              <a:cxnLst/>
              <a:rect l="l" t="t" r="r" b="b"/>
              <a:pathLst>
                <a:path w="20042" h="7863" extrusionOk="0">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8"/>
            <p:cNvSpPr/>
            <p:nvPr/>
          </p:nvSpPr>
          <p:spPr>
            <a:xfrm>
              <a:off x="5334138" y="3983505"/>
              <a:ext cx="566433" cy="198895"/>
            </a:xfrm>
            <a:custGeom>
              <a:avLst/>
              <a:gdLst/>
              <a:ahLst/>
              <a:cxnLst/>
              <a:rect l="l" t="t" r="r" b="b"/>
              <a:pathLst>
                <a:path w="22413" h="7870" extrusionOk="0">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8"/>
            <p:cNvSpPr/>
            <p:nvPr/>
          </p:nvSpPr>
          <p:spPr>
            <a:xfrm>
              <a:off x="5346951" y="4181779"/>
              <a:ext cx="540806" cy="198743"/>
            </a:xfrm>
            <a:custGeom>
              <a:avLst/>
              <a:gdLst/>
              <a:ahLst/>
              <a:cxnLst/>
              <a:rect l="l" t="t" r="r" b="b"/>
              <a:pathLst>
                <a:path w="21399" h="7864" extrusionOk="0">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9" name="Google Shape;6349;p88"/>
          <p:cNvGrpSpPr/>
          <p:nvPr/>
        </p:nvGrpSpPr>
        <p:grpSpPr>
          <a:xfrm>
            <a:off x="5334138" y="2895283"/>
            <a:ext cx="566559" cy="527184"/>
            <a:chOff x="5334138" y="2895283"/>
            <a:chExt cx="566559" cy="527184"/>
          </a:xfrm>
        </p:grpSpPr>
        <p:grpSp>
          <p:nvGrpSpPr>
            <p:cNvPr id="6350" name="Google Shape;6350;p88"/>
            <p:cNvGrpSpPr/>
            <p:nvPr/>
          </p:nvGrpSpPr>
          <p:grpSpPr>
            <a:xfrm>
              <a:off x="5334138" y="2895283"/>
              <a:ext cx="566559" cy="148198"/>
              <a:chOff x="5334138" y="2895283"/>
              <a:chExt cx="566559" cy="148198"/>
            </a:xfrm>
          </p:grpSpPr>
          <p:sp>
            <p:nvSpPr>
              <p:cNvPr id="6351" name="Google Shape;6351;p88"/>
              <p:cNvSpPr/>
              <p:nvPr/>
            </p:nvSpPr>
            <p:spPr>
              <a:xfrm>
                <a:off x="5334138" y="2895283"/>
                <a:ext cx="91739" cy="148198"/>
              </a:xfrm>
              <a:custGeom>
                <a:avLst/>
                <a:gdLst/>
                <a:ahLst/>
                <a:cxnLst/>
                <a:rect l="l" t="t" r="r" b="b"/>
                <a:pathLst>
                  <a:path w="3630" h="5864" extrusionOk="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8"/>
              <p:cNvSpPr/>
              <p:nvPr/>
            </p:nvSpPr>
            <p:spPr>
              <a:xfrm>
                <a:off x="5452843" y="2895283"/>
                <a:ext cx="91739" cy="148198"/>
              </a:xfrm>
              <a:custGeom>
                <a:avLst/>
                <a:gdLst/>
                <a:ahLst/>
                <a:cxnLst/>
                <a:rect l="l" t="t" r="r" b="b"/>
                <a:pathLst>
                  <a:path w="3630" h="5864" extrusionOk="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8"/>
              <p:cNvSpPr/>
              <p:nvPr/>
            </p:nvSpPr>
            <p:spPr>
              <a:xfrm>
                <a:off x="5571421" y="2895283"/>
                <a:ext cx="91866" cy="148198"/>
              </a:xfrm>
              <a:custGeom>
                <a:avLst/>
                <a:gdLst/>
                <a:ahLst/>
                <a:cxnLst/>
                <a:rect l="l" t="t" r="r" b="b"/>
                <a:pathLst>
                  <a:path w="3635" h="5864" extrusionOk="0">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8"/>
              <p:cNvSpPr/>
              <p:nvPr/>
            </p:nvSpPr>
            <p:spPr>
              <a:xfrm>
                <a:off x="5690126" y="2895283"/>
                <a:ext cx="91739" cy="148198"/>
              </a:xfrm>
              <a:custGeom>
                <a:avLst/>
                <a:gdLst/>
                <a:ahLst/>
                <a:cxnLst/>
                <a:rect l="l" t="t" r="r" b="b"/>
                <a:pathLst>
                  <a:path w="3630" h="5864" fill="none" extrusionOk="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8"/>
              <p:cNvSpPr/>
              <p:nvPr/>
            </p:nvSpPr>
            <p:spPr>
              <a:xfrm>
                <a:off x="5808957" y="2895283"/>
                <a:ext cx="91739" cy="148198"/>
              </a:xfrm>
              <a:custGeom>
                <a:avLst/>
                <a:gdLst/>
                <a:ahLst/>
                <a:cxnLst/>
                <a:rect l="l" t="t" r="r" b="b"/>
                <a:pathLst>
                  <a:path w="3630" h="5864" fill="none" extrusionOk="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6" name="Google Shape;6356;p88"/>
            <p:cNvGrpSpPr/>
            <p:nvPr/>
          </p:nvGrpSpPr>
          <p:grpSpPr>
            <a:xfrm>
              <a:off x="5334138" y="3086166"/>
              <a:ext cx="566559" cy="148324"/>
              <a:chOff x="5334138" y="3086166"/>
              <a:chExt cx="566559" cy="148324"/>
            </a:xfrm>
          </p:grpSpPr>
          <p:sp>
            <p:nvSpPr>
              <p:cNvPr id="6357" name="Google Shape;6357;p88"/>
              <p:cNvSpPr/>
              <p:nvPr/>
            </p:nvSpPr>
            <p:spPr>
              <a:xfrm>
                <a:off x="5334138" y="3086166"/>
                <a:ext cx="91739" cy="148324"/>
              </a:xfrm>
              <a:custGeom>
                <a:avLst/>
                <a:gdLst/>
                <a:ahLst/>
                <a:cxnLst/>
                <a:rect l="l" t="t" r="r" b="b"/>
                <a:pathLst>
                  <a:path w="3630" h="5869" extrusionOk="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8"/>
              <p:cNvSpPr/>
              <p:nvPr/>
            </p:nvSpPr>
            <p:spPr>
              <a:xfrm>
                <a:off x="5452843" y="3086166"/>
                <a:ext cx="91739" cy="148324"/>
              </a:xfrm>
              <a:custGeom>
                <a:avLst/>
                <a:gdLst/>
                <a:ahLst/>
                <a:cxnLst/>
                <a:rect l="l" t="t" r="r" b="b"/>
                <a:pathLst>
                  <a:path w="3630" h="5869" extrusionOk="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8"/>
              <p:cNvSpPr/>
              <p:nvPr/>
            </p:nvSpPr>
            <p:spPr>
              <a:xfrm>
                <a:off x="5571421" y="3086166"/>
                <a:ext cx="91866" cy="148324"/>
              </a:xfrm>
              <a:custGeom>
                <a:avLst/>
                <a:gdLst/>
                <a:ahLst/>
                <a:cxnLst/>
                <a:rect l="l" t="t" r="r" b="b"/>
                <a:pathLst>
                  <a:path w="3635" h="5869" fill="none" extrusionOk="0">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8"/>
              <p:cNvSpPr/>
              <p:nvPr/>
            </p:nvSpPr>
            <p:spPr>
              <a:xfrm>
                <a:off x="5690126" y="3086166"/>
                <a:ext cx="91739" cy="148324"/>
              </a:xfrm>
              <a:custGeom>
                <a:avLst/>
                <a:gdLst/>
                <a:ahLst/>
                <a:cxnLst/>
                <a:rect l="l" t="t" r="r" b="b"/>
                <a:pathLst>
                  <a:path w="3630" h="5869" fill="none" extrusionOk="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8"/>
              <p:cNvSpPr/>
              <p:nvPr/>
            </p:nvSpPr>
            <p:spPr>
              <a:xfrm>
                <a:off x="5808957" y="3086166"/>
                <a:ext cx="91739" cy="148324"/>
              </a:xfrm>
              <a:custGeom>
                <a:avLst/>
                <a:gdLst/>
                <a:ahLst/>
                <a:cxnLst/>
                <a:rect l="l" t="t" r="r" b="b"/>
                <a:pathLst>
                  <a:path w="3630" h="5869" fill="none" extrusionOk="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2" name="Google Shape;6362;p88"/>
            <p:cNvGrpSpPr/>
            <p:nvPr/>
          </p:nvGrpSpPr>
          <p:grpSpPr>
            <a:xfrm>
              <a:off x="5334138" y="3274269"/>
              <a:ext cx="566559" cy="148198"/>
              <a:chOff x="5334138" y="3274269"/>
              <a:chExt cx="566559" cy="148198"/>
            </a:xfrm>
          </p:grpSpPr>
          <p:sp>
            <p:nvSpPr>
              <p:cNvPr id="6363" name="Google Shape;6363;p88"/>
              <p:cNvSpPr/>
              <p:nvPr/>
            </p:nvSpPr>
            <p:spPr>
              <a:xfrm>
                <a:off x="5334138" y="3274269"/>
                <a:ext cx="91739" cy="148198"/>
              </a:xfrm>
              <a:custGeom>
                <a:avLst/>
                <a:gdLst/>
                <a:ahLst/>
                <a:cxnLst/>
                <a:rect l="l" t="t" r="r" b="b"/>
                <a:pathLst>
                  <a:path w="3630" h="5864" extrusionOk="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8"/>
              <p:cNvSpPr/>
              <p:nvPr/>
            </p:nvSpPr>
            <p:spPr>
              <a:xfrm>
                <a:off x="5452843"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8"/>
              <p:cNvSpPr/>
              <p:nvPr/>
            </p:nvSpPr>
            <p:spPr>
              <a:xfrm>
                <a:off x="5571421" y="3274269"/>
                <a:ext cx="91866" cy="148198"/>
              </a:xfrm>
              <a:custGeom>
                <a:avLst/>
                <a:gdLst/>
                <a:ahLst/>
                <a:cxnLst/>
                <a:rect l="l" t="t" r="r" b="b"/>
                <a:pathLst>
                  <a:path w="3635" h="5864" fill="none" extrusionOk="0">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8"/>
              <p:cNvSpPr/>
              <p:nvPr/>
            </p:nvSpPr>
            <p:spPr>
              <a:xfrm>
                <a:off x="5690126" y="3274269"/>
                <a:ext cx="91739" cy="148198"/>
              </a:xfrm>
              <a:custGeom>
                <a:avLst/>
                <a:gdLst/>
                <a:ahLst/>
                <a:cxnLst/>
                <a:rect l="l" t="t" r="r" b="b"/>
                <a:pathLst>
                  <a:path w="3630" h="5864" fill="none" extrusionOk="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8"/>
              <p:cNvSpPr/>
              <p:nvPr/>
            </p:nvSpPr>
            <p:spPr>
              <a:xfrm>
                <a:off x="5808957"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368" name="Google Shape;6368;p8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6369" name="Google Shape;6369;p88"/>
          <p:cNvGrpSpPr/>
          <p:nvPr/>
        </p:nvGrpSpPr>
        <p:grpSpPr>
          <a:xfrm>
            <a:off x="6632594" y="1532342"/>
            <a:ext cx="1585066" cy="1126471"/>
            <a:chOff x="6608782" y="1551392"/>
            <a:chExt cx="1585066" cy="1126471"/>
          </a:xfrm>
        </p:grpSpPr>
        <p:grpSp>
          <p:nvGrpSpPr>
            <p:cNvPr id="6370" name="Google Shape;6370;p88"/>
            <p:cNvGrpSpPr/>
            <p:nvPr/>
          </p:nvGrpSpPr>
          <p:grpSpPr>
            <a:xfrm>
              <a:off x="6608782" y="1882715"/>
              <a:ext cx="77561" cy="73012"/>
              <a:chOff x="6608782" y="1882715"/>
              <a:chExt cx="77561" cy="73012"/>
            </a:xfrm>
          </p:grpSpPr>
          <p:sp>
            <p:nvSpPr>
              <p:cNvPr id="6371" name="Google Shape;6371;p88"/>
              <p:cNvSpPr/>
              <p:nvPr/>
            </p:nvSpPr>
            <p:spPr>
              <a:xfrm>
                <a:off x="6616212" y="1955702"/>
                <a:ext cx="65153" cy="25"/>
              </a:xfrm>
              <a:custGeom>
                <a:avLst/>
                <a:gdLst/>
                <a:ahLst/>
                <a:cxnLst/>
                <a:rect l="l" t="t" r="r" b="b"/>
                <a:pathLst>
                  <a:path w="2578" h="1" fill="none" extrusionOk="0">
                    <a:moveTo>
                      <a:pt x="1" y="0"/>
                    </a:moveTo>
                    <a:lnTo>
                      <a:pt x="2578"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8"/>
              <p:cNvSpPr/>
              <p:nvPr/>
            </p:nvSpPr>
            <p:spPr>
              <a:xfrm>
                <a:off x="6686318" y="1887820"/>
                <a:ext cx="25" cy="60199"/>
              </a:xfrm>
              <a:custGeom>
                <a:avLst/>
                <a:gdLst/>
                <a:ahLst/>
                <a:cxnLst/>
                <a:rect l="l" t="t" r="r" b="b"/>
                <a:pathLst>
                  <a:path w="1" h="2382" fill="none" extrusionOk="0">
                    <a:moveTo>
                      <a:pt x="0" y="2381"/>
                    </a:moveTo>
                    <a:lnTo>
                      <a:pt x="0"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8"/>
              <p:cNvSpPr/>
              <p:nvPr/>
            </p:nvSpPr>
            <p:spPr>
              <a:xfrm>
                <a:off x="6613735" y="1882715"/>
                <a:ext cx="65153" cy="25"/>
              </a:xfrm>
              <a:custGeom>
                <a:avLst/>
                <a:gdLst/>
                <a:ahLst/>
                <a:cxnLst/>
                <a:rect l="l" t="t" r="r" b="b"/>
                <a:pathLst>
                  <a:path w="2578" h="1" fill="none" extrusionOk="0">
                    <a:moveTo>
                      <a:pt x="2578" y="1"/>
                    </a:moveTo>
                    <a:lnTo>
                      <a:pt x="1" y="1"/>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8"/>
              <p:cNvSpPr/>
              <p:nvPr/>
            </p:nvSpPr>
            <p:spPr>
              <a:xfrm>
                <a:off x="6608782" y="1890423"/>
                <a:ext cx="25" cy="60199"/>
              </a:xfrm>
              <a:custGeom>
                <a:avLst/>
                <a:gdLst/>
                <a:ahLst/>
                <a:cxnLst/>
                <a:rect l="l" t="t" r="r" b="b"/>
                <a:pathLst>
                  <a:path w="1" h="2382" fill="none" extrusionOk="0">
                    <a:moveTo>
                      <a:pt x="0" y="1"/>
                    </a:moveTo>
                    <a:lnTo>
                      <a:pt x="0" y="2382"/>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88"/>
            <p:cNvGrpSpPr/>
            <p:nvPr/>
          </p:nvGrpSpPr>
          <p:grpSpPr>
            <a:xfrm>
              <a:off x="6608782" y="1551392"/>
              <a:ext cx="1585066" cy="1126471"/>
              <a:chOff x="6608782" y="1551392"/>
              <a:chExt cx="1585066" cy="1126471"/>
            </a:xfrm>
          </p:grpSpPr>
          <p:sp>
            <p:nvSpPr>
              <p:cNvPr id="6376" name="Google Shape;6376;p88"/>
              <p:cNvSpPr/>
              <p:nvPr/>
            </p:nvSpPr>
            <p:spPr>
              <a:xfrm>
                <a:off x="6999469" y="1551392"/>
                <a:ext cx="1194378" cy="1126471"/>
              </a:xfrm>
              <a:custGeom>
                <a:avLst/>
                <a:gdLst/>
                <a:ahLst/>
                <a:cxnLst/>
                <a:rect l="l" t="t" r="r" b="b"/>
                <a:pathLst>
                  <a:path w="47260" h="44573" extrusionOk="0">
                    <a:moveTo>
                      <a:pt x="0" y="0"/>
                    </a:moveTo>
                    <a:lnTo>
                      <a:pt x="0" y="44573"/>
                    </a:lnTo>
                    <a:lnTo>
                      <a:pt x="47259" y="44573"/>
                    </a:lnTo>
                    <a:lnTo>
                      <a:pt x="47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7" name="Google Shape;6377;p88"/>
              <p:cNvGrpSpPr/>
              <p:nvPr/>
            </p:nvGrpSpPr>
            <p:grpSpPr>
              <a:xfrm>
                <a:off x="6608782" y="1551392"/>
                <a:ext cx="1585066" cy="1126471"/>
                <a:chOff x="6608782" y="1551392"/>
                <a:chExt cx="1585066" cy="1126471"/>
              </a:xfrm>
            </p:grpSpPr>
            <p:sp>
              <p:nvSpPr>
                <p:cNvPr id="6378" name="Google Shape;6378;p88"/>
                <p:cNvSpPr/>
                <p:nvPr/>
              </p:nvSpPr>
              <p:spPr>
                <a:xfrm>
                  <a:off x="6686318" y="1955702"/>
                  <a:ext cx="1507530" cy="722162"/>
                </a:xfrm>
                <a:custGeom>
                  <a:avLst/>
                  <a:gdLst/>
                  <a:ahLst/>
                  <a:cxnLst/>
                  <a:rect l="l" t="t" r="r" b="b"/>
                  <a:pathLst>
                    <a:path w="59651" h="28575" fill="none" extrusionOk="0">
                      <a:moveTo>
                        <a:pt x="0" y="0"/>
                      </a:moveTo>
                      <a:lnTo>
                        <a:pt x="59650"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8"/>
                <p:cNvSpPr/>
                <p:nvPr/>
              </p:nvSpPr>
              <p:spPr>
                <a:xfrm>
                  <a:off x="6686318" y="1551392"/>
                  <a:ext cx="1507530" cy="331348"/>
                </a:xfrm>
                <a:custGeom>
                  <a:avLst/>
                  <a:gdLst/>
                  <a:ahLst/>
                  <a:cxnLst/>
                  <a:rect l="l" t="t" r="r" b="b"/>
                  <a:pathLst>
                    <a:path w="59651" h="13111" fill="none" extrusionOk="0">
                      <a:moveTo>
                        <a:pt x="0" y="13111"/>
                      </a:moveTo>
                      <a:lnTo>
                        <a:pt x="12391" y="10386"/>
                      </a:lnTo>
                      <a:lnTo>
                        <a:pt x="59650"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8"/>
                <p:cNvSpPr/>
                <p:nvPr/>
              </p:nvSpPr>
              <p:spPr>
                <a:xfrm>
                  <a:off x="6608782" y="1551392"/>
                  <a:ext cx="390713" cy="331348"/>
                </a:xfrm>
                <a:custGeom>
                  <a:avLst/>
                  <a:gdLst/>
                  <a:ahLst/>
                  <a:cxnLst/>
                  <a:rect l="l" t="t" r="r" b="b"/>
                  <a:pathLst>
                    <a:path w="15460" h="13111" fill="none" extrusionOk="0">
                      <a:moveTo>
                        <a:pt x="0" y="13111"/>
                      </a:moveTo>
                      <a:lnTo>
                        <a:pt x="15459"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8"/>
                <p:cNvSpPr/>
                <p:nvPr/>
              </p:nvSpPr>
              <p:spPr>
                <a:xfrm>
                  <a:off x="6608782" y="1955702"/>
                  <a:ext cx="390713" cy="722162"/>
                </a:xfrm>
                <a:custGeom>
                  <a:avLst/>
                  <a:gdLst/>
                  <a:ahLst/>
                  <a:cxnLst/>
                  <a:rect l="l" t="t" r="r" b="b"/>
                  <a:pathLst>
                    <a:path w="15460" h="28575" fill="none" extrusionOk="0">
                      <a:moveTo>
                        <a:pt x="0" y="0"/>
                      </a:moveTo>
                      <a:lnTo>
                        <a:pt x="15459"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82" name="Google Shape;6382;p88"/>
          <p:cNvGrpSpPr/>
          <p:nvPr/>
        </p:nvGrpSpPr>
        <p:grpSpPr>
          <a:xfrm>
            <a:off x="6057386" y="2827805"/>
            <a:ext cx="302032" cy="1568967"/>
            <a:chOff x="6057386" y="2827805"/>
            <a:chExt cx="302032" cy="1568967"/>
          </a:xfrm>
        </p:grpSpPr>
        <p:grpSp>
          <p:nvGrpSpPr>
            <p:cNvPr id="6383" name="Google Shape;6383;p88"/>
            <p:cNvGrpSpPr/>
            <p:nvPr/>
          </p:nvGrpSpPr>
          <p:grpSpPr>
            <a:xfrm>
              <a:off x="6057386" y="2827805"/>
              <a:ext cx="302032" cy="1568967"/>
              <a:chOff x="6057386" y="2827805"/>
              <a:chExt cx="302032" cy="1568967"/>
            </a:xfrm>
          </p:grpSpPr>
          <p:sp>
            <p:nvSpPr>
              <p:cNvPr id="6384" name="Google Shape;6384;p88"/>
              <p:cNvSpPr/>
              <p:nvPr/>
            </p:nvSpPr>
            <p:spPr>
              <a:xfrm>
                <a:off x="6057386" y="2827805"/>
                <a:ext cx="302032" cy="1568967"/>
              </a:xfrm>
              <a:custGeom>
                <a:avLst/>
                <a:gdLst/>
                <a:ahLst/>
                <a:cxnLst/>
                <a:rect l="l" t="t" r="r" b="b"/>
                <a:pathLst>
                  <a:path w="11951" h="62082"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8"/>
              <p:cNvSpPr/>
              <p:nvPr/>
            </p:nvSpPr>
            <p:spPr>
              <a:xfrm>
                <a:off x="6057386" y="2827805"/>
                <a:ext cx="151104" cy="1566061"/>
              </a:xfrm>
              <a:custGeom>
                <a:avLst/>
                <a:gdLst/>
                <a:ahLst/>
                <a:cxnLst/>
                <a:rect l="l" t="t" r="r" b="b"/>
                <a:pathLst>
                  <a:path w="5979" h="61967"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8"/>
              <p:cNvSpPr/>
              <p:nvPr/>
            </p:nvSpPr>
            <p:spPr>
              <a:xfrm>
                <a:off x="6097873" y="29644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8"/>
              <p:cNvSpPr/>
              <p:nvPr/>
            </p:nvSpPr>
            <p:spPr>
              <a:xfrm>
                <a:off x="6097873" y="3094278"/>
                <a:ext cx="66416" cy="11044"/>
              </a:xfrm>
              <a:custGeom>
                <a:avLst/>
                <a:gdLst/>
                <a:ahLst/>
                <a:cxnLst/>
                <a:rect l="l" t="t" r="r" b="b"/>
                <a:pathLst>
                  <a:path w="2628" h="437" extrusionOk="0">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8"/>
              <p:cNvSpPr/>
              <p:nvPr/>
            </p:nvSpPr>
            <p:spPr>
              <a:xfrm>
                <a:off x="6097873" y="3224002"/>
                <a:ext cx="66416" cy="11170"/>
              </a:xfrm>
              <a:custGeom>
                <a:avLst/>
                <a:gdLst/>
                <a:ahLst/>
                <a:cxnLst/>
                <a:rect l="l" t="t" r="r" b="b"/>
                <a:pathLst>
                  <a:path w="2628" h="442" extrusionOk="0">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8"/>
              <p:cNvSpPr/>
              <p:nvPr/>
            </p:nvSpPr>
            <p:spPr>
              <a:xfrm>
                <a:off x="6097873" y="3353852"/>
                <a:ext cx="66416" cy="11196"/>
              </a:xfrm>
              <a:custGeom>
                <a:avLst/>
                <a:gdLst/>
                <a:ahLst/>
                <a:cxnLst/>
                <a:rect l="l" t="t" r="r" b="b"/>
                <a:pathLst>
                  <a:path w="2628" h="443" extrusionOk="0">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8"/>
              <p:cNvSpPr/>
              <p:nvPr/>
            </p:nvSpPr>
            <p:spPr>
              <a:xfrm>
                <a:off x="6097873" y="34837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8"/>
              <p:cNvSpPr/>
              <p:nvPr/>
            </p:nvSpPr>
            <p:spPr>
              <a:xfrm>
                <a:off x="6097873" y="3613578"/>
                <a:ext cx="66416" cy="11044"/>
              </a:xfrm>
              <a:custGeom>
                <a:avLst/>
                <a:gdLst/>
                <a:ahLst/>
                <a:cxnLst/>
                <a:rect l="l" t="t" r="r" b="b"/>
                <a:pathLst>
                  <a:path w="2628" h="437" extrusionOk="0">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8"/>
              <p:cNvSpPr/>
              <p:nvPr/>
            </p:nvSpPr>
            <p:spPr>
              <a:xfrm>
                <a:off x="6097873" y="3743453"/>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8"/>
              <p:cNvSpPr/>
              <p:nvPr/>
            </p:nvSpPr>
            <p:spPr>
              <a:xfrm>
                <a:off x="6254461" y="29644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8"/>
              <p:cNvSpPr/>
              <p:nvPr/>
            </p:nvSpPr>
            <p:spPr>
              <a:xfrm>
                <a:off x="6254461" y="3094278"/>
                <a:ext cx="66264" cy="11044"/>
              </a:xfrm>
              <a:custGeom>
                <a:avLst/>
                <a:gdLst/>
                <a:ahLst/>
                <a:cxnLst/>
                <a:rect l="l" t="t" r="r" b="b"/>
                <a:pathLst>
                  <a:path w="2622" h="437" extrusionOk="0">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8"/>
              <p:cNvSpPr/>
              <p:nvPr/>
            </p:nvSpPr>
            <p:spPr>
              <a:xfrm>
                <a:off x="6254461" y="3224002"/>
                <a:ext cx="66264" cy="11170"/>
              </a:xfrm>
              <a:custGeom>
                <a:avLst/>
                <a:gdLst/>
                <a:ahLst/>
                <a:cxnLst/>
                <a:rect l="l" t="t" r="r" b="b"/>
                <a:pathLst>
                  <a:path w="2622" h="442" extrusionOk="0">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8"/>
              <p:cNvSpPr/>
              <p:nvPr/>
            </p:nvSpPr>
            <p:spPr>
              <a:xfrm>
                <a:off x="6254461" y="3353852"/>
                <a:ext cx="66264" cy="11196"/>
              </a:xfrm>
              <a:custGeom>
                <a:avLst/>
                <a:gdLst/>
                <a:ahLst/>
                <a:cxnLst/>
                <a:rect l="l" t="t" r="r" b="b"/>
                <a:pathLst>
                  <a:path w="2622" h="443" extrusionOk="0">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8"/>
              <p:cNvSpPr/>
              <p:nvPr/>
            </p:nvSpPr>
            <p:spPr>
              <a:xfrm>
                <a:off x="6254461" y="34837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8"/>
              <p:cNvSpPr/>
              <p:nvPr/>
            </p:nvSpPr>
            <p:spPr>
              <a:xfrm>
                <a:off x="6254461" y="3613578"/>
                <a:ext cx="66264" cy="11044"/>
              </a:xfrm>
              <a:custGeom>
                <a:avLst/>
                <a:gdLst/>
                <a:ahLst/>
                <a:cxnLst/>
                <a:rect l="l" t="t" r="r" b="b"/>
                <a:pathLst>
                  <a:path w="2622" h="437" extrusionOk="0">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8"/>
              <p:cNvSpPr/>
              <p:nvPr/>
            </p:nvSpPr>
            <p:spPr>
              <a:xfrm>
                <a:off x="6254461" y="3743453"/>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8"/>
              <p:cNvSpPr/>
              <p:nvPr/>
            </p:nvSpPr>
            <p:spPr>
              <a:xfrm>
                <a:off x="6131055" y="3027913"/>
                <a:ext cx="33233" cy="11170"/>
              </a:xfrm>
              <a:custGeom>
                <a:avLst/>
                <a:gdLst/>
                <a:ahLst/>
                <a:cxnLst/>
                <a:rect l="l" t="t" r="r" b="b"/>
                <a:pathLst>
                  <a:path w="1315" h="442" extrusionOk="0">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8"/>
              <p:cNvSpPr/>
              <p:nvPr/>
            </p:nvSpPr>
            <p:spPr>
              <a:xfrm>
                <a:off x="6131055" y="3158875"/>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8"/>
              <p:cNvSpPr/>
              <p:nvPr/>
            </p:nvSpPr>
            <p:spPr>
              <a:xfrm>
                <a:off x="6131055" y="3289837"/>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8"/>
              <p:cNvSpPr/>
              <p:nvPr/>
            </p:nvSpPr>
            <p:spPr>
              <a:xfrm>
                <a:off x="6131055" y="3420799"/>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8"/>
              <p:cNvSpPr/>
              <p:nvPr/>
            </p:nvSpPr>
            <p:spPr>
              <a:xfrm>
                <a:off x="6131055" y="3551610"/>
                <a:ext cx="33233" cy="11196"/>
              </a:xfrm>
              <a:custGeom>
                <a:avLst/>
                <a:gdLst/>
                <a:ahLst/>
                <a:cxnLst/>
                <a:rect l="l" t="t" r="r" b="b"/>
                <a:pathLst>
                  <a:path w="1315" h="443" extrusionOk="0">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8"/>
              <p:cNvSpPr/>
              <p:nvPr/>
            </p:nvSpPr>
            <p:spPr>
              <a:xfrm>
                <a:off x="6131055" y="3682572"/>
                <a:ext cx="33233" cy="11196"/>
              </a:xfrm>
              <a:custGeom>
                <a:avLst/>
                <a:gdLst/>
                <a:ahLst/>
                <a:cxnLst/>
                <a:rect l="l" t="t" r="r" b="b"/>
                <a:pathLst>
                  <a:path w="1315" h="443" extrusionOk="0">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8"/>
              <p:cNvSpPr/>
              <p:nvPr/>
            </p:nvSpPr>
            <p:spPr>
              <a:xfrm>
                <a:off x="6254461" y="3027913"/>
                <a:ext cx="33208" cy="11170"/>
              </a:xfrm>
              <a:custGeom>
                <a:avLst/>
                <a:gdLst/>
                <a:ahLst/>
                <a:cxnLst/>
                <a:rect l="l" t="t" r="r" b="b"/>
                <a:pathLst>
                  <a:path w="1314" h="442" extrusionOk="0">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8"/>
              <p:cNvSpPr/>
              <p:nvPr/>
            </p:nvSpPr>
            <p:spPr>
              <a:xfrm>
                <a:off x="6254461" y="3158875"/>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8"/>
              <p:cNvSpPr/>
              <p:nvPr/>
            </p:nvSpPr>
            <p:spPr>
              <a:xfrm>
                <a:off x="6254461" y="3289837"/>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8"/>
              <p:cNvSpPr/>
              <p:nvPr/>
            </p:nvSpPr>
            <p:spPr>
              <a:xfrm>
                <a:off x="6254461" y="3420799"/>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8"/>
              <p:cNvSpPr/>
              <p:nvPr/>
            </p:nvSpPr>
            <p:spPr>
              <a:xfrm>
                <a:off x="6254461" y="3551610"/>
                <a:ext cx="33208" cy="11196"/>
              </a:xfrm>
              <a:custGeom>
                <a:avLst/>
                <a:gdLst/>
                <a:ahLst/>
                <a:cxnLst/>
                <a:rect l="l" t="t" r="r" b="b"/>
                <a:pathLst>
                  <a:path w="1314" h="443" extrusionOk="0">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8"/>
              <p:cNvSpPr/>
              <p:nvPr/>
            </p:nvSpPr>
            <p:spPr>
              <a:xfrm>
                <a:off x="6254461" y="3682572"/>
                <a:ext cx="33208" cy="11196"/>
              </a:xfrm>
              <a:custGeom>
                <a:avLst/>
                <a:gdLst/>
                <a:ahLst/>
                <a:cxnLst/>
                <a:rect l="l" t="t" r="r" b="b"/>
                <a:pathLst>
                  <a:path w="1314" h="443" extrusionOk="0">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8"/>
              <p:cNvSpPr/>
              <p:nvPr/>
            </p:nvSpPr>
            <p:spPr>
              <a:xfrm>
                <a:off x="6197446" y="2923108"/>
                <a:ext cx="22063" cy="1387587"/>
              </a:xfrm>
              <a:custGeom>
                <a:avLst/>
                <a:gdLst/>
                <a:ahLst/>
                <a:cxnLst/>
                <a:rect l="l" t="t" r="r" b="b"/>
                <a:pathLst>
                  <a:path w="873" h="54905" extrusionOk="0">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3" name="Google Shape;6413;p88"/>
            <p:cNvSpPr/>
            <p:nvPr/>
          </p:nvSpPr>
          <p:spPr>
            <a:xfrm>
              <a:off x="6197446" y="3448751"/>
              <a:ext cx="22063" cy="861792"/>
            </a:xfrm>
            <a:custGeom>
              <a:avLst/>
              <a:gdLst/>
              <a:ahLst/>
              <a:cxnLst/>
              <a:rect l="l" t="t" r="r" b="b"/>
              <a:pathLst>
                <a:path w="873" h="34100" extrusionOk="0">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8"/>
            <p:cNvSpPr/>
            <p:nvPr/>
          </p:nvSpPr>
          <p:spPr>
            <a:xfrm>
              <a:off x="6155165" y="4281201"/>
              <a:ext cx="106473" cy="115571"/>
            </a:xfrm>
            <a:custGeom>
              <a:avLst/>
              <a:gdLst/>
              <a:ahLst/>
              <a:cxnLst/>
              <a:rect l="l" t="t" r="r" b="b"/>
              <a:pathLst>
                <a:path w="4213" h="4573" extrusionOk="0">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5" name="Google Shape;6415;p88"/>
          <p:cNvGrpSpPr/>
          <p:nvPr/>
        </p:nvGrpSpPr>
        <p:grpSpPr>
          <a:xfrm>
            <a:off x="2000556" y="1599372"/>
            <a:ext cx="224622" cy="224774"/>
            <a:chOff x="2657906" y="1651497"/>
            <a:chExt cx="224622" cy="224774"/>
          </a:xfrm>
        </p:grpSpPr>
        <p:sp>
          <p:nvSpPr>
            <p:cNvPr id="6416" name="Google Shape;6416;p88"/>
            <p:cNvSpPr/>
            <p:nvPr/>
          </p:nvSpPr>
          <p:spPr>
            <a:xfrm>
              <a:off x="2657906" y="1651497"/>
              <a:ext cx="224622" cy="224774"/>
            </a:xfrm>
            <a:custGeom>
              <a:avLst/>
              <a:gdLst/>
              <a:ahLst/>
              <a:cxnLst/>
              <a:rect l="l" t="t" r="r" b="b"/>
              <a:pathLst>
                <a:path w="8888" h="8894" extrusionOk="0">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8"/>
            <p:cNvSpPr/>
            <p:nvPr/>
          </p:nvSpPr>
          <p:spPr>
            <a:xfrm>
              <a:off x="2738450" y="1732343"/>
              <a:ext cx="62549" cy="62676"/>
            </a:xfrm>
            <a:custGeom>
              <a:avLst/>
              <a:gdLst/>
              <a:ahLst/>
              <a:cxnLst/>
              <a:rect l="l" t="t" r="r" b="b"/>
              <a:pathLst>
                <a:path w="2475" h="2480" extrusionOk="0">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8" name="Google Shape;6418;p88"/>
          <p:cNvSpPr/>
          <p:nvPr/>
        </p:nvSpPr>
        <p:spPr>
          <a:xfrm>
            <a:off x="1175776" y="2420725"/>
            <a:ext cx="302057" cy="302053"/>
          </a:xfrm>
          <a:custGeom>
            <a:avLst/>
            <a:gdLst/>
            <a:ahLst/>
            <a:cxnLst/>
            <a:rect l="l" t="t" r="r" b="b"/>
            <a:pathLst>
              <a:path w="7374" h="7373" extrusionOk="0">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9" name="Google Shape;6419;p88"/>
          <p:cNvGrpSpPr/>
          <p:nvPr/>
        </p:nvGrpSpPr>
        <p:grpSpPr>
          <a:xfrm>
            <a:off x="2000561" y="3816542"/>
            <a:ext cx="336675" cy="334710"/>
            <a:chOff x="2657906" y="2241938"/>
            <a:chExt cx="225987" cy="224698"/>
          </a:xfrm>
        </p:grpSpPr>
        <p:sp>
          <p:nvSpPr>
            <p:cNvPr id="6420" name="Google Shape;6420;p88"/>
            <p:cNvSpPr/>
            <p:nvPr/>
          </p:nvSpPr>
          <p:spPr>
            <a:xfrm>
              <a:off x="2682421" y="2272897"/>
              <a:ext cx="169124" cy="162755"/>
            </a:xfrm>
            <a:custGeom>
              <a:avLst/>
              <a:gdLst/>
              <a:ahLst/>
              <a:cxnLst/>
              <a:rect l="l" t="t" r="r" b="b"/>
              <a:pathLst>
                <a:path w="6692" h="6440" extrusionOk="0">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8"/>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8"/>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8"/>
            <p:cNvSpPr/>
            <p:nvPr/>
          </p:nvSpPr>
          <p:spPr>
            <a:xfrm>
              <a:off x="2665741" y="2257455"/>
              <a:ext cx="201371" cy="193739"/>
            </a:xfrm>
            <a:custGeom>
              <a:avLst/>
              <a:gdLst/>
              <a:ahLst/>
              <a:cxnLst/>
              <a:rect l="l" t="t" r="r" b="b"/>
              <a:pathLst>
                <a:path w="7968" h="7666" extrusionOk="0">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8"/>
            <p:cNvSpPr/>
            <p:nvPr/>
          </p:nvSpPr>
          <p:spPr>
            <a:xfrm>
              <a:off x="2832236" y="2350382"/>
              <a:ext cx="51657" cy="7860"/>
            </a:xfrm>
            <a:custGeom>
              <a:avLst/>
              <a:gdLst/>
              <a:ahLst/>
              <a:cxnLst/>
              <a:rect l="l" t="t" r="r" b="b"/>
              <a:pathLst>
                <a:path w="2044" h="311" extrusionOk="0">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8"/>
            <p:cNvSpPr/>
            <p:nvPr/>
          </p:nvSpPr>
          <p:spPr>
            <a:xfrm>
              <a:off x="2723716" y="2350382"/>
              <a:ext cx="94216" cy="7860"/>
            </a:xfrm>
            <a:custGeom>
              <a:avLst/>
              <a:gdLst/>
              <a:ahLst/>
              <a:cxnLst/>
              <a:rect l="l" t="t" r="r" b="b"/>
              <a:pathLst>
                <a:path w="3728" h="311" extrusionOk="0">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8"/>
            <p:cNvSpPr/>
            <p:nvPr/>
          </p:nvSpPr>
          <p:spPr>
            <a:xfrm>
              <a:off x="2657906" y="2350382"/>
              <a:ext cx="51657" cy="7860"/>
            </a:xfrm>
            <a:custGeom>
              <a:avLst/>
              <a:gdLst/>
              <a:ahLst/>
              <a:cxnLst/>
              <a:rect l="l" t="t" r="r" b="b"/>
              <a:pathLst>
                <a:path w="2044" h="311" extrusionOk="0">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8"/>
            <p:cNvSpPr/>
            <p:nvPr/>
          </p:nvSpPr>
          <p:spPr>
            <a:xfrm>
              <a:off x="2766275" y="2307824"/>
              <a:ext cx="7885" cy="92952"/>
            </a:xfrm>
            <a:custGeom>
              <a:avLst/>
              <a:gdLst/>
              <a:ahLst/>
              <a:cxnLst/>
              <a:rect l="l" t="t" r="r" b="b"/>
              <a:pathLst>
                <a:path w="312" h="3678" extrusionOk="0">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8"/>
            <p:cNvSpPr/>
            <p:nvPr/>
          </p:nvSpPr>
          <p:spPr>
            <a:xfrm>
              <a:off x="2766275" y="2241938"/>
              <a:ext cx="7885" cy="50343"/>
            </a:xfrm>
            <a:custGeom>
              <a:avLst/>
              <a:gdLst/>
              <a:ahLst/>
              <a:cxnLst/>
              <a:rect l="l" t="t" r="r" b="b"/>
              <a:pathLst>
                <a:path w="312" h="1992" extrusionOk="0">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8"/>
            <p:cNvSpPr/>
            <p:nvPr/>
          </p:nvSpPr>
          <p:spPr>
            <a:xfrm>
              <a:off x="2766275" y="2416268"/>
              <a:ext cx="7885" cy="50368"/>
            </a:xfrm>
            <a:custGeom>
              <a:avLst/>
              <a:gdLst/>
              <a:ahLst/>
              <a:cxnLst/>
              <a:rect l="l" t="t" r="r" b="b"/>
              <a:pathLst>
                <a:path w="312" h="1993" extrusionOk="0">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0" name="Google Shape;6430;p88"/>
          <p:cNvGrpSpPr/>
          <p:nvPr/>
        </p:nvGrpSpPr>
        <p:grpSpPr>
          <a:xfrm>
            <a:off x="4116787" y="3256553"/>
            <a:ext cx="447728" cy="1135923"/>
            <a:chOff x="4116787" y="3256553"/>
            <a:chExt cx="447728" cy="1135923"/>
          </a:xfrm>
        </p:grpSpPr>
        <p:sp>
          <p:nvSpPr>
            <p:cNvPr id="6431" name="Google Shape;6431;p88"/>
            <p:cNvSpPr/>
            <p:nvPr/>
          </p:nvSpPr>
          <p:spPr>
            <a:xfrm>
              <a:off x="4116787" y="3256553"/>
              <a:ext cx="447728" cy="1135923"/>
            </a:xfrm>
            <a:custGeom>
              <a:avLst/>
              <a:gdLst/>
              <a:ahLst/>
              <a:cxnLst/>
              <a:rect l="l" t="t" r="r" b="b"/>
              <a:pathLst>
                <a:path w="17716" h="44947" extrusionOk="0">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2" name="Google Shape;6432;p88"/>
            <p:cNvGrpSpPr/>
            <p:nvPr/>
          </p:nvGrpSpPr>
          <p:grpSpPr>
            <a:xfrm>
              <a:off x="4135514" y="3261886"/>
              <a:ext cx="409996" cy="1125132"/>
              <a:chOff x="4135514" y="3261886"/>
              <a:chExt cx="409996" cy="1125132"/>
            </a:xfrm>
          </p:grpSpPr>
          <p:sp>
            <p:nvSpPr>
              <p:cNvPr id="6433" name="Google Shape;6433;p88"/>
              <p:cNvSpPr/>
              <p:nvPr/>
            </p:nvSpPr>
            <p:spPr>
              <a:xfrm>
                <a:off x="4162100" y="4273342"/>
                <a:ext cx="104805" cy="113676"/>
              </a:xfrm>
              <a:custGeom>
                <a:avLst/>
                <a:gdLst/>
                <a:ahLst/>
                <a:cxnLst/>
                <a:rect l="l" t="t" r="r" b="b"/>
                <a:pathLst>
                  <a:path w="4147" h="4498" extrusionOk="0">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8"/>
              <p:cNvSpPr/>
              <p:nvPr/>
            </p:nvSpPr>
            <p:spPr>
              <a:xfrm>
                <a:off x="4225029" y="4031661"/>
                <a:ext cx="52491" cy="238825"/>
              </a:xfrm>
              <a:custGeom>
                <a:avLst/>
                <a:gdLst/>
                <a:ahLst/>
                <a:cxnLst/>
                <a:rect l="l" t="t" r="r" b="b"/>
                <a:pathLst>
                  <a:path w="2077" h="9450" extrusionOk="0">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8"/>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8"/>
              <p:cNvSpPr/>
              <p:nvPr/>
            </p:nvSpPr>
            <p:spPr>
              <a:xfrm>
                <a:off x="4275296" y="3998882"/>
                <a:ext cx="28533" cy="31843"/>
              </a:xfrm>
              <a:custGeom>
                <a:avLst/>
                <a:gdLst/>
                <a:ahLst/>
                <a:cxnLst/>
                <a:rect l="l" t="t" r="r" b="b"/>
                <a:pathLst>
                  <a:path w="1129" h="1260" extrusionOk="0">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8"/>
              <p:cNvSpPr/>
              <p:nvPr/>
            </p:nvSpPr>
            <p:spPr>
              <a:xfrm>
                <a:off x="4249821" y="3735315"/>
                <a:ext cx="88984" cy="140212"/>
              </a:xfrm>
              <a:custGeom>
                <a:avLst/>
                <a:gdLst/>
                <a:ahLst/>
                <a:cxnLst/>
                <a:rect l="l" t="t" r="r" b="b"/>
                <a:pathLst>
                  <a:path w="3521" h="5548" extrusionOk="0">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8"/>
              <p:cNvSpPr/>
              <p:nvPr/>
            </p:nvSpPr>
            <p:spPr>
              <a:xfrm>
                <a:off x="4254901" y="3692352"/>
                <a:ext cx="59795" cy="78648"/>
              </a:xfrm>
              <a:custGeom>
                <a:avLst/>
                <a:gdLst/>
                <a:ahLst/>
                <a:cxnLst/>
                <a:rect l="l" t="t" r="r" b="b"/>
                <a:pathLst>
                  <a:path w="2366" h="3112" extrusionOk="0">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8"/>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8"/>
              <p:cNvSpPr/>
              <p:nvPr/>
            </p:nvSpPr>
            <p:spPr>
              <a:xfrm>
                <a:off x="4250225" y="3610570"/>
                <a:ext cx="53603" cy="59213"/>
              </a:xfrm>
              <a:custGeom>
                <a:avLst/>
                <a:gdLst/>
                <a:ahLst/>
                <a:cxnLst/>
                <a:rect l="l" t="t" r="r" b="b"/>
                <a:pathLst>
                  <a:path w="2121" h="2343" extrusionOk="0">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8"/>
              <p:cNvSpPr/>
              <p:nvPr/>
            </p:nvSpPr>
            <p:spPr>
              <a:xfrm>
                <a:off x="4191416" y="3442559"/>
                <a:ext cx="68337" cy="96137"/>
              </a:xfrm>
              <a:custGeom>
                <a:avLst/>
                <a:gdLst/>
                <a:ahLst/>
                <a:cxnLst/>
                <a:rect l="l" t="t" r="r" b="b"/>
                <a:pathLst>
                  <a:path w="2704" h="3804" extrusionOk="0">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8"/>
              <p:cNvSpPr/>
              <p:nvPr/>
            </p:nvSpPr>
            <p:spPr>
              <a:xfrm>
                <a:off x="4135514" y="3814216"/>
                <a:ext cx="49458" cy="46982"/>
              </a:xfrm>
              <a:custGeom>
                <a:avLst/>
                <a:gdLst/>
                <a:ahLst/>
                <a:cxnLst/>
                <a:rect l="l" t="t" r="r" b="b"/>
                <a:pathLst>
                  <a:path w="1957" h="1859" extrusionOk="0">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8"/>
              <p:cNvSpPr/>
              <p:nvPr/>
            </p:nvSpPr>
            <p:spPr>
              <a:xfrm>
                <a:off x="4158790" y="3647595"/>
                <a:ext cx="38313" cy="142840"/>
              </a:xfrm>
              <a:custGeom>
                <a:avLst/>
                <a:gdLst/>
                <a:ahLst/>
                <a:cxnLst/>
                <a:rect l="l" t="t" r="r" b="b"/>
                <a:pathLst>
                  <a:path w="1516" h="5652" extrusionOk="0">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8"/>
              <p:cNvSpPr/>
              <p:nvPr/>
            </p:nvSpPr>
            <p:spPr>
              <a:xfrm>
                <a:off x="4176278" y="3654342"/>
                <a:ext cx="38313" cy="138569"/>
              </a:xfrm>
              <a:custGeom>
                <a:avLst/>
                <a:gdLst/>
                <a:ahLst/>
                <a:cxnLst/>
                <a:rect l="l" t="t" r="r" b="b"/>
                <a:pathLst>
                  <a:path w="1516" h="5483" extrusionOk="0">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8"/>
              <p:cNvSpPr/>
              <p:nvPr/>
            </p:nvSpPr>
            <p:spPr>
              <a:xfrm>
                <a:off x="4174206" y="3794125"/>
                <a:ext cx="13799" cy="59365"/>
              </a:xfrm>
              <a:custGeom>
                <a:avLst/>
                <a:gdLst/>
                <a:ahLst/>
                <a:cxnLst/>
                <a:rect l="l" t="t" r="r" b="b"/>
                <a:pathLst>
                  <a:path w="546" h="2349" extrusionOk="0">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8"/>
              <p:cNvSpPr/>
              <p:nvPr/>
            </p:nvSpPr>
            <p:spPr>
              <a:xfrm>
                <a:off x="4135665" y="3788211"/>
                <a:ext cx="36089" cy="41194"/>
              </a:xfrm>
              <a:custGeom>
                <a:avLst/>
                <a:gdLst/>
                <a:ahLst/>
                <a:cxnLst/>
                <a:rect l="l" t="t" r="r" b="b"/>
                <a:pathLst>
                  <a:path w="1428" h="1630" extrusionOk="0">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8"/>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8"/>
              <p:cNvSpPr/>
              <p:nvPr/>
            </p:nvSpPr>
            <p:spPr>
              <a:xfrm>
                <a:off x="4196926" y="3529850"/>
                <a:ext cx="47133" cy="120803"/>
              </a:xfrm>
              <a:custGeom>
                <a:avLst/>
                <a:gdLst/>
                <a:ahLst/>
                <a:cxnLst/>
                <a:rect l="l" t="t" r="r" b="b"/>
                <a:pathLst>
                  <a:path w="1865" h="4780" extrusionOk="0">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8"/>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8"/>
              <p:cNvSpPr/>
              <p:nvPr/>
            </p:nvSpPr>
            <p:spPr>
              <a:xfrm>
                <a:off x="4279011" y="3261886"/>
                <a:ext cx="59795" cy="180547"/>
              </a:xfrm>
              <a:custGeom>
                <a:avLst/>
                <a:gdLst/>
                <a:ahLst/>
                <a:cxnLst/>
                <a:rect l="l" t="t" r="r" b="b"/>
                <a:pathLst>
                  <a:path w="2366" h="7144" extrusionOk="0">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8"/>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8"/>
              <p:cNvSpPr/>
              <p:nvPr/>
            </p:nvSpPr>
            <p:spPr>
              <a:xfrm>
                <a:off x="4249821" y="3442129"/>
                <a:ext cx="88984" cy="151104"/>
              </a:xfrm>
              <a:custGeom>
                <a:avLst/>
                <a:gdLst/>
                <a:ahLst/>
                <a:cxnLst/>
                <a:rect l="l" t="t" r="r" b="b"/>
                <a:pathLst>
                  <a:path w="3521" h="5979" extrusionOk="0">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8"/>
              <p:cNvSpPr/>
              <p:nvPr/>
            </p:nvSpPr>
            <p:spPr>
              <a:xfrm>
                <a:off x="4307518" y="3576073"/>
                <a:ext cx="31287" cy="206224"/>
              </a:xfrm>
              <a:custGeom>
                <a:avLst/>
                <a:gdLst/>
                <a:ahLst/>
                <a:cxnLst/>
                <a:rect l="l" t="t" r="r" b="b"/>
                <a:pathLst>
                  <a:path w="1238" h="8160" extrusionOk="0">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8"/>
              <p:cNvSpPr/>
              <p:nvPr/>
            </p:nvSpPr>
            <p:spPr>
              <a:xfrm>
                <a:off x="4342369" y="3576073"/>
                <a:ext cx="31262" cy="206224"/>
              </a:xfrm>
              <a:custGeom>
                <a:avLst/>
                <a:gdLst/>
                <a:ahLst/>
                <a:cxnLst/>
                <a:rect l="l" t="t" r="r" b="b"/>
                <a:pathLst>
                  <a:path w="1237" h="8160" extrusionOk="0">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8"/>
              <p:cNvSpPr/>
              <p:nvPr/>
            </p:nvSpPr>
            <p:spPr>
              <a:xfrm>
                <a:off x="4231777" y="3786720"/>
                <a:ext cx="107029" cy="209130"/>
              </a:xfrm>
              <a:custGeom>
                <a:avLst/>
                <a:gdLst/>
                <a:ahLst/>
                <a:cxnLst/>
                <a:rect l="l" t="t" r="r" b="b"/>
                <a:pathLst>
                  <a:path w="4235" h="8275" extrusionOk="0">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8"/>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8"/>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8"/>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8"/>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8"/>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8"/>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8"/>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8"/>
              <p:cNvSpPr/>
              <p:nvPr/>
            </p:nvSpPr>
            <p:spPr>
              <a:xfrm>
                <a:off x="4414244" y="4273342"/>
                <a:ext cx="104830" cy="113676"/>
              </a:xfrm>
              <a:custGeom>
                <a:avLst/>
                <a:gdLst/>
                <a:ahLst/>
                <a:cxnLst/>
                <a:rect l="l" t="t" r="r" b="b"/>
                <a:pathLst>
                  <a:path w="4148" h="4498" extrusionOk="0">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8"/>
              <p:cNvSpPr/>
              <p:nvPr/>
            </p:nvSpPr>
            <p:spPr>
              <a:xfrm>
                <a:off x="4403630" y="4031661"/>
                <a:ext cx="52491" cy="238825"/>
              </a:xfrm>
              <a:custGeom>
                <a:avLst/>
                <a:gdLst/>
                <a:ahLst/>
                <a:cxnLst/>
                <a:rect l="l" t="t" r="r" b="b"/>
                <a:pathLst>
                  <a:path w="2077" h="9450" extrusionOk="0">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8"/>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8"/>
              <p:cNvSpPr/>
              <p:nvPr/>
            </p:nvSpPr>
            <p:spPr>
              <a:xfrm>
                <a:off x="4377194" y="3998882"/>
                <a:ext cx="28684" cy="31843"/>
              </a:xfrm>
              <a:custGeom>
                <a:avLst/>
                <a:gdLst/>
                <a:ahLst/>
                <a:cxnLst/>
                <a:rect l="l" t="t" r="r" b="b"/>
                <a:pathLst>
                  <a:path w="1135" h="1260" extrusionOk="0">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8"/>
              <p:cNvSpPr/>
              <p:nvPr/>
            </p:nvSpPr>
            <p:spPr>
              <a:xfrm>
                <a:off x="4342495" y="3735315"/>
                <a:ext cx="88706" cy="140212"/>
              </a:xfrm>
              <a:custGeom>
                <a:avLst/>
                <a:gdLst/>
                <a:ahLst/>
                <a:cxnLst/>
                <a:rect l="l" t="t" r="r" b="b"/>
                <a:pathLst>
                  <a:path w="3510" h="5548" extrusionOk="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8"/>
              <p:cNvSpPr/>
              <p:nvPr/>
            </p:nvSpPr>
            <p:spPr>
              <a:xfrm>
                <a:off x="4366454" y="3692352"/>
                <a:ext cx="59668" cy="78648"/>
              </a:xfrm>
              <a:custGeom>
                <a:avLst/>
                <a:gdLst/>
                <a:ahLst/>
                <a:cxnLst/>
                <a:rect l="l" t="t" r="r" b="b"/>
                <a:pathLst>
                  <a:path w="2361" h="3112" extrusionOk="0">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8"/>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8"/>
              <p:cNvSpPr/>
              <p:nvPr/>
            </p:nvSpPr>
            <p:spPr>
              <a:xfrm>
                <a:off x="4377346" y="3610570"/>
                <a:ext cx="53578" cy="59213"/>
              </a:xfrm>
              <a:custGeom>
                <a:avLst/>
                <a:gdLst/>
                <a:ahLst/>
                <a:cxnLst/>
                <a:rect l="l" t="t" r="r" b="b"/>
                <a:pathLst>
                  <a:path w="2120" h="2343" extrusionOk="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8"/>
              <p:cNvSpPr/>
              <p:nvPr/>
            </p:nvSpPr>
            <p:spPr>
              <a:xfrm>
                <a:off x="4421396" y="3442559"/>
                <a:ext cx="68337" cy="96137"/>
              </a:xfrm>
              <a:custGeom>
                <a:avLst/>
                <a:gdLst/>
                <a:ahLst/>
                <a:cxnLst/>
                <a:rect l="l" t="t" r="r" b="b"/>
                <a:pathLst>
                  <a:path w="2704" h="3804" extrusionOk="0">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8"/>
              <p:cNvSpPr/>
              <p:nvPr/>
            </p:nvSpPr>
            <p:spPr>
              <a:xfrm>
                <a:off x="4496177" y="3814216"/>
                <a:ext cx="49332" cy="46982"/>
              </a:xfrm>
              <a:custGeom>
                <a:avLst/>
                <a:gdLst/>
                <a:ahLst/>
                <a:cxnLst/>
                <a:rect l="l" t="t" r="r" b="b"/>
                <a:pathLst>
                  <a:path w="1952" h="1859" extrusionOk="0">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8"/>
              <p:cNvSpPr/>
              <p:nvPr/>
            </p:nvSpPr>
            <p:spPr>
              <a:xfrm>
                <a:off x="4484072" y="3647595"/>
                <a:ext cx="38288" cy="142840"/>
              </a:xfrm>
              <a:custGeom>
                <a:avLst/>
                <a:gdLst/>
                <a:ahLst/>
                <a:cxnLst/>
                <a:rect l="l" t="t" r="r" b="b"/>
                <a:pathLst>
                  <a:path w="1515" h="5652" extrusionOk="0">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8"/>
              <p:cNvSpPr/>
              <p:nvPr/>
            </p:nvSpPr>
            <p:spPr>
              <a:xfrm>
                <a:off x="4466583" y="3654342"/>
                <a:ext cx="38288" cy="138569"/>
              </a:xfrm>
              <a:custGeom>
                <a:avLst/>
                <a:gdLst/>
                <a:ahLst/>
                <a:cxnLst/>
                <a:rect l="l" t="t" r="r" b="b"/>
                <a:pathLst>
                  <a:path w="1515" h="5483" extrusionOk="0">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8"/>
              <p:cNvSpPr/>
              <p:nvPr/>
            </p:nvSpPr>
            <p:spPr>
              <a:xfrm>
                <a:off x="4493018" y="3794125"/>
                <a:ext cx="13925" cy="59365"/>
              </a:xfrm>
              <a:custGeom>
                <a:avLst/>
                <a:gdLst/>
                <a:ahLst/>
                <a:cxnLst/>
                <a:rect l="l" t="t" r="r" b="b"/>
                <a:pathLst>
                  <a:path w="551" h="2349" extrusionOk="0">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8"/>
              <p:cNvSpPr/>
              <p:nvPr/>
            </p:nvSpPr>
            <p:spPr>
              <a:xfrm>
                <a:off x="4509395" y="3788211"/>
                <a:ext cx="36114" cy="41194"/>
              </a:xfrm>
              <a:custGeom>
                <a:avLst/>
                <a:gdLst/>
                <a:ahLst/>
                <a:cxnLst/>
                <a:rect l="l" t="t" r="r" b="b"/>
                <a:pathLst>
                  <a:path w="1429" h="1630" extrusionOk="0">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8"/>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8"/>
              <p:cNvSpPr/>
              <p:nvPr/>
            </p:nvSpPr>
            <p:spPr>
              <a:xfrm>
                <a:off x="4437090" y="3529850"/>
                <a:ext cx="47133" cy="120803"/>
              </a:xfrm>
              <a:custGeom>
                <a:avLst/>
                <a:gdLst/>
                <a:ahLst/>
                <a:cxnLst/>
                <a:rect l="l" t="t" r="r" b="b"/>
                <a:pathLst>
                  <a:path w="1865" h="4780" extrusionOk="0">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8"/>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8"/>
              <p:cNvSpPr/>
              <p:nvPr/>
            </p:nvSpPr>
            <p:spPr>
              <a:xfrm>
                <a:off x="4342495" y="3261886"/>
                <a:ext cx="59795" cy="180547"/>
              </a:xfrm>
              <a:custGeom>
                <a:avLst/>
                <a:gdLst/>
                <a:ahLst/>
                <a:cxnLst/>
                <a:rect l="l" t="t" r="r" b="b"/>
                <a:pathLst>
                  <a:path w="2366" h="7144" extrusionOk="0">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8"/>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8"/>
              <p:cNvSpPr/>
              <p:nvPr/>
            </p:nvSpPr>
            <p:spPr>
              <a:xfrm>
                <a:off x="4342369" y="3442129"/>
                <a:ext cx="88555" cy="151104"/>
              </a:xfrm>
              <a:custGeom>
                <a:avLst/>
                <a:gdLst/>
                <a:ahLst/>
                <a:cxnLst/>
                <a:rect l="l" t="t" r="r" b="b"/>
                <a:pathLst>
                  <a:path w="3504" h="5979" extrusionOk="0">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8"/>
              <p:cNvSpPr/>
              <p:nvPr/>
            </p:nvSpPr>
            <p:spPr>
              <a:xfrm>
                <a:off x="4342369" y="3786720"/>
                <a:ext cx="107004" cy="209130"/>
              </a:xfrm>
              <a:custGeom>
                <a:avLst/>
                <a:gdLst/>
                <a:ahLst/>
                <a:cxnLst/>
                <a:rect l="l" t="t" r="r" b="b"/>
                <a:pathLst>
                  <a:path w="4234" h="8275" extrusionOk="0">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8"/>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8"/>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8"/>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8"/>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8"/>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8"/>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8"/>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91" name="Google Shape;6491;p88"/>
          <p:cNvGrpSpPr/>
          <p:nvPr/>
        </p:nvGrpSpPr>
        <p:grpSpPr>
          <a:xfrm>
            <a:off x="2936333" y="3256553"/>
            <a:ext cx="447601" cy="1135923"/>
            <a:chOff x="2936333" y="3256553"/>
            <a:chExt cx="447601" cy="1135923"/>
          </a:xfrm>
        </p:grpSpPr>
        <p:sp>
          <p:nvSpPr>
            <p:cNvPr id="6492" name="Google Shape;6492;p88"/>
            <p:cNvSpPr/>
            <p:nvPr/>
          </p:nvSpPr>
          <p:spPr>
            <a:xfrm>
              <a:off x="2936333" y="3256553"/>
              <a:ext cx="447601" cy="1135923"/>
            </a:xfrm>
            <a:custGeom>
              <a:avLst/>
              <a:gdLst/>
              <a:ahLst/>
              <a:cxnLst/>
              <a:rect l="l" t="t" r="r" b="b"/>
              <a:pathLst>
                <a:path w="17711" h="44947" extrusionOk="0">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3" name="Google Shape;6493;p88"/>
            <p:cNvGrpSpPr/>
            <p:nvPr/>
          </p:nvGrpSpPr>
          <p:grpSpPr>
            <a:xfrm>
              <a:off x="2939796" y="3259611"/>
              <a:ext cx="443027" cy="1124980"/>
              <a:chOff x="2939796" y="3259611"/>
              <a:chExt cx="443027" cy="1124980"/>
            </a:xfrm>
          </p:grpSpPr>
          <p:sp>
            <p:nvSpPr>
              <p:cNvPr id="6494" name="Google Shape;6494;p88"/>
              <p:cNvSpPr/>
              <p:nvPr/>
            </p:nvSpPr>
            <p:spPr>
              <a:xfrm>
                <a:off x="3348503" y="3813938"/>
                <a:ext cx="20698" cy="20799"/>
              </a:xfrm>
              <a:custGeom>
                <a:avLst/>
                <a:gdLst/>
                <a:ahLst/>
                <a:cxnLst/>
                <a:rect l="l" t="t" r="r" b="b"/>
                <a:pathLst>
                  <a:path w="819" h="823" extrusionOk="0">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8"/>
              <p:cNvSpPr/>
              <p:nvPr/>
            </p:nvSpPr>
            <p:spPr>
              <a:xfrm>
                <a:off x="3361240" y="3830643"/>
                <a:ext cx="21583" cy="28659"/>
              </a:xfrm>
              <a:custGeom>
                <a:avLst/>
                <a:gdLst/>
                <a:ahLst/>
                <a:cxnLst/>
                <a:rect l="l" t="t" r="r" b="b"/>
                <a:pathLst>
                  <a:path w="854" h="1134" extrusionOk="0">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8"/>
              <p:cNvSpPr/>
              <p:nvPr/>
            </p:nvSpPr>
            <p:spPr>
              <a:xfrm>
                <a:off x="3341805" y="3812472"/>
                <a:ext cx="16655" cy="30352"/>
              </a:xfrm>
              <a:custGeom>
                <a:avLst/>
                <a:gdLst/>
                <a:ahLst/>
                <a:cxnLst/>
                <a:rect l="l" t="t" r="r" b="b"/>
                <a:pathLst>
                  <a:path w="659" h="1201" extrusionOk="0">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8"/>
              <p:cNvSpPr/>
              <p:nvPr/>
            </p:nvSpPr>
            <p:spPr>
              <a:xfrm>
                <a:off x="3347997" y="3841839"/>
                <a:ext cx="16655" cy="30302"/>
              </a:xfrm>
              <a:custGeom>
                <a:avLst/>
                <a:gdLst/>
                <a:ahLst/>
                <a:cxnLst/>
                <a:rect l="l" t="t" r="r" b="b"/>
                <a:pathLst>
                  <a:path w="659" h="1199" extrusionOk="0">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8"/>
              <p:cNvSpPr/>
              <p:nvPr/>
            </p:nvSpPr>
            <p:spPr>
              <a:xfrm>
                <a:off x="3354619" y="3870043"/>
                <a:ext cx="16629" cy="30327"/>
              </a:xfrm>
              <a:custGeom>
                <a:avLst/>
                <a:gdLst/>
                <a:ahLst/>
                <a:cxnLst/>
                <a:rect l="l" t="t" r="r" b="b"/>
                <a:pathLst>
                  <a:path w="658" h="1200" extrusionOk="0">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8"/>
              <p:cNvSpPr/>
              <p:nvPr/>
            </p:nvSpPr>
            <p:spPr>
              <a:xfrm>
                <a:off x="3331722" y="3818411"/>
                <a:ext cx="14330" cy="29468"/>
              </a:xfrm>
              <a:custGeom>
                <a:avLst/>
                <a:gdLst/>
                <a:ahLst/>
                <a:cxnLst/>
                <a:rect l="l" t="t" r="r" b="b"/>
                <a:pathLst>
                  <a:path w="567" h="1166" extrusionOk="0">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8"/>
              <p:cNvSpPr/>
              <p:nvPr/>
            </p:nvSpPr>
            <p:spPr>
              <a:xfrm>
                <a:off x="3333920" y="3846919"/>
                <a:ext cx="14481" cy="29468"/>
              </a:xfrm>
              <a:custGeom>
                <a:avLst/>
                <a:gdLst/>
                <a:ahLst/>
                <a:cxnLst/>
                <a:rect l="l" t="t" r="r" b="b"/>
                <a:pathLst>
                  <a:path w="573" h="1166" extrusionOk="0">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8"/>
              <p:cNvSpPr/>
              <p:nvPr/>
            </p:nvSpPr>
            <p:spPr>
              <a:xfrm>
                <a:off x="3336675" y="3874289"/>
                <a:ext cx="14481" cy="29493"/>
              </a:xfrm>
              <a:custGeom>
                <a:avLst/>
                <a:gdLst/>
                <a:ahLst/>
                <a:cxnLst/>
                <a:rect l="l" t="t" r="r" b="b"/>
                <a:pathLst>
                  <a:path w="573" h="1167" extrusionOk="0">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8"/>
              <p:cNvSpPr/>
              <p:nvPr/>
            </p:nvSpPr>
            <p:spPr>
              <a:xfrm>
                <a:off x="2953418" y="3814368"/>
                <a:ext cx="20673" cy="20926"/>
              </a:xfrm>
              <a:custGeom>
                <a:avLst/>
                <a:gdLst/>
                <a:ahLst/>
                <a:cxnLst/>
                <a:rect l="l" t="t" r="r" b="b"/>
                <a:pathLst>
                  <a:path w="818" h="828" extrusionOk="0">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8"/>
              <p:cNvSpPr/>
              <p:nvPr/>
            </p:nvSpPr>
            <p:spPr>
              <a:xfrm>
                <a:off x="2939796" y="3831123"/>
                <a:ext cx="21431" cy="28735"/>
              </a:xfrm>
              <a:custGeom>
                <a:avLst/>
                <a:gdLst/>
                <a:ahLst/>
                <a:cxnLst/>
                <a:rect l="l" t="t" r="r" b="b"/>
                <a:pathLst>
                  <a:path w="848" h="1137" extrusionOk="0">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8"/>
              <p:cNvSpPr/>
              <p:nvPr/>
            </p:nvSpPr>
            <p:spPr>
              <a:xfrm>
                <a:off x="2964310" y="3812927"/>
                <a:ext cx="16503" cy="30428"/>
              </a:xfrm>
              <a:custGeom>
                <a:avLst/>
                <a:gdLst/>
                <a:ahLst/>
                <a:cxnLst/>
                <a:rect l="l" t="t" r="r" b="b"/>
                <a:pathLst>
                  <a:path w="653" h="1204" extrusionOk="0">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8"/>
              <p:cNvSpPr/>
              <p:nvPr/>
            </p:nvSpPr>
            <p:spPr>
              <a:xfrm>
                <a:off x="2958093" y="3842344"/>
                <a:ext cx="16528" cy="30352"/>
              </a:xfrm>
              <a:custGeom>
                <a:avLst/>
                <a:gdLst/>
                <a:ahLst/>
                <a:cxnLst/>
                <a:rect l="l" t="t" r="r" b="b"/>
                <a:pathLst>
                  <a:path w="654" h="1201" extrusionOk="0">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8"/>
              <p:cNvSpPr/>
              <p:nvPr/>
            </p:nvSpPr>
            <p:spPr>
              <a:xfrm>
                <a:off x="2951497" y="3870473"/>
                <a:ext cx="16655" cy="30453"/>
              </a:xfrm>
              <a:custGeom>
                <a:avLst/>
                <a:gdLst/>
                <a:ahLst/>
                <a:cxnLst/>
                <a:rect l="l" t="t" r="r" b="b"/>
                <a:pathLst>
                  <a:path w="659" h="1205" extrusionOk="0">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8"/>
              <p:cNvSpPr/>
              <p:nvPr/>
            </p:nvSpPr>
            <p:spPr>
              <a:xfrm>
                <a:off x="2976567" y="3818841"/>
                <a:ext cx="14304" cy="29442"/>
              </a:xfrm>
              <a:custGeom>
                <a:avLst/>
                <a:gdLst/>
                <a:ahLst/>
                <a:cxnLst/>
                <a:rect l="l" t="t" r="r" b="b"/>
                <a:pathLst>
                  <a:path w="566" h="1165" extrusionOk="0">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8"/>
              <p:cNvSpPr/>
              <p:nvPr/>
            </p:nvSpPr>
            <p:spPr>
              <a:xfrm>
                <a:off x="2974343" y="3847273"/>
                <a:ext cx="14481" cy="29518"/>
              </a:xfrm>
              <a:custGeom>
                <a:avLst/>
                <a:gdLst/>
                <a:ahLst/>
                <a:cxnLst/>
                <a:rect l="l" t="t" r="r" b="b"/>
                <a:pathLst>
                  <a:path w="573" h="1168" extrusionOk="0">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8"/>
              <p:cNvSpPr/>
              <p:nvPr/>
            </p:nvSpPr>
            <p:spPr>
              <a:xfrm>
                <a:off x="2971589" y="3874820"/>
                <a:ext cx="14481" cy="29518"/>
              </a:xfrm>
              <a:custGeom>
                <a:avLst/>
                <a:gdLst/>
                <a:ahLst/>
                <a:cxnLst/>
                <a:rect l="l" t="t" r="r" b="b"/>
                <a:pathLst>
                  <a:path w="573" h="1168" extrusionOk="0">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8"/>
              <p:cNvSpPr/>
              <p:nvPr/>
            </p:nvSpPr>
            <p:spPr>
              <a:xfrm>
                <a:off x="2989355" y="382480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8"/>
              <p:cNvSpPr/>
              <p:nvPr/>
            </p:nvSpPr>
            <p:spPr>
              <a:xfrm>
                <a:off x="2988824" y="3850735"/>
                <a:ext cx="11828" cy="26865"/>
              </a:xfrm>
              <a:custGeom>
                <a:avLst/>
                <a:gdLst/>
                <a:ahLst/>
                <a:cxnLst/>
                <a:rect l="l" t="t" r="r" b="b"/>
                <a:pathLst>
                  <a:path w="468" h="1063" extrusionOk="0">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8"/>
              <p:cNvSpPr/>
              <p:nvPr/>
            </p:nvSpPr>
            <p:spPr>
              <a:xfrm>
                <a:off x="2987839" y="387575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8"/>
              <p:cNvSpPr/>
              <p:nvPr/>
            </p:nvSpPr>
            <p:spPr>
              <a:xfrm>
                <a:off x="2960721" y="3801226"/>
                <a:ext cx="45870" cy="28583"/>
              </a:xfrm>
              <a:custGeom>
                <a:avLst/>
                <a:gdLst/>
                <a:ahLst/>
                <a:cxnLst/>
                <a:rect l="l" t="t" r="r" b="b"/>
                <a:pathLst>
                  <a:path w="1815" h="1131" extrusionOk="0">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8"/>
              <p:cNvSpPr/>
              <p:nvPr/>
            </p:nvSpPr>
            <p:spPr>
              <a:xfrm>
                <a:off x="3231744" y="4292043"/>
                <a:ext cx="109354" cy="92270"/>
              </a:xfrm>
              <a:custGeom>
                <a:avLst/>
                <a:gdLst/>
                <a:ahLst/>
                <a:cxnLst/>
                <a:rect l="l" t="t" r="r" b="b"/>
                <a:pathLst>
                  <a:path w="4327" h="3651" extrusionOk="0">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8"/>
              <p:cNvSpPr/>
              <p:nvPr/>
            </p:nvSpPr>
            <p:spPr>
              <a:xfrm>
                <a:off x="3056706" y="3695536"/>
                <a:ext cx="200259" cy="117189"/>
              </a:xfrm>
              <a:custGeom>
                <a:avLst/>
                <a:gdLst/>
                <a:ahLst/>
                <a:cxnLst/>
                <a:rect l="l" t="t" r="r" b="b"/>
                <a:pathLst>
                  <a:path w="7924" h="4637" extrusionOk="0">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8"/>
              <p:cNvSpPr/>
              <p:nvPr/>
            </p:nvSpPr>
            <p:spPr>
              <a:xfrm>
                <a:off x="3147864" y="3709992"/>
                <a:ext cx="25500" cy="16402"/>
              </a:xfrm>
              <a:custGeom>
                <a:avLst/>
                <a:gdLst/>
                <a:ahLst/>
                <a:cxnLst/>
                <a:rect l="l" t="t" r="r" b="b"/>
                <a:pathLst>
                  <a:path w="1009" h="649" extrusionOk="0">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8"/>
              <p:cNvSpPr/>
              <p:nvPr/>
            </p:nvSpPr>
            <p:spPr>
              <a:xfrm>
                <a:off x="3147864" y="3704483"/>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8"/>
              <p:cNvSpPr/>
              <p:nvPr/>
            </p:nvSpPr>
            <p:spPr>
              <a:xfrm>
                <a:off x="3147864" y="3688081"/>
                <a:ext cx="25500" cy="16427"/>
              </a:xfrm>
              <a:custGeom>
                <a:avLst/>
                <a:gdLst/>
                <a:ahLst/>
                <a:cxnLst/>
                <a:rect l="l" t="t" r="r" b="b"/>
                <a:pathLst>
                  <a:path w="1009" h="650" extrusionOk="0">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8"/>
              <p:cNvSpPr/>
              <p:nvPr/>
            </p:nvSpPr>
            <p:spPr>
              <a:xfrm>
                <a:off x="3147864" y="3682572"/>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8"/>
              <p:cNvSpPr/>
              <p:nvPr/>
            </p:nvSpPr>
            <p:spPr>
              <a:xfrm>
                <a:off x="3147864" y="3666195"/>
                <a:ext cx="25500" cy="16402"/>
              </a:xfrm>
              <a:custGeom>
                <a:avLst/>
                <a:gdLst/>
                <a:ahLst/>
                <a:cxnLst/>
                <a:rect l="l" t="t" r="r" b="b"/>
                <a:pathLst>
                  <a:path w="1009" h="649" extrusionOk="0">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8"/>
              <p:cNvSpPr/>
              <p:nvPr/>
            </p:nvSpPr>
            <p:spPr>
              <a:xfrm>
                <a:off x="3147738" y="3660686"/>
                <a:ext cx="25500" cy="5535"/>
              </a:xfrm>
              <a:custGeom>
                <a:avLst/>
                <a:gdLst/>
                <a:ahLst/>
                <a:cxnLst/>
                <a:rect l="l" t="t" r="r" b="b"/>
                <a:pathLst>
                  <a:path w="1009" h="219" extrusionOk="0">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8"/>
              <p:cNvSpPr/>
              <p:nvPr/>
            </p:nvSpPr>
            <p:spPr>
              <a:xfrm>
                <a:off x="3147864" y="3644284"/>
                <a:ext cx="25500" cy="16427"/>
              </a:xfrm>
              <a:custGeom>
                <a:avLst/>
                <a:gdLst/>
                <a:ahLst/>
                <a:cxnLst/>
                <a:rect l="l" t="t" r="r" b="b"/>
                <a:pathLst>
                  <a:path w="1009" h="650" extrusionOk="0">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8"/>
              <p:cNvSpPr/>
              <p:nvPr/>
            </p:nvSpPr>
            <p:spPr>
              <a:xfrm>
                <a:off x="3147738" y="363877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8"/>
              <p:cNvSpPr/>
              <p:nvPr/>
            </p:nvSpPr>
            <p:spPr>
              <a:xfrm>
                <a:off x="3147738" y="3622272"/>
                <a:ext cx="25500" cy="16528"/>
              </a:xfrm>
              <a:custGeom>
                <a:avLst/>
                <a:gdLst/>
                <a:ahLst/>
                <a:cxnLst/>
                <a:rect l="l" t="t" r="r" b="b"/>
                <a:pathLst>
                  <a:path w="1009" h="654" extrusionOk="0">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8"/>
              <p:cNvSpPr/>
              <p:nvPr/>
            </p:nvSpPr>
            <p:spPr>
              <a:xfrm>
                <a:off x="3147738" y="3616888"/>
                <a:ext cx="25500" cy="5535"/>
              </a:xfrm>
              <a:custGeom>
                <a:avLst/>
                <a:gdLst/>
                <a:ahLst/>
                <a:cxnLst/>
                <a:rect l="l" t="t" r="r" b="b"/>
                <a:pathLst>
                  <a:path w="1009" h="219" extrusionOk="0">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8"/>
              <p:cNvSpPr/>
              <p:nvPr/>
            </p:nvSpPr>
            <p:spPr>
              <a:xfrm>
                <a:off x="3147738" y="3600360"/>
                <a:ext cx="25500" cy="16427"/>
              </a:xfrm>
              <a:custGeom>
                <a:avLst/>
                <a:gdLst/>
                <a:ahLst/>
                <a:cxnLst/>
                <a:rect l="l" t="t" r="r" b="b"/>
                <a:pathLst>
                  <a:path w="1009" h="650" extrusionOk="0">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8"/>
              <p:cNvSpPr/>
              <p:nvPr/>
            </p:nvSpPr>
            <p:spPr>
              <a:xfrm>
                <a:off x="3147738" y="3595002"/>
                <a:ext cx="25500" cy="5535"/>
              </a:xfrm>
              <a:custGeom>
                <a:avLst/>
                <a:gdLst/>
                <a:ahLst/>
                <a:cxnLst/>
                <a:rect l="l" t="t" r="r" b="b"/>
                <a:pathLst>
                  <a:path w="1009" h="219" extrusionOk="0">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8"/>
              <p:cNvSpPr/>
              <p:nvPr/>
            </p:nvSpPr>
            <p:spPr>
              <a:xfrm>
                <a:off x="3147738" y="3578474"/>
                <a:ext cx="25500" cy="16402"/>
              </a:xfrm>
              <a:custGeom>
                <a:avLst/>
                <a:gdLst/>
                <a:ahLst/>
                <a:cxnLst/>
                <a:rect l="l" t="t" r="r" b="b"/>
                <a:pathLst>
                  <a:path w="1009" h="649" extrusionOk="0">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8"/>
              <p:cNvSpPr/>
              <p:nvPr/>
            </p:nvSpPr>
            <p:spPr>
              <a:xfrm>
                <a:off x="3147738" y="3573091"/>
                <a:ext cx="25500" cy="5408"/>
              </a:xfrm>
              <a:custGeom>
                <a:avLst/>
                <a:gdLst/>
                <a:ahLst/>
                <a:cxnLst/>
                <a:rect l="l" t="t" r="r" b="b"/>
                <a:pathLst>
                  <a:path w="1009" h="214" extrusionOk="0">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8"/>
              <p:cNvSpPr/>
              <p:nvPr/>
            </p:nvSpPr>
            <p:spPr>
              <a:xfrm>
                <a:off x="3147738" y="3556563"/>
                <a:ext cx="25500" cy="16427"/>
              </a:xfrm>
              <a:custGeom>
                <a:avLst/>
                <a:gdLst/>
                <a:ahLst/>
                <a:cxnLst/>
                <a:rect l="l" t="t" r="r" b="b"/>
                <a:pathLst>
                  <a:path w="1009" h="650" extrusionOk="0">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8"/>
              <p:cNvSpPr/>
              <p:nvPr/>
            </p:nvSpPr>
            <p:spPr>
              <a:xfrm>
                <a:off x="3147738" y="355105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8"/>
              <p:cNvSpPr/>
              <p:nvPr/>
            </p:nvSpPr>
            <p:spPr>
              <a:xfrm>
                <a:off x="3147738" y="3534677"/>
                <a:ext cx="25500" cy="16402"/>
              </a:xfrm>
              <a:custGeom>
                <a:avLst/>
                <a:gdLst/>
                <a:ahLst/>
                <a:cxnLst/>
                <a:rect l="l" t="t" r="r" b="b"/>
                <a:pathLst>
                  <a:path w="1009" h="649" extrusionOk="0">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8"/>
              <p:cNvSpPr/>
              <p:nvPr/>
            </p:nvSpPr>
            <p:spPr>
              <a:xfrm>
                <a:off x="3147586" y="3529168"/>
                <a:ext cx="25500" cy="5535"/>
              </a:xfrm>
              <a:custGeom>
                <a:avLst/>
                <a:gdLst/>
                <a:ahLst/>
                <a:cxnLst/>
                <a:rect l="l" t="t" r="r" b="b"/>
                <a:pathLst>
                  <a:path w="1009" h="219" extrusionOk="0">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8"/>
              <p:cNvSpPr/>
              <p:nvPr/>
            </p:nvSpPr>
            <p:spPr>
              <a:xfrm>
                <a:off x="3147586" y="3512791"/>
                <a:ext cx="25500" cy="16402"/>
              </a:xfrm>
              <a:custGeom>
                <a:avLst/>
                <a:gdLst/>
                <a:ahLst/>
                <a:cxnLst/>
                <a:rect l="l" t="t" r="r" b="b"/>
                <a:pathLst>
                  <a:path w="1009" h="649" extrusionOk="0">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8"/>
              <p:cNvSpPr/>
              <p:nvPr/>
            </p:nvSpPr>
            <p:spPr>
              <a:xfrm>
                <a:off x="3147586" y="3507282"/>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8"/>
              <p:cNvSpPr/>
              <p:nvPr/>
            </p:nvSpPr>
            <p:spPr>
              <a:xfrm>
                <a:off x="3147586" y="3490880"/>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8"/>
              <p:cNvSpPr/>
              <p:nvPr/>
            </p:nvSpPr>
            <p:spPr>
              <a:xfrm>
                <a:off x="3147586" y="3485370"/>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8"/>
              <p:cNvSpPr/>
              <p:nvPr/>
            </p:nvSpPr>
            <p:spPr>
              <a:xfrm>
                <a:off x="3147586" y="3468994"/>
                <a:ext cx="25500" cy="16402"/>
              </a:xfrm>
              <a:custGeom>
                <a:avLst/>
                <a:gdLst/>
                <a:ahLst/>
                <a:cxnLst/>
                <a:rect l="l" t="t" r="r" b="b"/>
                <a:pathLst>
                  <a:path w="1009" h="649" extrusionOk="0">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8"/>
              <p:cNvSpPr/>
              <p:nvPr/>
            </p:nvSpPr>
            <p:spPr>
              <a:xfrm>
                <a:off x="3147586" y="3463484"/>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8"/>
              <p:cNvSpPr/>
              <p:nvPr/>
            </p:nvSpPr>
            <p:spPr>
              <a:xfrm>
                <a:off x="3147586" y="3447083"/>
                <a:ext cx="25500" cy="16427"/>
              </a:xfrm>
              <a:custGeom>
                <a:avLst/>
                <a:gdLst/>
                <a:ahLst/>
                <a:cxnLst/>
                <a:rect l="l" t="t" r="r" b="b"/>
                <a:pathLst>
                  <a:path w="1009" h="650" extrusionOk="0">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8"/>
              <p:cNvSpPr/>
              <p:nvPr/>
            </p:nvSpPr>
            <p:spPr>
              <a:xfrm>
                <a:off x="3147586" y="3441573"/>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8"/>
              <p:cNvSpPr/>
              <p:nvPr/>
            </p:nvSpPr>
            <p:spPr>
              <a:xfrm>
                <a:off x="3147586" y="3425197"/>
                <a:ext cx="25500" cy="16402"/>
              </a:xfrm>
              <a:custGeom>
                <a:avLst/>
                <a:gdLst/>
                <a:ahLst/>
                <a:cxnLst/>
                <a:rect l="l" t="t" r="r" b="b"/>
                <a:pathLst>
                  <a:path w="1009" h="649" extrusionOk="0">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8"/>
              <p:cNvSpPr/>
              <p:nvPr/>
            </p:nvSpPr>
            <p:spPr>
              <a:xfrm>
                <a:off x="3147460" y="3419687"/>
                <a:ext cx="25500" cy="5535"/>
              </a:xfrm>
              <a:custGeom>
                <a:avLst/>
                <a:gdLst/>
                <a:ahLst/>
                <a:cxnLst/>
                <a:rect l="l" t="t" r="r" b="b"/>
                <a:pathLst>
                  <a:path w="1009" h="219" extrusionOk="0">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8"/>
              <p:cNvSpPr/>
              <p:nvPr/>
            </p:nvSpPr>
            <p:spPr>
              <a:xfrm>
                <a:off x="3147586" y="3403159"/>
                <a:ext cx="25500" cy="16553"/>
              </a:xfrm>
              <a:custGeom>
                <a:avLst/>
                <a:gdLst/>
                <a:ahLst/>
                <a:cxnLst/>
                <a:rect l="l" t="t" r="r" b="b"/>
                <a:pathLst>
                  <a:path w="1009" h="655" extrusionOk="0">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8"/>
              <p:cNvSpPr/>
              <p:nvPr/>
            </p:nvSpPr>
            <p:spPr>
              <a:xfrm>
                <a:off x="3173339" y="3692757"/>
                <a:ext cx="9401" cy="7203"/>
              </a:xfrm>
              <a:custGeom>
                <a:avLst/>
                <a:gdLst/>
                <a:ahLst/>
                <a:cxnLst/>
                <a:rect l="l" t="t" r="r" b="b"/>
                <a:pathLst>
                  <a:path w="372" h="285" extrusionOk="0">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8"/>
              <p:cNvSpPr/>
              <p:nvPr/>
            </p:nvSpPr>
            <p:spPr>
              <a:xfrm>
                <a:off x="3138513" y="3692757"/>
                <a:ext cx="9654" cy="7051"/>
              </a:xfrm>
              <a:custGeom>
                <a:avLst/>
                <a:gdLst/>
                <a:ahLst/>
                <a:cxnLst/>
                <a:rect l="l" t="t" r="r" b="b"/>
                <a:pathLst>
                  <a:path w="382" h="279" extrusionOk="0">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8"/>
              <p:cNvSpPr/>
              <p:nvPr/>
            </p:nvSpPr>
            <p:spPr>
              <a:xfrm>
                <a:off x="3173339" y="3670744"/>
                <a:ext cx="9250" cy="7177"/>
              </a:xfrm>
              <a:custGeom>
                <a:avLst/>
                <a:gdLst/>
                <a:ahLst/>
                <a:cxnLst/>
                <a:rect l="l" t="t" r="r" b="b"/>
                <a:pathLst>
                  <a:path w="366" h="284" extrusionOk="0">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8"/>
              <p:cNvSpPr/>
              <p:nvPr/>
            </p:nvSpPr>
            <p:spPr>
              <a:xfrm>
                <a:off x="3138513" y="3670871"/>
                <a:ext cx="9528" cy="7177"/>
              </a:xfrm>
              <a:custGeom>
                <a:avLst/>
                <a:gdLst/>
                <a:ahLst/>
                <a:cxnLst/>
                <a:rect l="l" t="t" r="r" b="b"/>
                <a:pathLst>
                  <a:path w="377" h="284" extrusionOk="0">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8"/>
              <p:cNvSpPr/>
              <p:nvPr/>
            </p:nvSpPr>
            <p:spPr>
              <a:xfrm>
                <a:off x="3173213" y="3648833"/>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8"/>
              <p:cNvSpPr/>
              <p:nvPr/>
            </p:nvSpPr>
            <p:spPr>
              <a:xfrm>
                <a:off x="3138513" y="3648985"/>
                <a:ext cx="9528" cy="7177"/>
              </a:xfrm>
              <a:custGeom>
                <a:avLst/>
                <a:gdLst/>
                <a:ahLst/>
                <a:cxnLst/>
                <a:rect l="l" t="t" r="r" b="b"/>
                <a:pathLst>
                  <a:path w="377" h="284" extrusionOk="0">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8"/>
              <p:cNvSpPr/>
              <p:nvPr/>
            </p:nvSpPr>
            <p:spPr>
              <a:xfrm>
                <a:off x="3173213" y="3626947"/>
                <a:ext cx="9376" cy="7329"/>
              </a:xfrm>
              <a:custGeom>
                <a:avLst/>
                <a:gdLst/>
                <a:ahLst/>
                <a:cxnLst/>
                <a:rect l="l" t="t" r="r" b="b"/>
                <a:pathLst>
                  <a:path w="371" h="290" extrusionOk="0">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8"/>
              <p:cNvSpPr/>
              <p:nvPr/>
            </p:nvSpPr>
            <p:spPr>
              <a:xfrm>
                <a:off x="3138362" y="3626947"/>
                <a:ext cx="9679" cy="7177"/>
              </a:xfrm>
              <a:custGeom>
                <a:avLst/>
                <a:gdLst/>
                <a:ahLst/>
                <a:cxnLst/>
                <a:rect l="l" t="t" r="r" b="b"/>
                <a:pathLst>
                  <a:path w="383" h="284" extrusionOk="0">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8"/>
              <p:cNvSpPr/>
              <p:nvPr/>
            </p:nvSpPr>
            <p:spPr>
              <a:xfrm>
                <a:off x="3173213" y="3605036"/>
                <a:ext cx="9376" cy="7203"/>
              </a:xfrm>
              <a:custGeom>
                <a:avLst/>
                <a:gdLst/>
                <a:ahLst/>
                <a:cxnLst/>
                <a:rect l="l" t="t" r="r" b="b"/>
                <a:pathLst>
                  <a:path w="371" h="285" extrusionOk="0">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8"/>
              <p:cNvSpPr/>
              <p:nvPr/>
            </p:nvSpPr>
            <p:spPr>
              <a:xfrm>
                <a:off x="3138362" y="3605036"/>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8"/>
              <p:cNvSpPr/>
              <p:nvPr/>
            </p:nvSpPr>
            <p:spPr>
              <a:xfrm>
                <a:off x="3173213" y="3583150"/>
                <a:ext cx="9376" cy="7177"/>
              </a:xfrm>
              <a:custGeom>
                <a:avLst/>
                <a:gdLst/>
                <a:ahLst/>
                <a:cxnLst/>
                <a:rect l="l" t="t" r="r" b="b"/>
                <a:pathLst>
                  <a:path w="371" h="284" extrusionOk="0">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8"/>
              <p:cNvSpPr/>
              <p:nvPr/>
            </p:nvSpPr>
            <p:spPr>
              <a:xfrm>
                <a:off x="3138362" y="3583150"/>
                <a:ext cx="9679" cy="7177"/>
              </a:xfrm>
              <a:custGeom>
                <a:avLst/>
                <a:gdLst/>
                <a:ahLst/>
                <a:cxnLst/>
                <a:rect l="l" t="t" r="r" b="b"/>
                <a:pathLst>
                  <a:path w="383" h="284" extrusionOk="0">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8"/>
              <p:cNvSpPr/>
              <p:nvPr/>
            </p:nvSpPr>
            <p:spPr>
              <a:xfrm>
                <a:off x="3173061" y="3561264"/>
                <a:ext cx="9401" cy="7177"/>
              </a:xfrm>
              <a:custGeom>
                <a:avLst/>
                <a:gdLst/>
                <a:ahLst/>
                <a:cxnLst/>
                <a:rect l="l" t="t" r="r" b="b"/>
                <a:pathLst>
                  <a:path w="372" h="284" extrusionOk="0">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8"/>
              <p:cNvSpPr/>
              <p:nvPr/>
            </p:nvSpPr>
            <p:spPr>
              <a:xfrm>
                <a:off x="3138362" y="3561264"/>
                <a:ext cx="9679" cy="7177"/>
              </a:xfrm>
              <a:custGeom>
                <a:avLst/>
                <a:gdLst/>
                <a:ahLst/>
                <a:cxnLst/>
                <a:rect l="l" t="t" r="r" b="b"/>
                <a:pathLst>
                  <a:path w="383" h="284" extrusionOk="0">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8"/>
              <p:cNvSpPr/>
              <p:nvPr/>
            </p:nvSpPr>
            <p:spPr>
              <a:xfrm>
                <a:off x="3173061" y="3539352"/>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8"/>
              <p:cNvSpPr/>
              <p:nvPr/>
            </p:nvSpPr>
            <p:spPr>
              <a:xfrm>
                <a:off x="3138362" y="3539352"/>
                <a:ext cx="9528" cy="7203"/>
              </a:xfrm>
              <a:custGeom>
                <a:avLst/>
                <a:gdLst/>
                <a:ahLst/>
                <a:cxnLst/>
                <a:rect l="l" t="t" r="r" b="b"/>
                <a:pathLst>
                  <a:path w="377" h="285" extrusionOk="0">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8"/>
              <p:cNvSpPr/>
              <p:nvPr/>
            </p:nvSpPr>
            <p:spPr>
              <a:xfrm>
                <a:off x="3173061" y="3517466"/>
                <a:ext cx="9401" cy="7177"/>
              </a:xfrm>
              <a:custGeom>
                <a:avLst/>
                <a:gdLst/>
                <a:ahLst/>
                <a:cxnLst/>
                <a:rect l="l" t="t" r="r" b="b"/>
                <a:pathLst>
                  <a:path w="372" h="284" extrusionOk="0">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8"/>
              <p:cNvSpPr/>
              <p:nvPr/>
            </p:nvSpPr>
            <p:spPr>
              <a:xfrm>
                <a:off x="3138235" y="351746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8"/>
              <p:cNvSpPr/>
              <p:nvPr/>
            </p:nvSpPr>
            <p:spPr>
              <a:xfrm>
                <a:off x="3173061" y="349555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8"/>
              <p:cNvSpPr/>
              <p:nvPr/>
            </p:nvSpPr>
            <p:spPr>
              <a:xfrm>
                <a:off x="3138235" y="3495555"/>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8"/>
              <p:cNvSpPr/>
              <p:nvPr/>
            </p:nvSpPr>
            <p:spPr>
              <a:xfrm>
                <a:off x="3173061" y="3473543"/>
                <a:ext cx="9401" cy="7304"/>
              </a:xfrm>
              <a:custGeom>
                <a:avLst/>
                <a:gdLst/>
                <a:ahLst/>
                <a:cxnLst/>
                <a:rect l="l" t="t" r="r" b="b"/>
                <a:pathLst>
                  <a:path w="372" h="289" extrusionOk="0">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8"/>
              <p:cNvSpPr/>
              <p:nvPr/>
            </p:nvSpPr>
            <p:spPr>
              <a:xfrm>
                <a:off x="3138235" y="3473669"/>
                <a:ext cx="9654" cy="7177"/>
              </a:xfrm>
              <a:custGeom>
                <a:avLst/>
                <a:gdLst/>
                <a:ahLst/>
                <a:cxnLst/>
                <a:rect l="l" t="t" r="r" b="b"/>
                <a:pathLst>
                  <a:path w="382" h="284" extrusionOk="0">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8"/>
              <p:cNvSpPr/>
              <p:nvPr/>
            </p:nvSpPr>
            <p:spPr>
              <a:xfrm>
                <a:off x="3173061" y="3451758"/>
                <a:ext cx="9401" cy="7203"/>
              </a:xfrm>
              <a:custGeom>
                <a:avLst/>
                <a:gdLst/>
                <a:ahLst/>
                <a:cxnLst/>
                <a:rect l="l" t="t" r="r" b="b"/>
                <a:pathLst>
                  <a:path w="372" h="285" extrusionOk="0">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8"/>
              <p:cNvSpPr/>
              <p:nvPr/>
            </p:nvSpPr>
            <p:spPr>
              <a:xfrm>
                <a:off x="3138235" y="3451758"/>
                <a:ext cx="9654" cy="7076"/>
              </a:xfrm>
              <a:custGeom>
                <a:avLst/>
                <a:gdLst/>
                <a:ahLst/>
                <a:cxnLst/>
                <a:rect l="l" t="t" r="r" b="b"/>
                <a:pathLst>
                  <a:path w="382" h="280" extrusionOk="0">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8"/>
              <p:cNvSpPr/>
              <p:nvPr/>
            </p:nvSpPr>
            <p:spPr>
              <a:xfrm>
                <a:off x="3172935" y="3429746"/>
                <a:ext cx="9376" cy="7177"/>
              </a:xfrm>
              <a:custGeom>
                <a:avLst/>
                <a:gdLst/>
                <a:ahLst/>
                <a:cxnLst/>
                <a:rect l="l" t="t" r="r" b="b"/>
                <a:pathLst>
                  <a:path w="371" h="284" extrusionOk="0">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8"/>
              <p:cNvSpPr/>
              <p:nvPr/>
            </p:nvSpPr>
            <p:spPr>
              <a:xfrm>
                <a:off x="3138235" y="3429872"/>
                <a:ext cx="9528" cy="7076"/>
              </a:xfrm>
              <a:custGeom>
                <a:avLst/>
                <a:gdLst/>
                <a:ahLst/>
                <a:cxnLst/>
                <a:rect l="l" t="t" r="r" b="b"/>
                <a:pathLst>
                  <a:path w="377" h="280" extrusionOk="0">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8"/>
              <p:cNvSpPr/>
              <p:nvPr/>
            </p:nvSpPr>
            <p:spPr>
              <a:xfrm>
                <a:off x="3172935" y="3407834"/>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8"/>
              <p:cNvSpPr/>
              <p:nvPr/>
            </p:nvSpPr>
            <p:spPr>
              <a:xfrm>
                <a:off x="3138084" y="3407834"/>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8"/>
              <p:cNvSpPr/>
              <p:nvPr/>
            </p:nvSpPr>
            <p:spPr>
              <a:xfrm>
                <a:off x="3033380" y="3446173"/>
                <a:ext cx="127626" cy="73518"/>
              </a:xfrm>
              <a:custGeom>
                <a:avLst/>
                <a:gdLst/>
                <a:ahLst/>
                <a:cxnLst/>
                <a:rect l="l" t="t" r="r" b="b"/>
                <a:pathLst>
                  <a:path w="5050" h="2909" extrusionOk="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8"/>
              <p:cNvSpPr/>
              <p:nvPr/>
            </p:nvSpPr>
            <p:spPr>
              <a:xfrm>
                <a:off x="3158150" y="3445996"/>
                <a:ext cx="127626" cy="73568"/>
              </a:xfrm>
              <a:custGeom>
                <a:avLst/>
                <a:gdLst/>
                <a:ahLst/>
                <a:cxnLst/>
                <a:rect l="l" t="t" r="r" b="b"/>
                <a:pathLst>
                  <a:path w="5050" h="2911" extrusionOk="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8"/>
              <p:cNvSpPr/>
              <p:nvPr/>
            </p:nvSpPr>
            <p:spPr>
              <a:xfrm>
                <a:off x="3084253" y="3751439"/>
                <a:ext cx="30302" cy="54134"/>
              </a:xfrm>
              <a:custGeom>
                <a:avLst/>
                <a:gdLst/>
                <a:ahLst/>
                <a:cxnLst/>
                <a:rect l="l" t="t" r="r" b="b"/>
                <a:pathLst>
                  <a:path w="1199" h="2142" extrusionOk="0">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8"/>
              <p:cNvSpPr/>
              <p:nvPr/>
            </p:nvSpPr>
            <p:spPr>
              <a:xfrm>
                <a:off x="3029842" y="3464066"/>
                <a:ext cx="34472" cy="33688"/>
              </a:xfrm>
              <a:custGeom>
                <a:avLst/>
                <a:gdLst/>
                <a:ahLst/>
                <a:cxnLst/>
                <a:rect l="l" t="t" r="r" b="b"/>
                <a:pathLst>
                  <a:path w="1364" h="1333" extrusionOk="0">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8"/>
              <p:cNvSpPr/>
              <p:nvPr/>
            </p:nvSpPr>
            <p:spPr>
              <a:xfrm>
                <a:off x="2982228" y="3468969"/>
                <a:ext cx="76955" cy="195407"/>
              </a:xfrm>
              <a:custGeom>
                <a:avLst/>
                <a:gdLst/>
                <a:ahLst/>
                <a:cxnLst/>
                <a:rect l="l" t="t" r="r" b="b"/>
                <a:pathLst>
                  <a:path w="3045" h="7732" extrusionOk="0">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8"/>
              <p:cNvSpPr/>
              <p:nvPr/>
            </p:nvSpPr>
            <p:spPr>
              <a:xfrm>
                <a:off x="3205435" y="3751288"/>
                <a:ext cx="30327" cy="54285"/>
              </a:xfrm>
              <a:custGeom>
                <a:avLst/>
                <a:gdLst/>
                <a:ahLst/>
                <a:cxnLst/>
                <a:rect l="l" t="t" r="r" b="b"/>
                <a:pathLst>
                  <a:path w="1200" h="2148" extrusionOk="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8"/>
              <p:cNvSpPr/>
              <p:nvPr/>
            </p:nvSpPr>
            <p:spPr>
              <a:xfrm>
                <a:off x="3254868" y="3463788"/>
                <a:ext cx="34598" cy="33688"/>
              </a:xfrm>
              <a:custGeom>
                <a:avLst/>
                <a:gdLst/>
                <a:ahLst/>
                <a:cxnLst/>
                <a:rect l="l" t="t" r="r" b="b"/>
                <a:pathLst>
                  <a:path w="1369" h="1333" extrusionOk="0">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8"/>
              <p:cNvSpPr/>
              <p:nvPr/>
            </p:nvSpPr>
            <p:spPr>
              <a:xfrm>
                <a:off x="3286812" y="3644739"/>
                <a:ext cx="37479" cy="23706"/>
              </a:xfrm>
              <a:custGeom>
                <a:avLst/>
                <a:gdLst/>
                <a:ahLst/>
                <a:cxnLst/>
                <a:rect l="l" t="t" r="r" b="b"/>
                <a:pathLst>
                  <a:path w="1483" h="938" extrusionOk="0">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8"/>
              <p:cNvSpPr/>
              <p:nvPr/>
            </p:nvSpPr>
            <p:spPr>
              <a:xfrm>
                <a:off x="3218375" y="4036892"/>
                <a:ext cx="40916" cy="40790"/>
              </a:xfrm>
              <a:custGeom>
                <a:avLst/>
                <a:gdLst/>
                <a:ahLst/>
                <a:cxnLst/>
                <a:rect l="l" t="t" r="r" b="b"/>
                <a:pathLst>
                  <a:path w="1619" h="1614" extrusionOk="0">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8"/>
              <p:cNvSpPr/>
              <p:nvPr/>
            </p:nvSpPr>
            <p:spPr>
              <a:xfrm>
                <a:off x="3115768" y="3352361"/>
                <a:ext cx="87342" cy="60881"/>
              </a:xfrm>
              <a:custGeom>
                <a:avLst/>
                <a:gdLst/>
                <a:ahLst/>
                <a:cxnLst/>
                <a:rect l="l" t="t" r="r" b="b"/>
                <a:pathLst>
                  <a:path w="3456" h="2409" extrusionOk="0">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8"/>
              <p:cNvSpPr/>
              <p:nvPr/>
            </p:nvSpPr>
            <p:spPr>
              <a:xfrm>
                <a:off x="3101312" y="3259611"/>
                <a:ext cx="116253" cy="121535"/>
              </a:xfrm>
              <a:custGeom>
                <a:avLst/>
                <a:gdLst/>
                <a:ahLst/>
                <a:cxnLst/>
                <a:rect l="l" t="t" r="r" b="b"/>
                <a:pathLst>
                  <a:path w="4600" h="4809" extrusionOk="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8"/>
              <p:cNvSpPr/>
              <p:nvPr/>
            </p:nvSpPr>
            <p:spPr>
              <a:xfrm>
                <a:off x="3260024" y="3468691"/>
                <a:ext cx="77460" cy="195356"/>
              </a:xfrm>
              <a:custGeom>
                <a:avLst/>
                <a:gdLst/>
                <a:ahLst/>
                <a:cxnLst/>
                <a:rect l="l" t="t" r="r" b="b"/>
                <a:pathLst>
                  <a:path w="3065" h="7730" extrusionOk="0">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8"/>
              <p:cNvSpPr/>
              <p:nvPr/>
            </p:nvSpPr>
            <p:spPr>
              <a:xfrm>
                <a:off x="3289138" y="3658234"/>
                <a:ext cx="65456" cy="151964"/>
              </a:xfrm>
              <a:custGeom>
                <a:avLst/>
                <a:gdLst/>
                <a:ahLst/>
                <a:cxnLst/>
                <a:rect l="l" t="t" r="r" b="b"/>
                <a:pathLst>
                  <a:path w="2590" h="6013" extrusionOk="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8"/>
              <p:cNvSpPr/>
              <p:nvPr/>
            </p:nvSpPr>
            <p:spPr>
              <a:xfrm>
                <a:off x="3321537" y="3824401"/>
                <a:ext cx="11853" cy="26890"/>
              </a:xfrm>
              <a:custGeom>
                <a:avLst/>
                <a:gdLst/>
                <a:ahLst/>
                <a:cxnLst/>
                <a:rect l="l" t="t" r="r" b="b"/>
                <a:pathLst>
                  <a:path w="469" h="1064" extrusionOk="0">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8"/>
              <p:cNvSpPr/>
              <p:nvPr/>
            </p:nvSpPr>
            <p:spPr>
              <a:xfrm>
                <a:off x="3322093" y="3850356"/>
                <a:ext cx="11853" cy="26839"/>
              </a:xfrm>
              <a:custGeom>
                <a:avLst/>
                <a:gdLst/>
                <a:ahLst/>
                <a:cxnLst/>
                <a:rect l="l" t="t" r="r" b="b"/>
                <a:pathLst>
                  <a:path w="469" h="1062" extrusionOk="0">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8"/>
              <p:cNvSpPr/>
              <p:nvPr/>
            </p:nvSpPr>
            <p:spPr>
              <a:xfrm>
                <a:off x="3323205" y="3875350"/>
                <a:ext cx="11828" cy="26890"/>
              </a:xfrm>
              <a:custGeom>
                <a:avLst/>
                <a:gdLst/>
                <a:ahLst/>
                <a:cxnLst/>
                <a:rect l="l" t="t" r="r" b="b"/>
                <a:pathLst>
                  <a:path w="468" h="1064" extrusionOk="0">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8"/>
              <p:cNvSpPr/>
              <p:nvPr/>
            </p:nvSpPr>
            <p:spPr>
              <a:xfrm>
                <a:off x="3313677" y="3819877"/>
                <a:ext cx="10994" cy="26056"/>
              </a:xfrm>
              <a:custGeom>
                <a:avLst/>
                <a:gdLst/>
                <a:ahLst/>
                <a:cxnLst/>
                <a:rect l="l" t="t" r="r" b="b"/>
                <a:pathLst>
                  <a:path w="435" h="1031" extrusionOk="0">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8"/>
              <p:cNvSpPr/>
              <p:nvPr/>
            </p:nvSpPr>
            <p:spPr>
              <a:xfrm>
                <a:off x="3311883" y="3844948"/>
                <a:ext cx="10994" cy="26031"/>
              </a:xfrm>
              <a:custGeom>
                <a:avLst/>
                <a:gdLst/>
                <a:ahLst/>
                <a:cxnLst/>
                <a:rect l="l" t="t" r="r" b="b"/>
                <a:pathLst>
                  <a:path w="435" h="1030" extrusionOk="0">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8"/>
              <p:cNvSpPr/>
              <p:nvPr/>
            </p:nvSpPr>
            <p:spPr>
              <a:xfrm>
                <a:off x="3310644" y="3869032"/>
                <a:ext cx="10994" cy="26056"/>
              </a:xfrm>
              <a:custGeom>
                <a:avLst/>
                <a:gdLst/>
                <a:ahLst/>
                <a:cxnLst/>
                <a:rect l="l" t="t" r="r" b="b"/>
                <a:pathLst>
                  <a:path w="435" h="1031" extrusionOk="0">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8"/>
              <p:cNvSpPr/>
              <p:nvPr/>
            </p:nvSpPr>
            <p:spPr>
              <a:xfrm>
                <a:off x="3111876" y="3715805"/>
                <a:ext cx="96111" cy="59618"/>
              </a:xfrm>
              <a:custGeom>
                <a:avLst/>
                <a:gdLst/>
                <a:ahLst/>
                <a:cxnLst/>
                <a:rect l="l" t="t" r="r" b="b"/>
                <a:pathLst>
                  <a:path w="3803" h="2359" extrusionOk="0">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8"/>
              <p:cNvSpPr/>
              <p:nvPr/>
            </p:nvSpPr>
            <p:spPr>
              <a:xfrm>
                <a:off x="3209757" y="3762332"/>
                <a:ext cx="63030" cy="294981"/>
              </a:xfrm>
              <a:custGeom>
                <a:avLst/>
                <a:gdLst/>
                <a:ahLst/>
                <a:cxnLst/>
                <a:rect l="l" t="t" r="r" b="b"/>
                <a:pathLst>
                  <a:path w="2494" h="11672" extrusionOk="0">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8"/>
              <p:cNvSpPr/>
              <p:nvPr/>
            </p:nvSpPr>
            <p:spPr>
              <a:xfrm>
                <a:off x="3205157" y="4056782"/>
                <a:ext cx="85952" cy="265109"/>
              </a:xfrm>
              <a:custGeom>
                <a:avLst/>
                <a:gdLst/>
                <a:ahLst/>
                <a:cxnLst/>
                <a:rect l="l" t="t" r="r" b="b"/>
                <a:pathLst>
                  <a:path w="3401" h="10490" extrusionOk="0">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8"/>
              <p:cNvSpPr/>
              <p:nvPr/>
            </p:nvSpPr>
            <p:spPr>
              <a:xfrm>
                <a:off x="2980965" y="4292296"/>
                <a:ext cx="109228" cy="92295"/>
              </a:xfrm>
              <a:custGeom>
                <a:avLst/>
                <a:gdLst/>
                <a:ahLst/>
                <a:cxnLst/>
                <a:rect l="l" t="t" r="r" b="b"/>
                <a:pathLst>
                  <a:path w="4322" h="3652" extrusionOk="0">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8"/>
              <p:cNvSpPr/>
              <p:nvPr/>
            </p:nvSpPr>
            <p:spPr>
              <a:xfrm>
                <a:off x="3061938" y="4037044"/>
                <a:ext cx="40916" cy="40916"/>
              </a:xfrm>
              <a:custGeom>
                <a:avLst/>
                <a:gdLst/>
                <a:ahLst/>
                <a:cxnLst/>
                <a:rect l="l" t="t" r="r" b="b"/>
                <a:pathLst>
                  <a:path w="1619" h="1619" extrusionOk="0">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8"/>
              <p:cNvSpPr/>
              <p:nvPr/>
            </p:nvSpPr>
            <p:spPr>
              <a:xfrm>
                <a:off x="3048442" y="3763469"/>
                <a:ext cx="63030" cy="293970"/>
              </a:xfrm>
              <a:custGeom>
                <a:avLst/>
                <a:gdLst/>
                <a:ahLst/>
                <a:cxnLst/>
                <a:rect l="l" t="t" r="r" b="b"/>
                <a:pathLst>
                  <a:path w="2494" h="11632" extrusionOk="0">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8"/>
              <p:cNvSpPr/>
              <p:nvPr/>
            </p:nvSpPr>
            <p:spPr>
              <a:xfrm>
                <a:off x="3030676" y="4057034"/>
                <a:ext cx="85396" cy="265083"/>
              </a:xfrm>
              <a:custGeom>
                <a:avLst/>
                <a:gdLst/>
                <a:ahLst/>
                <a:cxnLst/>
                <a:rect l="l" t="t" r="r" b="b"/>
                <a:pathLst>
                  <a:path w="3379" h="10489" extrusionOk="0">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8"/>
              <p:cNvSpPr/>
              <p:nvPr/>
            </p:nvSpPr>
            <p:spPr>
              <a:xfrm>
                <a:off x="3063736" y="3445287"/>
                <a:ext cx="192919" cy="183711"/>
              </a:xfrm>
              <a:custGeom>
                <a:avLst/>
                <a:gdLst/>
                <a:ahLst/>
                <a:cxnLst/>
                <a:rect l="l" t="t" r="r" b="b"/>
                <a:pathLst>
                  <a:path w="8779" h="8360" extrusionOk="0">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8"/>
              <p:cNvSpPr/>
              <p:nvPr/>
            </p:nvSpPr>
            <p:spPr>
              <a:xfrm>
                <a:off x="3147586" y="3469828"/>
                <a:ext cx="24135" cy="107004"/>
              </a:xfrm>
              <a:custGeom>
                <a:avLst/>
                <a:gdLst/>
                <a:ahLst/>
                <a:cxnLst/>
                <a:rect l="l" t="t" r="r" b="b"/>
                <a:pathLst>
                  <a:path w="955" h="4234" extrusionOk="0">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8"/>
              <p:cNvSpPr/>
              <p:nvPr/>
            </p:nvSpPr>
            <p:spPr>
              <a:xfrm>
                <a:off x="3316002" y="3800796"/>
                <a:ext cx="45895" cy="28608"/>
              </a:xfrm>
              <a:custGeom>
                <a:avLst/>
                <a:gdLst/>
                <a:ahLst/>
                <a:cxnLst/>
                <a:rect l="l" t="t" r="r" b="b"/>
                <a:pathLst>
                  <a:path w="1816" h="1132" extrusionOk="0">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8"/>
              <p:cNvSpPr/>
              <p:nvPr/>
            </p:nvSpPr>
            <p:spPr>
              <a:xfrm>
                <a:off x="2997897" y="3645093"/>
                <a:ext cx="37479" cy="23706"/>
              </a:xfrm>
              <a:custGeom>
                <a:avLst/>
                <a:gdLst/>
                <a:ahLst/>
                <a:cxnLst/>
                <a:rect l="l" t="t" r="r" b="b"/>
                <a:pathLst>
                  <a:path w="1483" h="938" extrusionOk="0">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8"/>
              <p:cNvSpPr/>
              <p:nvPr/>
            </p:nvSpPr>
            <p:spPr>
              <a:xfrm>
                <a:off x="2968025" y="3658714"/>
                <a:ext cx="65153" cy="151913"/>
              </a:xfrm>
              <a:custGeom>
                <a:avLst/>
                <a:gdLst/>
                <a:ahLst/>
                <a:cxnLst/>
                <a:rect l="l" t="t" r="r" b="b"/>
                <a:pathLst>
                  <a:path w="2578" h="6011" extrusionOk="0">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8"/>
              <p:cNvSpPr/>
              <p:nvPr/>
            </p:nvSpPr>
            <p:spPr>
              <a:xfrm>
                <a:off x="2997948" y="3820282"/>
                <a:ext cx="10994" cy="25930"/>
              </a:xfrm>
              <a:custGeom>
                <a:avLst/>
                <a:gdLst/>
                <a:ahLst/>
                <a:cxnLst/>
                <a:rect l="l" t="t" r="r" b="b"/>
                <a:pathLst>
                  <a:path w="435" h="1026" extrusionOk="0">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8"/>
              <p:cNvSpPr/>
              <p:nvPr/>
            </p:nvSpPr>
            <p:spPr>
              <a:xfrm>
                <a:off x="2999869" y="3845352"/>
                <a:ext cx="10994" cy="25904"/>
              </a:xfrm>
              <a:custGeom>
                <a:avLst/>
                <a:gdLst/>
                <a:ahLst/>
                <a:cxnLst/>
                <a:rect l="l" t="t" r="r" b="b"/>
                <a:pathLst>
                  <a:path w="435" h="1025" extrusionOk="0">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8"/>
              <p:cNvSpPr/>
              <p:nvPr/>
            </p:nvSpPr>
            <p:spPr>
              <a:xfrm>
                <a:off x="3001258" y="3869437"/>
                <a:ext cx="10842" cy="25930"/>
              </a:xfrm>
              <a:custGeom>
                <a:avLst/>
                <a:gdLst/>
                <a:ahLst/>
                <a:cxnLst/>
                <a:rect l="l" t="t" r="r" b="b"/>
                <a:pathLst>
                  <a:path w="429" h="1026" extrusionOk="0">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8"/>
              <p:cNvSpPr/>
              <p:nvPr/>
            </p:nvSpPr>
            <p:spPr>
              <a:xfrm>
                <a:off x="3124740" y="3316398"/>
                <a:ext cx="31818" cy="31237"/>
              </a:xfrm>
              <a:custGeom>
                <a:avLst/>
                <a:gdLst/>
                <a:ahLst/>
                <a:cxnLst/>
                <a:rect l="l" t="t" r="r" b="b"/>
                <a:pathLst>
                  <a:path w="1259" h="1236" extrusionOk="0">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8"/>
              <p:cNvSpPr/>
              <p:nvPr/>
            </p:nvSpPr>
            <p:spPr>
              <a:xfrm>
                <a:off x="3163710" y="3316398"/>
                <a:ext cx="31970" cy="31085"/>
              </a:xfrm>
              <a:custGeom>
                <a:avLst/>
                <a:gdLst/>
                <a:ahLst/>
                <a:cxnLst/>
                <a:rect l="l" t="t" r="r" b="b"/>
                <a:pathLst>
                  <a:path w="1265" h="1230" extrusionOk="0">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8"/>
              <p:cNvSpPr/>
              <p:nvPr/>
            </p:nvSpPr>
            <p:spPr>
              <a:xfrm>
                <a:off x="3148825" y="3340786"/>
                <a:ext cx="23984" cy="19333"/>
              </a:xfrm>
              <a:custGeom>
                <a:avLst/>
                <a:gdLst/>
                <a:ahLst/>
                <a:cxnLst/>
                <a:rect l="l" t="t" r="r" b="b"/>
                <a:pathLst>
                  <a:path w="949" h="765" extrusionOk="0">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10" name="Google Shape;6610;p88"/>
          <p:cNvGrpSpPr/>
          <p:nvPr/>
        </p:nvGrpSpPr>
        <p:grpSpPr>
          <a:xfrm>
            <a:off x="4707616" y="3256553"/>
            <a:ext cx="447702" cy="1135923"/>
            <a:chOff x="4707616" y="3256553"/>
            <a:chExt cx="447702" cy="1135923"/>
          </a:xfrm>
        </p:grpSpPr>
        <p:sp>
          <p:nvSpPr>
            <p:cNvPr id="6611" name="Google Shape;6611;p88"/>
            <p:cNvSpPr/>
            <p:nvPr/>
          </p:nvSpPr>
          <p:spPr>
            <a:xfrm>
              <a:off x="4707616"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2" name="Google Shape;6612;p88"/>
            <p:cNvGrpSpPr/>
            <p:nvPr/>
          </p:nvGrpSpPr>
          <p:grpSpPr>
            <a:xfrm>
              <a:off x="4724641" y="3320695"/>
              <a:ext cx="412877" cy="1031270"/>
              <a:chOff x="4724641" y="3320695"/>
              <a:chExt cx="412877" cy="1031270"/>
            </a:xfrm>
          </p:grpSpPr>
          <p:sp>
            <p:nvSpPr>
              <p:cNvPr id="6613" name="Google Shape;6613;p88"/>
              <p:cNvSpPr/>
              <p:nvPr/>
            </p:nvSpPr>
            <p:spPr>
              <a:xfrm>
                <a:off x="4923763" y="3572333"/>
                <a:ext cx="18474" cy="141678"/>
              </a:xfrm>
              <a:custGeom>
                <a:avLst/>
                <a:gdLst/>
                <a:ahLst/>
                <a:cxnLst/>
                <a:rect l="l" t="t" r="r" b="b"/>
                <a:pathLst>
                  <a:path w="731" h="5606" extrusionOk="0">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8"/>
              <p:cNvSpPr/>
              <p:nvPr/>
            </p:nvSpPr>
            <p:spPr>
              <a:xfrm>
                <a:off x="4931193" y="3678983"/>
                <a:ext cx="72734" cy="148375"/>
              </a:xfrm>
              <a:custGeom>
                <a:avLst/>
                <a:gdLst/>
                <a:ahLst/>
                <a:cxnLst/>
                <a:rect l="l" t="t" r="r" b="b"/>
                <a:pathLst>
                  <a:path w="2878" h="5871" extrusionOk="0">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8"/>
              <p:cNvSpPr/>
              <p:nvPr/>
            </p:nvSpPr>
            <p:spPr>
              <a:xfrm>
                <a:off x="4861946" y="3572333"/>
                <a:ext cx="76449" cy="255075"/>
              </a:xfrm>
              <a:custGeom>
                <a:avLst/>
                <a:gdLst/>
                <a:ahLst/>
                <a:cxnLst/>
                <a:rect l="l" t="t" r="r" b="b"/>
                <a:pathLst>
                  <a:path w="3025" h="10093" extrusionOk="0">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8"/>
              <p:cNvSpPr/>
              <p:nvPr/>
            </p:nvSpPr>
            <p:spPr>
              <a:xfrm>
                <a:off x="4724641" y="3320695"/>
                <a:ext cx="217697" cy="547933"/>
              </a:xfrm>
              <a:custGeom>
                <a:avLst/>
                <a:gdLst/>
                <a:ahLst/>
                <a:cxnLst/>
                <a:rect l="l" t="t" r="r" b="b"/>
                <a:pathLst>
                  <a:path w="8614" h="21681" extrusionOk="0">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8"/>
              <p:cNvSpPr/>
              <p:nvPr/>
            </p:nvSpPr>
            <p:spPr>
              <a:xfrm>
                <a:off x="4802227" y="3815202"/>
                <a:ext cx="106498" cy="536763"/>
              </a:xfrm>
              <a:custGeom>
                <a:avLst/>
                <a:gdLst/>
                <a:ahLst/>
                <a:cxnLst/>
                <a:rect l="l" t="t" r="r" b="b"/>
                <a:pathLst>
                  <a:path w="4214" h="21239" extrusionOk="0">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8"/>
              <p:cNvSpPr/>
              <p:nvPr/>
            </p:nvSpPr>
            <p:spPr>
              <a:xfrm>
                <a:off x="4927478" y="3678983"/>
                <a:ext cx="72886" cy="148375"/>
              </a:xfrm>
              <a:custGeom>
                <a:avLst/>
                <a:gdLst/>
                <a:ahLst/>
                <a:cxnLst/>
                <a:rect l="l" t="t" r="r" b="b"/>
                <a:pathLst>
                  <a:path w="2884" h="5871" extrusionOk="0">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8"/>
              <p:cNvSpPr/>
              <p:nvPr/>
            </p:nvSpPr>
            <p:spPr>
              <a:xfrm>
                <a:off x="4920098" y="3320695"/>
                <a:ext cx="217419" cy="547933"/>
              </a:xfrm>
              <a:custGeom>
                <a:avLst/>
                <a:gdLst/>
                <a:ahLst/>
                <a:cxnLst/>
                <a:rect l="l" t="t" r="r" b="b"/>
                <a:pathLst>
                  <a:path w="8603" h="21681" extrusionOk="0">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8"/>
              <p:cNvSpPr/>
              <p:nvPr/>
            </p:nvSpPr>
            <p:spPr>
              <a:xfrm>
                <a:off x="4953610" y="3815202"/>
                <a:ext cx="106625" cy="536712"/>
              </a:xfrm>
              <a:custGeom>
                <a:avLst/>
                <a:gdLst/>
                <a:ahLst/>
                <a:cxnLst/>
                <a:rect l="l" t="t" r="r" b="b"/>
                <a:pathLst>
                  <a:path w="4219" h="21237" extrusionOk="0">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8"/>
              <p:cNvSpPr/>
              <p:nvPr/>
            </p:nvSpPr>
            <p:spPr>
              <a:xfrm>
                <a:off x="4906830" y="3546656"/>
                <a:ext cx="45870" cy="41902"/>
              </a:xfrm>
              <a:custGeom>
                <a:avLst/>
                <a:gdLst/>
                <a:ahLst/>
                <a:cxnLst/>
                <a:rect l="l" t="t" r="r" b="b"/>
                <a:pathLst>
                  <a:path w="1815" h="1658" extrusionOk="0">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8"/>
              <p:cNvSpPr/>
              <p:nvPr/>
            </p:nvSpPr>
            <p:spPr>
              <a:xfrm>
                <a:off x="4938193" y="3484991"/>
                <a:ext cx="70662" cy="34800"/>
              </a:xfrm>
              <a:custGeom>
                <a:avLst/>
                <a:gdLst/>
                <a:ahLst/>
                <a:cxnLst/>
                <a:rect l="l" t="t" r="r" b="b"/>
                <a:pathLst>
                  <a:path w="2796" h="1377" extrusionOk="0">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8"/>
              <p:cNvSpPr/>
              <p:nvPr/>
            </p:nvSpPr>
            <p:spPr>
              <a:xfrm>
                <a:off x="4903671" y="3485219"/>
                <a:ext cx="80164" cy="84739"/>
              </a:xfrm>
              <a:custGeom>
                <a:avLst/>
                <a:gdLst/>
                <a:ahLst/>
                <a:cxnLst/>
                <a:rect l="l" t="t" r="r" b="b"/>
                <a:pathLst>
                  <a:path w="3172" h="3353" extrusionOk="0">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24" name="Google Shape;6624;p88"/>
          <p:cNvSpPr/>
          <p:nvPr/>
        </p:nvSpPr>
        <p:spPr>
          <a:xfrm>
            <a:off x="5890180" y="1558993"/>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628"/>
        <p:cNvGrpSpPr/>
        <p:nvPr/>
      </p:nvGrpSpPr>
      <p:grpSpPr>
        <a:xfrm>
          <a:off x="0" y="0"/>
          <a:ext cx="0" cy="0"/>
          <a:chOff x="0" y="0"/>
          <a:chExt cx="0" cy="0"/>
        </a:xfrm>
      </p:grpSpPr>
      <p:sp>
        <p:nvSpPr>
          <p:cNvPr id="6629" name="Google Shape;6629;p89"/>
          <p:cNvSpPr/>
          <p:nvPr/>
        </p:nvSpPr>
        <p:spPr>
          <a:xfrm>
            <a:off x="5983275"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0" name="Google Shape;6630;p89"/>
          <p:cNvGrpSpPr/>
          <p:nvPr/>
        </p:nvGrpSpPr>
        <p:grpSpPr>
          <a:xfrm>
            <a:off x="5881075" y="1606500"/>
            <a:ext cx="389275" cy="1299125"/>
            <a:chOff x="5881075" y="1606500"/>
            <a:chExt cx="389275" cy="1299125"/>
          </a:xfrm>
        </p:grpSpPr>
        <p:sp>
          <p:nvSpPr>
            <p:cNvPr id="6631" name="Google Shape;6631;p89"/>
            <p:cNvSpPr/>
            <p:nvPr/>
          </p:nvSpPr>
          <p:spPr>
            <a:xfrm>
              <a:off x="5881075"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2" name="Google Shape;6632;p89"/>
            <p:cNvGrpSpPr/>
            <p:nvPr/>
          </p:nvGrpSpPr>
          <p:grpSpPr>
            <a:xfrm>
              <a:off x="5888300" y="1606500"/>
              <a:ext cx="375575" cy="1290700"/>
              <a:chOff x="5888300" y="1606500"/>
              <a:chExt cx="375575" cy="1290700"/>
            </a:xfrm>
          </p:grpSpPr>
          <p:sp>
            <p:nvSpPr>
              <p:cNvPr id="6633" name="Google Shape;6633;p89"/>
              <p:cNvSpPr/>
              <p:nvPr/>
            </p:nvSpPr>
            <p:spPr>
              <a:xfrm>
                <a:off x="5979725" y="2199875"/>
                <a:ext cx="86950" cy="241525"/>
              </a:xfrm>
              <a:custGeom>
                <a:avLst/>
                <a:gdLst/>
                <a:ahLst/>
                <a:cxnLst/>
                <a:rect l="l" t="t" r="r" b="b"/>
                <a:pathLst>
                  <a:path w="3478" h="9661" extrusionOk="0">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9"/>
              <p:cNvSpPr/>
              <p:nvPr/>
            </p:nvSpPr>
            <p:spPr>
              <a:xfrm>
                <a:off x="5961200" y="2207325"/>
                <a:ext cx="76950" cy="326275"/>
              </a:xfrm>
              <a:custGeom>
                <a:avLst/>
                <a:gdLst/>
                <a:ahLst/>
                <a:cxnLst/>
                <a:rect l="l" t="t" r="r" b="b"/>
                <a:pathLst>
                  <a:path w="3078" h="13051" extrusionOk="0">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9"/>
              <p:cNvSpPr/>
              <p:nvPr/>
            </p:nvSpPr>
            <p:spPr>
              <a:xfrm>
                <a:off x="5978500" y="2551650"/>
                <a:ext cx="47050" cy="246275"/>
              </a:xfrm>
              <a:custGeom>
                <a:avLst/>
                <a:gdLst/>
                <a:ahLst/>
                <a:cxnLst/>
                <a:rect l="l" t="t" r="r" b="b"/>
                <a:pathLst>
                  <a:path w="1882" h="9851" extrusionOk="0">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9"/>
              <p:cNvSpPr/>
              <p:nvPr/>
            </p:nvSpPr>
            <p:spPr>
              <a:xfrm>
                <a:off x="6000925" y="2557375"/>
                <a:ext cx="28425" cy="133200"/>
              </a:xfrm>
              <a:custGeom>
                <a:avLst/>
                <a:gdLst/>
                <a:ahLst/>
                <a:cxnLst/>
                <a:rect l="l" t="t" r="r" b="b"/>
                <a:pathLst>
                  <a:path w="1137" h="5328" extrusionOk="0">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9"/>
              <p:cNvSpPr/>
              <p:nvPr/>
            </p:nvSpPr>
            <p:spPr>
              <a:xfrm>
                <a:off x="5963800" y="1958025"/>
                <a:ext cx="108925" cy="269175"/>
              </a:xfrm>
              <a:custGeom>
                <a:avLst/>
                <a:gdLst/>
                <a:ahLst/>
                <a:cxnLst/>
                <a:rect l="l" t="t" r="r" b="b"/>
                <a:pathLst>
                  <a:path w="4357" h="10767" extrusionOk="0">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9"/>
              <p:cNvSpPr/>
              <p:nvPr/>
            </p:nvSpPr>
            <p:spPr>
              <a:xfrm>
                <a:off x="6018925" y="2116700"/>
                <a:ext cx="55950" cy="86200"/>
              </a:xfrm>
              <a:custGeom>
                <a:avLst/>
                <a:gdLst/>
                <a:ahLst/>
                <a:cxnLst/>
                <a:rect l="l" t="t" r="r" b="b"/>
                <a:pathLst>
                  <a:path w="2238" h="3448" extrusionOk="0">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9"/>
              <p:cNvSpPr/>
              <p:nvPr/>
            </p:nvSpPr>
            <p:spPr>
              <a:xfrm>
                <a:off x="6022450" y="2062450"/>
                <a:ext cx="49800" cy="65975"/>
              </a:xfrm>
              <a:custGeom>
                <a:avLst/>
                <a:gdLst/>
                <a:ahLst/>
                <a:cxnLst/>
                <a:rect l="l" t="t" r="r" b="b"/>
                <a:pathLst>
                  <a:path w="1992" h="2639" extrusionOk="0">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9"/>
              <p:cNvSpPr/>
              <p:nvPr/>
            </p:nvSpPr>
            <p:spPr>
              <a:xfrm>
                <a:off x="5979275" y="1827925"/>
                <a:ext cx="93900" cy="138525"/>
              </a:xfrm>
              <a:custGeom>
                <a:avLst/>
                <a:gdLst/>
                <a:ahLst/>
                <a:cxnLst/>
                <a:rect l="l" t="t" r="r" b="b"/>
                <a:pathLst>
                  <a:path w="3756" h="5541" extrusionOk="0">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9"/>
              <p:cNvSpPr/>
              <p:nvPr/>
            </p:nvSpPr>
            <p:spPr>
              <a:xfrm>
                <a:off x="6026750" y="2017050"/>
                <a:ext cx="43825" cy="44200"/>
              </a:xfrm>
              <a:custGeom>
                <a:avLst/>
                <a:gdLst/>
                <a:ahLst/>
                <a:cxnLst/>
                <a:rect l="l" t="t" r="r" b="b"/>
                <a:pathLst>
                  <a:path w="1753" h="1768" extrusionOk="0">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9"/>
              <p:cNvSpPr/>
              <p:nvPr/>
            </p:nvSpPr>
            <p:spPr>
              <a:xfrm>
                <a:off x="6030275" y="1978675"/>
                <a:ext cx="37050" cy="33225"/>
              </a:xfrm>
              <a:custGeom>
                <a:avLst/>
                <a:gdLst/>
                <a:ahLst/>
                <a:cxnLst/>
                <a:rect l="l" t="t" r="r" b="b"/>
                <a:pathLst>
                  <a:path w="1482" h="1329" extrusionOk="0">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9"/>
              <p:cNvSpPr/>
              <p:nvPr/>
            </p:nvSpPr>
            <p:spPr>
              <a:xfrm>
                <a:off x="5958675" y="1795100"/>
                <a:ext cx="102375" cy="25225"/>
              </a:xfrm>
              <a:custGeom>
                <a:avLst/>
                <a:gdLst/>
                <a:ahLst/>
                <a:cxnLst/>
                <a:rect l="l" t="t" r="r" b="b"/>
                <a:pathLst>
                  <a:path w="4095" h="1009" extrusionOk="0">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9"/>
              <p:cNvSpPr/>
              <p:nvPr/>
            </p:nvSpPr>
            <p:spPr>
              <a:xfrm>
                <a:off x="5943475" y="1817525"/>
                <a:ext cx="78075" cy="87500"/>
              </a:xfrm>
              <a:custGeom>
                <a:avLst/>
                <a:gdLst/>
                <a:ahLst/>
                <a:cxnLst/>
                <a:rect l="l" t="t" r="r" b="b"/>
                <a:pathLst>
                  <a:path w="3123" h="3500" extrusionOk="0">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9"/>
              <p:cNvSpPr/>
              <p:nvPr/>
            </p:nvSpPr>
            <p:spPr>
              <a:xfrm>
                <a:off x="5934700" y="1873700"/>
                <a:ext cx="50775" cy="163500"/>
              </a:xfrm>
              <a:custGeom>
                <a:avLst/>
                <a:gdLst/>
                <a:ahLst/>
                <a:cxnLst/>
                <a:rect l="l" t="t" r="r" b="b"/>
                <a:pathLst>
                  <a:path w="2031" h="6540" extrusionOk="0">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9"/>
              <p:cNvSpPr/>
              <p:nvPr/>
            </p:nvSpPr>
            <p:spPr>
              <a:xfrm>
                <a:off x="5915500" y="2038075"/>
                <a:ext cx="42750" cy="146800"/>
              </a:xfrm>
              <a:custGeom>
                <a:avLst/>
                <a:gdLst/>
                <a:ahLst/>
                <a:cxnLst/>
                <a:rect l="l" t="t" r="r" b="b"/>
                <a:pathLst>
                  <a:path w="1710" h="5872" extrusionOk="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9"/>
              <p:cNvSpPr/>
              <p:nvPr/>
            </p:nvSpPr>
            <p:spPr>
              <a:xfrm>
                <a:off x="5904425" y="2034950"/>
                <a:ext cx="31075" cy="149500"/>
              </a:xfrm>
              <a:custGeom>
                <a:avLst/>
                <a:gdLst/>
                <a:ahLst/>
                <a:cxnLst/>
                <a:rect l="l" t="t" r="r" b="b"/>
                <a:pathLst>
                  <a:path w="1243" h="5980" extrusionOk="0">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9"/>
              <p:cNvSpPr/>
              <p:nvPr/>
            </p:nvSpPr>
            <p:spPr>
              <a:xfrm>
                <a:off x="5889625" y="2199400"/>
                <a:ext cx="30975" cy="54575"/>
              </a:xfrm>
              <a:custGeom>
                <a:avLst/>
                <a:gdLst/>
                <a:ahLst/>
                <a:cxnLst/>
                <a:rect l="l" t="t" r="r" b="b"/>
                <a:pathLst>
                  <a:path w="1239" h="2183" extrusionOk="0">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9"/>
              <p:cNvSpPr/>
              <p:nvPr/>
            </p:nvSpPr>
            <p:spPr>
              <a:xfrm>
                <a:off x="5888300" y="2260125"/>
                <a:ext cx="23150" cy="47750"/>
              </a:xfrm>
              <a:custGeom>
                <a:avLst/>
                <a:gdLst/>
                <a:ahLst/>
                <a:cxnLst/>
                <a:rect l="l" t="t" r="r" b="b"/>
                <a:pathLst>
                  <a:path w="926" h="1910" extrusionOk="0">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9"/>
              <p:cNvSpPr/>
              <p:nvPr/>
            </p:nvSpPr>
            <p:spPr>
              <a:xfrm>
                <a:off x="5913425" y="2247575"/>
                <a:ext cx="9375" cy="26700"/>
              </a:xfrm>
              <a:custGeom>
                <a:avLst/>
                <a:gdLst/>
                <a:ahLst/>
                <a:cxnLst/>
                <a:rect l="l" t="t" r="r" b="b"/>
                <a:pathLst>
                  <a:path w="375" h="1068" extrusionOk="0">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9"/>
              <p:cNvSpPr/>
              <p:nvPr/>
            </p:nvSpPr>
            <p:spPr>
              <a:xfrm>
                <a:off x="6045250" y="1772400"/>
                <a:ext cx="30850" cy="22675"/>
              </a:xfrm>
              <a:custGeom>
                <a:avLst/>
                <a:gdLst/>
                <a:ahLst/>
                <a:cxnLst/>
                <a:rect l="l" t="t" r="r" b="b"/>
                <a:pathLst>
                  <a:path w="1234" h="907" extrusionOk="0">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9"/>
              <p:cNvSpPr/>
              <p:nvPr/>
            </p:nvSpPr>
            <p:spPr>
              <a:xfrm>
                <a:off x="6030950" y="1782325"/>
                <a:ext cx="47600" cy="38100"/>
              </a:xfrm>
              <a:custGeom>
                <a:avLst/>
                <a:gdLst/>
                <a:ahLst/>
                <a:cxnLst/>
                <a:rect l="l" t="t" r="r" b="b"/>
                <a:pathLst>
                  <a:path w="1904" h="1524" extrusionOk="0">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9"/>
              <p:cNvSpPr/>
              <p:nvPr/>
            </p:nvSpPr>
            <p:spPr>
              <a:xfrm>
                <a:off x="5984025" y="1878975"/>
                <a:ext cx="83350" cy="75625"/>
              </a:xfrm>
              <a:custGeom>
                <a:avLst/>
                <a:gdLst/>
                <a:ahLst/>
                <a:cxnLst/>
                <a:rect l="l" t="t" r="r" b="b"/>
                <a:pathLst>
                  <a:path w="3334" h="3025" extrusionOk="0">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9"/>
              <p:cNvSpPr/>
              <p:nvPr/>
            </p:nvSpPr>
            <p:spPr>
              <a:xfrm>
                <a:off x="6002000" y="2800350"/>
                <a:ext cx="24325" cy="31775"/>
              </a:xfrm>
              <a:custGeom>
                <a:avLst/>
                <a:gdLst/>
                <a:ahLst/>
                <a:cxnLst/>
                <a:rect l="l" t="t" r="r" b="b"/>
                <a:pathLst>
                  <a:path w="973" h="1271" extrusionOk="0">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9"/>
              <p:cNvSpPr/>
              <p:nvPr/>
            </p:nvSpPr>
            <p:spPr>
              <a:xfrm>
                <a:off x="6021550" y="2827575"/>
                <a:ext cx="11975" cy="54225"/>
              </a:xfrm>
              <a:custGeom>
                <a:avLst/>
                <a:gdLst/>
                <a:ahLst/>
                <a:cxnLst/>
                <a:rect l="l" t="t" r="r" b="b"/>
                <a:pathLst>
                  <a:path w="479" h="2169" extrusionOk="0">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9"/>
              <p:cNvSpPr/>
              <p:nvPr/>
            </p:nvSpPr>
            <p:spPr>
              <a:xfrm>
                <a:off x="6013675" y="2835800"/>
                <a:ext cx="10650" cy="54575"/>
              </a:xfrm>
              <a:custGeom>
                <a:avLst/>
                <a:gdLst/>
                <a:ahLst/>
                <a:cxnLst/>
                <a:rect l="l" t="t" r="r" b="b"/>
                <a:pathLst>
                  <a:path w="426" h="2183" extrusionOk="0">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9"/>
              <p:cNvSpPr/>
              <p:nvPr/>
            </p:nvSpPr>
            <p:spPr>
              <a:xfrm>
                <a:off x="6006475" y="2839675"/>
                <a:ext cx="11075" cy="56625"/>
              </a:xfrm>
              <a:custGeom>
                <a:avLst/>
                <a:gdLst/>
                <a:ahLst/>
                <a:cxnLst/>
                <a:rect l="l" t="t" r="r" b="b"/>
                <a:pathLst>
                  <a:path w="443" h="2265" extrusionOk="0">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9"/>
              <p:cNvSpPr/>
              <p:nvPr/>
            </p:nvSpPr>
            <p:spPr>
              <a:xfrm>
                <a:off x="5996425" y="2846600"/>
                <a:ext cx="9950" cy="50600"/>
              </a:xfrm>
              <a:custGeom>
                <a:avLst/>
                <a:gdLst/>
                <a:ahLst/>
                <a:cxnLst/>
                <a:rect l="l" t="t" r="r" b="b"/>
                <a:pathLst>
                  <a:path w="398" h="2024" extrusionOk="0">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9"/>
              <p:cNvSpPr/>
              <p:nvPr/>
            </p:nvSpPr>
            <p:spPr>
              <a:xfrm>
                <a:off x="5991150" y="2857400"/>
                <a:ext cx="6425" cy="29150"/>
              </a:xfrm>
              <a:custGeom>
                <a:avLst/>
                <a:gdLst/>
                <a:ahLst/>
                <a:cxnLst/>
                <a:rect l="l" t="t" r="r" b="b"/>
                <a:pathLst>
                  <a:path w="257" h="1166" extrusionOk="0">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9"/>
              <p:cNvSpPr/>
              <p:nvPr/>
            </p:nvSpPr>
            <p:spPr>
              <a:xfrm>
                <a:off x="6085650" y="2199875"/>
                <a:ext cx="86950" cy="241525"/>
              </a:xfrm>
              <a:custGeom>
                <a:avLst/>
                <a:gdLst/>
                <a:ahLst/>
                <a:cxnLst/>
                <a:rect l="l" t="t" r="r" b="b"/>
                <a:pathLst>
                  <a:path w="3478" h="9661" extrusionOk="0">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9"/>
              <p:cNvSpPr/>
              <p:nvPr/>
            </p:nvSpPr>
            <p:spPr>
              <a:xfrm>
                <a:off x="6114025" y="2207325"/>
                <a:ext cx="77075" cy="326275"/>
              </a:xfrm>
              <a:custGeom>
                <a:avLst/>
                <a:gdLst/>
                <a:ahLst/>
                <a:cxnLst/>
                <a:rect l="l" t="t" r="r" b="b"/>
                <a:pathLst>
                  <a:path w="3083" h="13051" extrusionOk="0">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9"/>
              <p:cNvSpPr/>
              <p:nvPr/>
            </p:nvSpPr>
            <p:spPr>
              <a:xfrm>
                <a:off x="6126800" y="2551650"/>
                <a:ext cx="47025" cy="246275"/>
              </a:xfrm>
              <a:custGeom>
                <a:avLst/>
                <a:gdLst/>
                <a:ahLst/>
                <a:cxnLst/>
                <a:rect l="l" t="t" r="r" b="b"/>
                <a:pathLst>
                  <a:path w="1881" h="9851" extrusionOk="0">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9"/>
              <p:cNvSpPr/>
              <p:nvPr/>
            </p:nvSpPr>
            <p:spPr>
              <a:xfrm>
                <a:off x="6122850" y="2557375"/>
                <a:ext cx="28550" cy="133200"/>
              </a:xfrm>
              <a:custGeom>
                <a:avLst/>
                <a:gdLst/>
                <a:ahLst/>
                <a:cxnLst/>
                <a:rect l="l" t="t" r="r" b="b"/>
                <a:pathLst>
                  <a:path w="1142" h="5328" extrusionOk="0">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9"/>
              <p:cNvSpPr/>
              <p:nvPr/>
            </p:nvSpPr>
            <p:spPr>
              <a:xfrm>
                <a:off x="6079450" y="1958025"/>
                <a:ext cx="109075" cy="269175"/>
              </a:xfrm>
              <a:custGeom>
                <a:avLst/>
                <a:gdLst/>
                <a:ahLst/>
                <a:cxnLst/>
                <a:rect l="l" t="t" r="r" b="b"/>
                <a:pathLst>
                  <a:path w="4363" h="10767" extrusionOk="0">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9"/>
              <p:cNvSpPr/>
              <p:nvPr/>
            </p:nvSpPr>
            <p:spPr>
              <a:xfrm>
                <a:off x="6076700" y="2116700"/>
                <a:ext cx="56725" cy="86200"/>
              </a:xfrm>
              <a:custGeom>
                <a:avLst/>
                <a:gdLst/>
                <a:ahLst/>
                <a:cxnLst/>
                <a:rect l="l" t="t" r="r" b="b"/>
                <a:pathLst>
                  <a:path w="2269" h="3448" extrusionOk="0">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9"/>
              <p:cNvSpPr/>
              <p:nvPr/>
            </p:nvSpPr>
            <p:spPr>
              <a:xfrm>
                <a:off x="6079300" y="2062450"/>
                <a:ext cx="50425" cy="65975"/>
              </a:xfrm>
              <a:custGeom>
                <a:avLst/>
                <a:gdLst/>
                <a:ahLst/>
                <a:cxnLst/>
                <a:rect l="l" t="t" r="r" b="b"/>
                <a:pathLst>
                  <a:path w="2017" h="2639" extrusionOk="0">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9"/>
              <p:cNvSpPr/>
              <p:nvPr/>
            </p:nvSpPr>
            <p:spPr>
              <a:xfrm>
                <a:off x="6079000" y="1827925"/>
                <a:ext cx="93925" cy="138525"/>
              </a:xfrm>
              <a:custGeom>
                <a:avLst/>
                <a:gdLst/>
                <a:ahLst/>
                <a:cxnLst/>
                <a:rect l="l" t="t" r="r" b="b"/>
                <a:pathLst>
                  <a:path w="3757" h="5541" extrusionOk="0">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9"/>
              <p:cNvSpPr/>
              <p:nvPr/>
            </p:nvSpPr>
            <p:spPr>
              <a:xfrm>
                <a:off x="6081000" y="2017050"/>
                <a:ext cx="44425" cy="44200"/>
              </a:xfrm>
              <a:custGeom>
                <a:avLst/>
                <a:gdLst/>
                <a:ahLst/>
                <a:cxnLst/>
                <a:rect l="l" t="t" r="r" b="b"/>
                <a:pathLst>
                  <a:path w="1777" h="1768" extrusionOk="0">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9"/>
              <p:cNvSpPr/>
              <p:nvPr/>
            </p:nvSpPr>
            <p:spPr>
              <a:xfrm>
                <a:off x="6084275" y="1978675"/>
                <a:ext cx="37625" cy="33225"/>
              </a:xfrm>
              <a:custGeom>
                <a:avLst/>
                <a:gdLst/>
                <a:ahLst/>
                <a:cxnLst/>
                <a:rect l="l" t="t" r="r" b="b"/>
                <a:pathLst>
                  <a:path w="1505" h="1329" extrusionOk="0">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9"/>
              <p:cNvSpPr/>
              <p:nvPr/>
            </p:nvSpPr>
            <p:spPr>
              <a:xfrm>
                <a:off x="6091150" y="1795100"/>
                <a:ext cx="102500" cy="25225"/>
              </a:xfrm>
              <a:custGeom>
                <a:avLst/>
                <a:gdLst/>
                <a:ahLst/>
                <a:cxnLst/>
                <a:rect l="l" t="t" r="r" b="b"/>
                <a:pathLst>
                  <a:path w="4100" h="1009" extrusionOk="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9"/>
              <p:cNvSpPr/>
              <p:nvPr/>
            </p:nvSpPr>
            <p:spPr>
              <a:xfrm>
                <a:off x="6130775" y="1817525"/>
                <a:ext cx="78100" cy="87500"/>
              </a:xfrm>
              <a:custGeom>
                <a:avLst/>
                <a:gdLst/>
                <a:ahLst/>
                <a:cxnLst/>
                <a:rect l="l" t="t" r="r" b="b"/>
                <a:pathLst>
                  <a:path w="3124" h="3500" extrusionOk="0">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9"/>
              <p:cNvSpPr/>
              <p:nvPr/>
            </p:nvSpPr>
            <p:spPr>
              <a:xfrm>
                <a:off x="6166800" y="1873700"/>
                <a:ext cx="50825" cy="163500"/>
              </a:xfrm>
              <a:custGeom>
                <a:avLst/>
                <a:gdLst/>
                <a:ahLst/>
                <a:cxnLst/>
                <a:rect l="l" t="t" r="r" b="b"/>
                <a:pathLst>
                  <a:path w="2033" h="6540" extrusionOk="0">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9"/>
              <p:cNvSpPr/>
              <p:nvPr/>
            </p:nvSpPr>
            <p:spPr>
              <a:xfrm>
                <a:off x="6194100" y="2038075"/>
                <a:ext cx="42575" cy="146800"/>
              </a:xfrm>
              <a:custGeom>
                <a:avLst/>
                <a:gdLst/>
                <a:ahLst/>
                <a:cxnLst/>
                <a:rect l="l" t="t" r="r" b="b"/>
                <a:pathLst>
                  <a:path w="1703" h="5872" extrusionOk="0">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9"/>
              <p:cNvSpPr/>
              <p:nvPr/>
            </p:nvSpPr>
            <p:spPr>
              <a:xfrm>
                <a:off x="6216675" y="2034950"/>
                <a:ext cx="31225" cy="149500"/>
              </a:xfrm>
              <a:custGeom>
                <a:avLst/>
                <a:gdLst/>
                <a:ahLst/>
                <a:cxnLst/>
                <a:rect l="l" t="t" r="r" b="b"/>
                <a:pathLst>
                  <a:path w="1249" h="5980" extrusionOk="0">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9"/>
              <p:cNvSpPr/>
              <p:nvPr/>
            </p:nvSpPr>
            <p:spPr>
              <a:xfrm>
                <a:off x="6231750" y="2199400"/>
                <a:ext cx="30825" cy="54575"/>
              </a:xfrm>
              <a:custGeom>
                <a:avLst/>
                <a:gdLst/>
                <a:ahLst/>
                <a:cxnLst/>
                <a:rect l="l" t="t" r="r" b="b"/>
                <a:pathLst>
                  <a:path w="1233" h="2183" extrusionOk="0">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9"/>
              <p:cNvSpPr/>
              <p:nvPr/>
            </p:nvSpPr>
            <p:spPr>
              <a:xfrm>
                <a:off x="6240875" y="2260125"/>
                <a:ext cx="23000" cy="47750"/>
              </a:xfrm>
              <a:custGeom>
                <a:avLst/>
                <a:gdLst/>
                <a:ahLst/>
                <a:cxnLst/>
                <a:rect l="l" t="t" r="r" b="b"/>
                <a:pathLst>
                  <a:path w="920" h="1910" extrusionOk="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9"/>
              <p:cNvSpPr/>
              <p:nvPr/>
            </p:nvSpPr>
            <p:spPr>
              <a:xfrm>
                <a:off x="6229525" y="2247575"/>
                <a:ext cx="9375" cy="26700"/>
              </a:xfrm>
              <a:custGeom>
                <a:avLst/>
                <a:gdLst/>
                <a:ahLst/>
                <a:cxnLst/>
                <a:rect l="l" t="t" r="r" b="b"/>
                <a:pathLst>
                  <a:path w="375" h="1068" extrusionOk="0">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9"/>
              <p:cNvSpPr/>
              <p:nvPr/>
            </p:nvSpPr>
            <p:spPr>
              <a:xfrm>
                <a:off x="6076225" y="1772400"/>
                <a:ext cx="30875" cy="22675"/>
              </a:xfrm>
              <a:custGeom>
                <a:avLst/>
                <a:gdLst/>
                <a:ahLst/>
                <a:cxnLst/>
                <a:rect l="l" t="t" r="r" b="b"/>
                <a:pathLst>
                  <a:path w="1235" h="907" extrusionOk="0">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9"/>
              <p:cNvSpPr/>
              <p:nvPr/>
            </p:nvSpPr>
            <p:spPr>
              <a:xfrm>
                <a:off x="6073775" y="1782325"/>
                <a:ext cx="47600" cy="38100"/>
              </a:xfrm>
              <a:custGeom>
                <a:avLst/>
                <a:gdLst/>
                <a:ahLst/>
                <a:cxnLst/>
                <a:rect l="l" t="t" r="r" b="b"/>
                <a:pathLst>
                  <a:path w="1904" h="1524" extrusionOk="0">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9"/>
              <p:cNvSpPr/>
              <p:nvPr/>
            </p:nvSpPr>
            <p:spPr>
              <a:xfrm>
                <a:off x="6084825" y="1878975"/>
                <a:ext cx="83325" cy="75625"/>
              </a:xfrm>
              <a:custGeom>
                <a:avLst/>
                <a:gdLst/>
                <a:ahLst/>
                <a:cxnLst/>
                <a:rect l="l" t="t" r="r" b="b"/>
                <a:pathLst>
                  <a:path w="3333" h="3025" extrusionOk="0">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9"/>
              <p:cNvSpPr/>
              <p:nvPr/>
            </p:nvSpPr>
            <p:spPr>
              <a:xfrm>
                <a:off x="6126025" y="2800350"/>
                <a:ext cx="24300" cy="31775"/>
              </a:xfrm>
              <a:custGeom>
                <a:avLst/>
                <a:gdLst/>
                <a:ahLst/>
                <a:cxnLst/>
                <a:rect l="l" t="t" r="r" b="b"/>
                <a:pathLst>
                  <a:path w="972" h="1271" extrusionOk="0">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9"/>
              <p:cNvSpPr/>
              <p:nvPr/>
            </p:nvSpPr>
            <p:spPr>
              <a:xfrm>
                <a:off x="6118800" y="2827575"/>
                <a:ext cx="11825" cy="54225"/>
              </a:xfrm>
              <a:custGeom>
                <a:avLst/>
                <a:gdLst/>
                <a:ahLst/>
                <a:cxnLst/>
                <a:rect l="l" t="t" r="r" b="b"/>
                <a:pathLst>
                  <a:path w="473" h="2169" extrusionOk="0">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9"/>
              <p:cNvSpPr/>
              <p:nvPr/>
            </p:nvSpPr>
            <p:spPr>
              <a:xfrm>
                <a:off x="6128025" y="2835800"/>
                <a:ext cx="10475" cy="54575"/>
              </a:xfrm>
              <a:custGeom>
                <a:avLst/>
                <a:gdLst/>
                <a:ahLst/>
                <a:cxnLst/>
                <a:rect l="l" t="t" r="r" b="b"/>
                <a:pathLst>
                  <a:path w="419" h="2183" extrusionOk="0">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9"/>
              <p:cNvSpPr/>
              <p:nvPr/>
            </p:nvSpPr>
            <p:spPr>
              <a:xfrm>
                <a:off x="6134625" y="2839675"/>
                <a:ext cx="11100" cy="56625"/>
              </a:xfrm>
              <a:custGeom>
                <a:avLst/>
                <a:gdLst/>
                <a:ahLst/>
                <a:cxnLst/>
                <a:rect l="l" t="t" r="r" b="b"/>
                <a:pathLst>
                  <a:path w="444" h="2265" extrusionOk="0">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9"/>
              <p:cNvSpPr/>
              <p:nvPr/>
            </p:nvSpPr>
            <p:spPr>
              <a:xfrm>
                <a:off x="6145800" y="2846600"/>
                <a:ext cx="10125" cy="50600"/>
              </a:xfrm>
              <a:custGeom>
                <a:avLst/>
                <a:gdLst/>
                <a:ahLst/>
                <a:cxnLst/>
                <a:rect l="l" t="t" r="r" b="b"/>
                <a:pathLst>
                  <a:path w="405" h="2024" extrusionOk="0">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9"/>
              <p:cNvSpPr/>
              <p:nvPr/>
            </p:nvSpPr>
            <p:spPr>
              <a:xfrm>
                <a:off x="6154600" y="2857400"/>
                <a:ext cx="6550" cy="29150"/>
              </a:xfrm>
              <a:custGeom>
                <a:avLst/>
                <a:gdLst/>
                <a:ahLst/>
                <a:cxnLst/>
                <a:rect l="l" t="t" r="r" b="b"/>
                <a:pathLst>
                  <a:path w="262" h="1166" extrusionOk="0">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9"/>
              <p:cNvSpPr/>
              <p:nvPr/>
            </p:nvSpPr>
            <p:spPr>
              <a:xfrm>
                <a:off x="6011075" y="1606500"/>
                <a:ext cx="129250" cy="165675"/>
              </a:xfrm>
              <a:custGeom>
                <a:avLst/>
                <a:gdLst/>
                <a:ahLst/>
                <a:cxnLst/>
                <a:rect l="l" t="t" r="r" b="b"/>
                <a:pathLst>
                  <a:path w="5170" h="6627" extrusionOk="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9"/>
              <p:cNvSpPr/>
              <p:nvPr/>
            </p:nvSpPr>
            <p:spPr>
              <a:xfrm>
                <a:off x="6015808" y="1651250"/>
                <a:ext cx="62900" cy="64500"/>
              </a:xfrm>
              <a:custGeom>
                <a:avLst/>
                <a:gdLst/>
                <a:ahLst/>
                <a:cxnLst/>
                <a:rect l="l" t="t" r="r" b="b"/>
                <a:pathLst>
                  <a:path w="2516" h="2580" extrusionOk="0">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9"/>
              <p:cNvSpPr/>
              <p:nvPr/>
            </p:nvSpPr>
            <p:spPr>
              <a:xfrm>
                <a:off x="6023758" y="1678175"/>
                <a:ext cx="47875" cy="33150"/>
              </a:xfrm>
              <a:custGeom>
                <a:avLst/>
                <a:gdLst/>
                <a:ahLst/>
                <a:cxnLst/>
                <a:rect l="l" t="t" r="r" b="b"/>
                <a:pathLst>
                  <a:path w="1915" h="1326" extrusionOk="0">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9"/>
              <p:cNvSpPr/>
              <p:nvPr/>
            </p:nvSpPr>
            <p:spPr>
              <a:xfrm>
                <a:off x="6027375" y="1711375"/>
                <a:ext cx="33525" cy="26800"/>
              </a:xfrm>
              <a:custGeom>
                <a:avLst/>
                <a:gdLst/>
                <a:ahLst/>
                <a:cxnLst/>
                <a:rect l="l" t="t" r="r" b="b"/>
                <a:pathLst>
                  <a:path w="1341" h="1072" extrusionOk="0">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9"/>
              <p:cNvSpPr/>
              <p:nvPr/>
            </p:nvSpPr>
            <p:spPr>
              <a:xfrm>
                <a:off x="6074233" y="1651250"/>
                <a:ext cx="62875" cy="64500"/>
              </a:xfrm>
              <a:custGeom>
                <a:avLst/>
                <a:gdLst/>
                <a:ahLst/>
                <a:cxnLst/>
                <a:rect l="l" t="t" r="r" b="b"/>
                <a:pathLst>
                  <a:path w="2515" h="2580" extrusionOk="0">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9"/>
              <p:cNvSpPr/>
              <p:nvPr/>
            </p:nvSpPr>
            <p:spPr>
              <a:xfrm>
                <a:off x="6081283" y="1678175"/>
                <a:ext cx="47875" cy="33150"/>
              </a:xfrm>
              <a:custGeom>
                <a:avLst/>
                <a:gdLst/>
                <a:ahLst/>
                <a:cxnLst/>
                <a:rect l="l" t="t" r="r" b="b"/>
                <a:pathLst>
                  <a:path w="1915" h="1326" extrusionOk="0">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9"/>
              <p:cNvSpPr/>
              <p:nvPr/>
            </p:nvSpPr>
            <p:spPr>
              <a:xfrm>
                <a:off x="6092650" y="1711375"/>
                <a:ext cx="33400" cy="26800"/>
              </a:xfrm>
              <a:custGeom>
                <a:avLst/>
                <a:gdLst/>
                <a:ahLst/>
                <a:cxnLst/>
                <a:rect l="l" t="t" r="r" b="b"/>
                <a:pathLst>
                  <a:path w="1336" h="1072" extrusionOk="0">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9"/>
              <p:cNvSpPr/>
              <p:nvPr/>
            </p:nvSpPr>
            <p:spPr>
              <a:xfrm>
                <a:off x="6048100" y="1722500"/>
                <a:ext cx="55825" cy="37375"/>
              </a:xfrm>
              <a:custGeom>
                <a:avLst/>
                <a:gdLst/>
                <a:ahLst/>
                <a:cxnLst/>
                <a:rect l="l" t="t" r="r" b="b"/>
                <a:pathLst>
                  <a:path w="2233" h="1495" extrusionOk="0">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95" name="Google Shape;6695;p89"/>
          <p:cNvSpPr/>
          <p:nvPr/>
        </p:nvSpPr>
        <p:spPr>
          <a:xfrm>
            <a:off x="5970050"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9"/>
          <p:cNvSpPr/>
          <p:nvPr/>
        </p:nvSpPr>
        <p:spPr>
          <a:xfrm>
            <a:off x="6763600" y="2567675"/>
            <a:ext cx="30300" cy="306750"/>
          </a:xfrm>
          <a:custGeom>
            <a:avLst/>
            <a:gdLst/>
            <a:ahLst/>
            <a:cxnLst/>
            <a:rect l="l" t="t" r="r" b="b"/>
            <a:pathLst>
              <a:path w="1212" h="12270" extrusionOk="0">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9"/>
          <p:cNvSpPr/>
          <p:nvPr/>
        </p:nvSpPr>
        <p:spPr>
          <a:xfrm>
            <a:off x="6763450" y="2788650"/>
            <a:ext cx="24700" cy="100375"/>
          </a:xfrm>
          <a:custGeom>
            <a:avLst/>
            <a:gdLst/>
            <a:ahLst/>
            <a:cxnLst/>
            <a:rect l="l" t="t" r="r" b="b"/>
            <a:pathLst>
              <a:path w="988" h="4015" extrusionOk="0">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9"/>
          <p:cNvSpPr/>
          <p:nvPr/>
        </p:nvSpPr>
        <p:spPr>
          <a:xfrm>
            <a:off x="6887450" y="2573550"/>
            <a:ext cx="22075" cy="300725"/>
          </a:xfrm>
          <a:custGeom>
            <a:avLst/>
            <a:gdLst/>
            <a:ahLst/>
            <a:cxnLst/>
            <a:rect l="l" t="t" r="r" b="b"/>
            <a:pathLst>
              <a:path w="883" h="12029" extrusionOk="0">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9"/>
          <p:cNvSpPr/>
          <p:nvPr/>
        </p:nvSpPr>
        <p:spPr>
          <a:xfrm>
            <a:off x="6892675" y="2795550"/>
            <a:ext cx="23075" cy="88700"/>
          </a:xfrm>
          <a:custGeom>
            <a:avLst/>
            <a:gdLst/>
            <a:ahLst/>
            <a:cxnLst/>
            <a:rect l="l" t="t" r="r" b="b"/>
            <a:pathLst>
              <a:path w="923" h="3548" extrusionOk="0">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0" name="Google Shape;6700;p89"/>
          <p:cNvGrpSpPr/>
          <p:nvPr/>
        </p:nvGrpSpPr>
        <p:grpSpPr>
          <a:xfrm>
            <a:off x="5099200" y="3022588"/>
            <a:ext cx="435225" cy="1370250"/>
            <a:chOff x="5099200" y="2992450"/>
            <a:chExt cx="435225" cy="1370250"/>
          </a:xfrm>
        </p:grpSpPr>
        <p:grpSp>
          <p:nvGrpSpPr>
            <p:cNvPr id="6701" name="Google Shape;6701;p89"/>
            <p:cNvGrpSpPr/>
            <p:nvPr/>
          </p:nvGrpSpPr>
          <p:grpSpPr>
            <a:xfrm>
              <a:off x="5099200" y="3018075"/>
              <a:ext cx="435225" cy="1344625"/>
              <a:chOff x="5099200" y="3018075"/>
              <a:chExt cx="435225" cy="1344625"/>
            </a:xfrm>
          </p:grpSpPr>
          <p:sp>
            <p:nvSpPr>
              <p:cNvPr id="6702" name="Google Shape;6702;p89"/>
              <p:cNvSpPr/>
              <p:nvPr/>
            </p:nvSpPr>
            <p:spPr>
              <a:xfrm>
                <a:off x="5099200" y="3172825"/>
                <a:ext cx="435225" cy="1189875"/>
              </a:xfrm>
              <a:custGeom>
                <a:avLst/>
                <a:gdLst/>
                <a:ahLst/>
                <a:cxnLst/>
                <a:rect l="l" t="t" r="r" b="b"/>
                <a:pathLst>
                  <a:path w="17409" h="47595" extrusionOk="0">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9"/>
              <p:cNvSpPr/>
              <p:nvPr/>
            </p:nvSpPr>
            <p:spPr>
              <a:xfrm>
                <a:off x="5241650" y="3018075"/>
                <a:ext cx="150475" cy="201175"/>
              </a:xfrm>
              <a:custGeom>
                <a:avLst/>
                <a:gdLst/>
                <a:ahLst/>
                <a:cxnLst/>
                <a:rect l="l" t="t" r="r" b="b"/>
                <a:pathLst>
                  <a:path w="6019" h="8047" extrusionOk="0">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89"/>
            <p:cNvGrpSpPr/>
            <p:nvPr/>
          </p:nvGrpSpPr>
          <p:grpSpPr>
            <a:xfrm>
              <a:off x="5110575" y="3060800"/>
              <a:ext cx="411850" cy="1291550"/>
              <a:chOff x="5110575" y="3060800"/>
              <a:chExt cx="411850" cy="1291550"/>
            </a:xfrm>
          </p:grpSpPr>
          <p:sp>
            <p:nvSpPr>
              <p:cNvPr id="6705" name="Google Shape;6705;p89"/>
              <p:cNvSpPr/>
              <p:nvPr/>
            </p:nvSpPr>
            <p:spPr>
              <a:xfrm>
                <a:off x="5216600" y="3670775"/>
                <a:ext cx="62725" cy="343700"/>
              </a:xfrm>
              <a:custGeom>
                <a:avLst/>
                <a:gdLst/>
                <a:ahLst/>
                <a:cxnLst/>
                <a:rect l="l" t="t" r="r" b="b"/>
                <a:pathLst>
                  <a:path w="2509" h="13748" extrusionOk="0">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9"/>
              <p:cNvSpPr/>
              <p:nvPr/>
            </p:nvSpPr>
            <p:spPr>
              <a:xfrm>
                <a:off x="5217525" y="4046725"/>
                <a:ext cx="53050" cy="217175"/>
              </a:xfrm>
              <a:custGeom>
                <a:avLst/>
                <a:gdLst/>
                <a:ahLst/>
                <a:cxnLst/>
                <a:rect l="l" t="t" r="r" b="b"/>
                <a:pathLst>
                  <a:path w="2122" h="8687" extrusionOk="0">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9"/>
              <p:cNvSpPr/>
              <p:nvPr/>
            </p:nvSpPr>
            <p:spPr>
              <a:xfrm>
                <a:off x="5242000" y="4261550"/>
                <a:ext cx="31650" cy="24500"/>
              </a:xfrm>
              <a:custGeom>
                <a:avLst/>
                <a:gdLst/>
                <a:ahLst/>
                <a:cxnLst/>
                <a:rect l="l" t="t" r="r" b="b"/>
                <a:pathLst>
                  <a:path w="1266" h="980" extrusionOk="0">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9"/>
              <p:cNvSpPr/>
              <p:nvPr/>
            </p:nvSpPr>
            <p:spPr>
              <a:xfrm>
                <a:off x="5263775" y="4283850"/>
                <a:ext cx="11400" cy="28100"/>
              </a:xfrm>
              <a:custGeom>
                <a:avLst/>
                <a:gdLst/>
                <a:ahLst/>
                <a:cxnLst/>
                <a:rect l="l" t="t" r="r" b="b"/>
                <a:pathLst>
                  <a:path w="456" h="1124" extrusionOk="0">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9"/>
              <p:cNvSpPr/>
              <p:nvPr/>
            </p:nvSpPr>
            <p:spPr>
              <a:xfrm>
                <a:off x="5257325" y="4284950"/>
                <a:ext cx="8800" cy="28100"/>
              </a:xfrm>
              <a:custGeom>
                <a:avLst/>
                <a:gdLst/>
                <a:ahLst/>
                <a:cxnLst/>
                <a:rect l="l" t="t" r="r" b="b"/>
                <a:pathLst>
                  <a:path w="352" h="1124" extrusionOk="0">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9"/>
              <p:cNvSpPr/>
              <p:nvPr/>
            </p:nvSpPr>
            <p:spPr>
              <a:xfrm>
                <a:off x="5249500" y="4286900"/>
                <a:ext cx="7400" cy="26500"/>
              </a:xfrm>
              <a:custGeom>
                <a:avLst/>
                <a:gdLst/>
                <a:ahLst/>
                <a:cxnLst/>
                <a:rect l="l" t="t" r="r" b="b"/>
                <a:pathLst>
                  <a:path w="296" h="1060" extrusionOk="0">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9"/>
              <p:cNvSpPr/>
              <p:nvPr/>
            </p:nvSpPr>
            <p:spPr>
              <a:xfrm>
                <a:off x="5268560" y="4334400"/>
                <a:ext cx="8025" cy="10275"/>
              </a:xfrm>
              <a:custGeom>
                <a:avLst/>
                <a:gdLst/>
                <a:ahLst/>
                <a:cxnLst/>
                <a:rect l="l" t="t" r="r" b="b"/>
                <a:pathLst>
                  <a:path w="321" h="411" extrusionOk="0">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9"/>
              <p:cNvSpPr/>
              <p:nvPr/>
            </p:nvSpPr>
            <p:spPr>
              <a:xfrm>
                <a:off x="5257960" y="4337525"/>
                <a:ext cx="8475" cy="12675"/>
              </a:xfrm>
              <a:custGeom>
                <a:avLst/>
                <a:gdLst/>
                <a:ahLst/>
                <a:cxnLst/>
                <a:rect l="l" t="t" r="r" b="b"/>
                <a:pathLst>
                  <a:path w="339" h="507" extrusionOk="0">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9"/>
              <p:cNvSpPr/>
              <p:nvPr/>
            </p:nvSpPr>
            <p:spPr>
              <a:xfrm>
                <a:off x="5248435" y="4338725"/>
                <a:ext cx="7400" cy="13625"/>
              </a:xfrm>
              <a:custGeom>
                <a:avLst/>
                <a:gdLst/>
                <a:ahLst/>
                <a:cxnLst/>
                <a:rect l="l" t="t" r="r" b="b"/>
                <a:pathLst>
                  <a:path w="296" h="545" extrusionOk="0">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9"/>
              <p:cNvSpPr/>
              <p:nvPr/>
            </p:nvSpPr>
            <p:spPr>
              <a:xfrm>
                <a:off x="5239060" y="4337425"/>
                <a:ext cx="7250" cy="12650"/>
              </a:xfrm>
              <a:custGeom>
                <a:avLst/>
                <a:gdLst/>
                <a:ahLst/>
                <a:cxnLst/>
                <a:rect l="l" t="t" r="r" b="b"/>
                <a:pathLst>
                  <a:path w="290" h="506" extrusionOk="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9"/>
              <p:cNvSpPr/>
              <p:nvPr/>
            </p:nvSpPr>
            <p:spPr>
              <a:xfrm>
                <a:off x="5232935" y="4334100"/>
                <a:ext cx="6250" cy="9100"/>
              </a:xfrm>
              <a:custGeom>
                <a:avLst/>
                <a:gdLst/>
                <a:ahLst/>
                <a:cxnLst/>
                <a:rect l="l" t="t" r="r" b="b"/>
                <a:pathLst>
                  <a:path w="250" h="364" extrusionOk="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9"/>
              <p:cNvSpPr/>
              <p:nvPr/>
            </p:nvSpPr>
            <p:spPr>
              <a:xfrm>
                <a:off x="5243500" y="4289900"/>
                <a:ext cx="8325" cy="22800"/>
              </a:xfrm>
              <a:custGeom>
                <a:avLst/>
                <a:gdLst/>
                <a:ahLst/>
                <a:cxnLst/>
                <a:rect l="l" t="t" r="r" b="b"/>
                <a:pathLst>
                  <a:path w="333" h="912" extrusionOk="0">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9"/>
              <p:cNvSpPr/>
              <p:nvPr/>
            </p:nvSpPr>
            <p:spPr>
              <a:xfrm>
                <a:off x="5262900" y="4293900"/>
                <a:ext cx="9600" cy="17075"/>
              </a:xfrm>
              <a:custGeom>
                <a:avLst/>
                <a:gdLst/>
                <a:ahLst/>
                <a:cxnLst/>
                <a:rect l="l" t="t" r="r" b="b"/>
                <a:pathLst>
                  <a:path w="384" h="683" extrusionOk="0">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9"/>
              <p:cNvSpPr/>
              <p:nvPr/>
            </p:nvSpPr>
            <p:spPr>
              <a:xfrm>
                <a:off x="5268110" y="4313150"/>
                <a:ext cx="9250" cy="20275"/>
              </a:xfrm>
              <a:custGeom>
                <a:avLst/>
                <a:gdLst/>
                <a:ahLst/>
                <a:cxnLst/>
                <a:rect l="l" t="t" r="r" b="b"/>
                <a:pathLst>
                  <a:path w="370" h="811" extrusionOk="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9"/>
              <p:cNvSpPr/>
              <p:nvPr/>
            </p:nvSpPr>
            <p:spPr>
              <a:xfrm>
                <a:off x="5258285" y="4314775"/>
                <a:ext cx="7400" cy="20900"/>
              </a:xfrm>
              <a:custGeom>
                <a:avLst/>
                <a:gdLst/>
                <a:ahLst/>
                <a:cxnLst/>
                <a:rect l="l" t="t" r="r" b="b"/>
                <a:pathLst>
                  <a:path w="296" h="836" extrusionOk="0">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9"/>
              <p:cNvSpPr/>
              <p:nvPr/>
            </p:nvSpPr>
            <p:spPr>
              <a:xfrm>
                <a:off x="5249985" y="4316575"/>
                <a:ext cx="6150" cy="19075"/>
              </a:xfrm>
              <a:custGeom>
                <a:avLst/>
                <a:gdLst/>
                <a:ahLst/>
                <a:cxnLst/>
                <a:rect l="l" t="t" r="r" b="b"/>
                <a:pathLst>
                  <a:path w="246" h="763" extrusionOk="0">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9"/>
              <p:cNvSpPr/>
              <p:nvPr/>
            </p:nvSpPr>
            <p:spPr>
              <a:xfrm>
                <a:off x="5241360" y="4316300"/>
                <a:ext cx="5875" cy="18300"/>
              </a:xfrm>
              <a:custGeom>
                <a:avLst/>
                <a:gdLst/>
                <a:ahLst/>
                <a:cxnLst/>
                <a:rect l="l" t="t" r="r" b="b"/>
                <a:pathLst>
                  <a:path w="235" h="732" extrusionOk="0">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9"/>
              <p:cNvSpPr/>
              <p:nvPr/>
            </p:nvSpPr>
            <p:spPr>
              <a:xfrm>
                <a:off x="5233685" y="4315500"/>
                <a:ext cx="6625" cy="16125"/>
              </a:xfrm>
              <a:custGeom>
                <a:avLst/>
                <a:gdLst/>
                <a:ahLst/>
                <a:cxnLst/>
                <a:rect l="l" t="t" r="r" b="b"/>
                <a:pathLst>
                  <a:path w="265" h="645" extrusionOk="0">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9"/>
              <p:cNvSpPr/>
              <p:nvPr/>
            </p:nvSpPr>
            <p:spPr>
              <a:xfrm>
                <a:off x="5218150" y="4017250"/>
                <a:ext cx="47200" cy="32750"/>
              </a:xfrm>
              <a:custGeom>
                <a:avLst/>
                <a:gdLst/>
                <a:ahLst/>
                <a:cxnLst/>
                <a:rect l="l" t="t" r="r" b="b"/>
                <a:pathLst>
                  <a:path w="1888" h="1310" extrusionOk="0">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9"/>
              <p:cNvSpPr/>
              <p:nvPr/>
            </p:nvSpPr>
            <p:spPr>
              <a:xfrm>
                <a:off x="5214600" y="3595400"/>
                <a:ext cx="203950" cy="107425"/>
              </a:xfrm>
              <a:custGeom>
                <a:avLst/>
                <a:gdLst/>
                <a:ahLst/>
                <a:cxnLst/>
                <a:rect l="l" t="t" r="r" b="b"/>
                <a:pathLst>
                  <a:path w="8158" h="4297" extrusionOk="0">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9"/>
              <p:cNvSpPr/>
              <p:nvPr/>
            </p:nvSpPr>
            <p:spPr>
              <a:xfrm>
                <a:off x="5147300" y="3277175"/>
                <a:ext cx="57200" cy="177000"/>
              </a:xfrm>
              <a:custGeom>
                <a:avLst/>
                <a:gdLst/>
                <a:ahLst/>
                <a:cxnLst/>
                <a:rect l="l" t="t" r="r" b="b"/>
                <a:pathLst>
                  <a:path w="2288" h="7080" extrusionOk="0">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9"/>
              <p:cNvSpPr/>
              <p:nvPr/>
            </p:nvSpPr>
            <p:spPr>
              <a:xfrm>
                <a:off x="5122100" y="3459325"/>
                <a:ext cx="59350" cy="189300"/>
              </a:xfrm>
              <a:custGeom>
                <a:avLst/>
                <a:gdLst/>
                <a:ahLst/>
                <a:cxnLst/>
                <a:rect l="l" t="t" r="r" b="b"/>
                <a:pathLst>
                  <a:path w="2374" h="7572" extrusionOk="0">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9"/>
              <p:cNvSpPr/>
              <p:nvPr/>
            </p:nvSpPr>
            <p:spPr>
              <a:xfrm>
                <a:off x="5133025" y="3652625"/>
                <a:ext cx="16450" cy="38000"/>
              </a:xfrm>
              <a:custGeom>
                <a:avLst/>
                <a:gdLst/>
                <a:ahLst/>
                <a:cxnLst/>
                <a:rect l="l" t="t" r="r" b="b"/>
                <a:pathLst>
                  <a:path w="658" h="1520" extrusionOk="0">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9"/>
              <p:cNvSpPr/>
              <p:nvPr/>
            </p:nvSpPr>
            <p:spPr>
              <a:xfrm>
                <a:off x="5138400" y="3692475"/>
                <a:ext cx="9850" cy="15900"/>
              </a:xfrm>
              <a:custGeom>
                <a:avLst/>
                <a:gdLst/>
                <a:ahLst/>
                <a:cxnLst/>
                <a:rect l="l" t="t" r="r" b="b"/>
                <a:pathLst>
                  <a:path w="394" h="636" extrusionOk="0">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9"/>
              <p:cNvSpPr/>
              <p:nvPr/>
            </p:nvSpPr>
            <p:spPr>
              <a:xfrm>
                <a:off x="5142075" y="3714950"/>
                <a:ext cx="5875" cy="10650"/>
              </a:xfrm>
              <a:custGeom>
                <a:avLst/>
                <a:gdLst/>
                <a:ahLst/>
                <a:cxnLst/>
                <a:rect l="l" t="t" r="r" b="b"/>
                <a:pathLst>
                  <a:path w="235" h="426" extrusionOk="0">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9"/>
              <p:cNvSpPr/>
              <p:nvPr/>
            </p:nvSpPr>
            <p:spPr>
              <a:xfrm>
                <a:off x="5114425" y="3654700"/>
                <a:ext cx="14475" cy="37975"/>
              </a:xfrm>
              <a:custGeom>
                <a:avLst/>
                <a:gdLst/>
                <a:ahLst/>
                <a:cxnLst/>
                <a:rect l="l" t="t" r="r" b="b"/>
                <a:pathLst>
                  <a:path w="579" h="1519" extrusionOk="0">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9"/>
              <p:cNvSpPr/>
              <p:nvPr/>
            </p:nvSpPr>
            <p:spPr>
              <a:xfrm>
                <a:off x="5110575" y="3696375"/>
                <a:ext cx="12025" cy="27425"/>
              </a:xfrm>
              <a:custGeom>
                <a:avLst/>
                <a:gdLst/>
                <a:ahLst/>
                <a:cxnLst/>
                <a:rect l="l" t="t" r="r" b="b"/>
                <a:pathLst>
                  <a:path w="481" h="1097" extrusionOk="0">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9"/>
              <p:cNvSpPr/>
              <p:nvPr/>
            </p:nvSpPr>
            <p:spPr>
              <a:xfrm>
                <a:off x="5116275" y="3726575"/>
                <a:ext cx="12150" cy="19075"/>
              </a:xfrm>
              <a:custGeom>
                <a:avLst/>
                <a:gdLst/>
                <a:ahLst/>
                <a:cxnLst/>
                <a:rect l="l" t="t" r="r" b="b"/>
                <a:pathLst>
                  <a:path w="486" h="763" extrusionOk="0">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9"/>
              <p:cNvSpPr/>
              <p:nvPr/>
            </p:nvSpPr>
            <p:spPr>
              <a:xfrm>
                <a:off x="5128550" y="3745675"/>
                <a:ext cx="7550" cy="13725"/>
              </a:xfrm>
              <a:custGeom>
                <a:avLst/>
                <a:gdLst/>
                <a:ahLst/>
                <a:cxnLst/>
                <a:rect l="l" t="t" r="r" b="b"/>
                <a:pathLst>
                  <a:path w="302" h="549" extrusionOk="0">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9"/>
              <p:cNvSpPr/>
              <p:nvPr/>
            </p:nvSpPr>
            <p:spPr>
              <a:xfrm>
                <a:off x="5222800" y="3273175"/>
                <a:ext cx="93725" cy="201525"/>
              </a:xfrm>
              <a:custGeom>
                <a:avLst/>
                <a:gdLst/>
                <a:ahLst/>
                <a:cxnLst/>
                <a:rect l="l" t="t" r="r" b="b"/>
                <a:pathLst>
                  <a:path w="3749" h="8061" extrusionOk="0">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9"/>
              <p:cNvSpPr/>
              <p:nvPr/>
            </p:nvSpPr>
            <p:spPr>
              <a:xfrm>
                <a:off x="5228100" y="3274500"/>
                <a:ext cx="76125" cy="17600"/>
              </a:xfrm>
              <a:custGeom>
                <a:avLst/>
                <a:gdLst/>
                <a:ahLst/>
                <a:cxnLst/>
                <a:rect l="l" t="t" r="r" b="b"/>
                <a:pathLst>
                  <a:path w="3045" h="704" extrusionOk="0">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9"/>
              <p:cNvSpPr/>
              <p:nvPr/>
            </p:nvSpPr>
            <p:spPr>
              <a:xfrm>
                <a:off x="5277625" y="3243725"/>
                <a:ext cx="34750" cy="10350"/>
              </a:xfrm>
              <a:custGeom>
                <a:avLst/>
                <a:gdLst/>
                <a:ahLst/>
                <a:cxnLst/>
                <a:rect l="l" t="t" r="r" b="b"/>
                <a:pathLst>
                  <a:path w="1390" h="414" extrusionOk="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9"/>
              <p:cNvSpPr/>
              <p:nvPr/>
            </p:nvSpPr>
            <p:spPr>
              <a:xfrm>
                <a:off x="5289300" y="3228050"/>
                <a:ext cx="27075" cy="9525"/>
              </a:xfrm>
              <a:custGeom>
                <a:avLst/>
                <a:gdLst/>
                <a:ahLst/>
                <a:cxnLst/>
                <a:rect l="l" t="t" r="r" b="b"/>
                <a:pathLst>
                  <a:path w="1083" h="381" extrusionOk="0">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9"/>
              <p:cNvSpPr/>
              <p:nvPr/>
            </p:nvSpPr>
            <p:spPr>
              <a:xfrm>
                <a:off x="5289400" y="3427625"/>
                <a:ext cx="24975" cy="8775"/>
              </a:xfrm>
              <a:custGeom>
                <a:avLst/>
                <a:gdLst/>
                <a:ahLst/>
                <a:cxnLst/>
                <a:rect l="l" t="t" r="r" b="b"/>
                <a:pathLst>
                  <a:path w="999" h="351" extrusionOk="0">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9"/>
              <p:cNvSpPr/>
              <p:nvPr/>
            </p:nvSpPr>
            <p:spPr>
              <a:xfrm>
                <a:off x="5289250" y="3446250"/>
                <a:ext cx="25125" cy="8800"/>
              </a:xfrm>
              <a:custGeom>
                <a:avLst/>
                <a:gdLst/>
                <a:ahLst/>
                <a:cxnLst/>
                <a:rect l="l" t="t" r="r" b="b"/>
                <a:pathLst>
                  <a:path w="1005" h="352" extrusionOk="0">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9"/>
              <p:cNvSpPr/>
              <p:nvPr/>
            </p:nvSpPr>
            <p:spPr>
              <a:xfrm>
                <a:off x="5289275" y="3464950"/>
                <a:ext cx="25100" cy="8775"/>
              </a:xfrm>
              <a:custGeom>
                <a:avLst/>
                <a:gdLst/>
                <a:ahLst/>
                <a:cxnLst/>
                <a:rect l="l" t="t" r="r" b="b"/>
                <a:pathLst>
                  <a:path w="1004" h="351" extrusionOk="0">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9"/>
              <p:cNvSpPr/>
              <p:nvPr/>
            </p:nvSpPr>
            <p:spPr>
              <a:xfrm>
                <a:off x="5289275" y="3483550"/>
                <a:ext cx="25100" cy="8750"/>
              </a:xfrm>
              <a:custGeom>
                <a:avLst/>
                <a:gdLst/>
                <a:ahLst/>
                <a:cxnLst/>
                <a:rect l="l" t="t" r="r" b="b"/>
                <a:pathLst>
                  <a:path w="1004" h="350" extrusionOk="0">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9"/>
              <p:cNvSpPr/>
              <p:nvPr/>
            </p:nvSpPr>
            <p:spPr>
              <a:xfrm>
                <a:off x="5289275" y="3502150"/>
                <a:ext cx="25100" cy="8750"/>
              </a:xfrm>
              <a:custGeom>
                <a:avLst/>
                <a:gdLst/>
                <a:ahLst/>
                <a:cxnLst/>
                <a:rect l="l" t="t" r="r" b="b"/>
                <a:pathLst>
                  <a:path w="1004" h="350" extrusionOk="0">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9"/>
              <p:cNvSpPr/>
              <p:nvPr/>
            </p:nvSpPr>
            <p:spPr>
              <a:xfrm>
                <a:off x="5289250" y="3520775"/>
                <a:ext cx="25125" cy="8800"/>
              </a:xfrm>
              <a:custGeom>
                <a:avLst/>
                <a:gdLst/>
                <a:ahLst/>
                <a:cxnLst/>
                <a:rect l="l" t="t" r="r" b="b"/>
                <a:pathLst>
                  <a:path w="1005" h="352" extrusionOk="0">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9"/>
              <p:cNvSpPr/>
              <p:nvPr/>
            </p:nvSpPr>
            <p:spPr>
              <a:xfrm>
                <a:off x="5289275" y="3539500"/>
                <a:ext cx="25100" cy="8750"/>
              </a:xfrm>
              <a:custGeom>
                <a:avLst/>
                <a:gdLst/>
                <a:ahLst/>
                <a:cxnLst/>
                <a:rect l="l" t="t" r="r" b="b"/>
                <a:pathLst>
                  <a:path w="1004" h="350" extrusionOk="0">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9"/>
              <p:cNvSpPr/>
              <p:nvPr/>
            </p:nvSpPr>
            <p:spPr>
              <a:xfrm>
                <a:off x="5289250" y="3558125"/>
                <a:ext cx="24975" cy="8700"/>
              </a:xfrm>
              <a:custGeom>
                <a:avLst/>
                <a:gdLst/>
                <a:ahLst/>
                <a:cxnLst/>
                <a:rect l="l" t="t" r="r" b="b"/>
                <a:pathLst>
                  <a:path w="999" h="348" extrusionOk="0">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9"/>
              <p:cNvSpPr/>
              <p:nvPr/>
            </p:nvSpPr>
            <p:spPr>
              <a:xfrm>
                <a:off x="5289225" y="3576725"/>
                <a:ext cx="25000" cy="8800"/>
              </a:xfrm>
              <a:custGeom>
                <a:avLst/>
                <a:gdLst/>
                <a:ahLst/>
                <a:cxnLst/>
                <a:rect l="l" t="t" r="r" b="b"/>
                <a:pathLst>
                  <a:path w="1000" h="352" extrusionOk="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9"/>
              <p:cNvSpPr/>
              <p:nvPr/>
            </p:nvSpPr>
            <p:spPr>
              <a:xfrm>
                <a:off x="5218050" y="3291300"/>
                <a:ext cx="87550" cy="17825"/>
              </a:xfrm>
              <a:custGeom>
                <a:avLst/>
                <a:gdLst/>
                <a:ahLst/>
                <a:cxnLst/>
                <a:rect l="l" t="t" r="r" b="b"/>
                <a:pathLst>
                  <a:path w="3502" h="713" extrusionOk="0">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9"/>
              <p:cNvSpPr/>
              <p:nvPr/>
            </p:nvSpPr>
            <p:spPr>
              <a:xfrm>
                <a:off x="5216250" y="3341450"/>
                <a:ext cx="89975" cy="14725"/>
              </a:xfrm>
              <a:custGeom>
                <a:avLst/>
                <a:gdLst/>
                <a:ahLst/>
                <a:cxnLst/>
                <a:rect l="l" t="t" r="r" b="b"/>
                <a:pathLst>
                  <a:path w="3599" h="589" extrusionOk="0">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9"/>
              <p:cNvSpPr/>
              <p:nvPr/>
            </p:nvSpPr>
            <p:spPr>
              <a:xfrm>
                <a:off x="5211750" y="3314650"/>
                <a:ext cx="96775" cy="20050"/>
              </a:xfrm>
              <a:custGeom>
                <a:avLst/>
                <a:gdLst/>
                <a:ahLst/>
                <a:cxnLst/>
                <a:rect l="l" t="t" r="r" b="b"/>
                <a:pathLst>
                  <a:path w="3871" h="802" extrusionOk="0">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9"/>
              <p:cNvSpPr/>
              <p:nvPr/>
            </p:nvSpPr>
            <p:spPr>
              <a:xfrm>
                <a:off x="5219300" y="3364600"/>
                <a:ext cx="90150" cy="14750"/>
              </a:xfrm>
              <a:custGeom>
                <a:avLst/>
                <a:gdLst/>
                <a:ahLst/>
                <a:cxnLst/>
                <a:rect l="l" t="t" r="r" b="b"/>
                <a:pathLst>
                  <a:path w="3606" h="590" extrusionOk="0">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9"/>
              <p:cNvSpPr/>
              <p:nvPr/>
            </p:nvSpPr>
            <p:spPr>
              <a:xfrm>
                <a:off x="5220075" y="3384575"/>
                <a:ext cx="93075" cy="16425"/>
              </a:xfrm>
              <a:custGeom>
                <a:avLst/>
                <a:gdLst/>
                <a:ahLst/>
                <a:cxnLst/>
                <a:rect l="l" t="t" r="r" b="b"/>
                <a:pathLst>
                  <a:path w="3723" h="657" extrusionOk="0">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9"/>
              <p:cNvSpPr/>
              <p:nvPr/>
            </p:nvSpPr>
            <p:spPr>
              <a:xfrm>
                <a:off x="5223625" y="3408850"/>
                <a:ext cx="66300" cy="13425"/>
              </a:xfrm>
              <a:custGeom>
                <a:avLst/>
                <a:gdLst/>
                <a:ahLst/>
                <a:cxnLst/>
                <a:rect l="l" t="t" r="r" b="b"/>
                <a:pathLst>
                  <a:path w="2652" h="537" extrusionOk="0">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9"/>
              <p:cNvSpPr/>
              <p:nvPr/>
            </p:nvSpPr>
            <p:spPr>
              <a:xfrm>
                <a:off x="5227675" y="3429900"/>
                <a:ext cx="49350" cy="11475"/>
              </a:xfrm>
              <a:custGeom>
                <a:avLst/>
                <a:gdLst/>
                <a:ahLst/>
                <a:cxnLst/>
                <a:rect l="l" t="t" r="r" b="b"/>
                <a:pathLst>
                  <a:path w="1974" h="459" extrusionOk="0">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9"/>
              <p:cNvSpPr/>
              <p:nvPr/>
            </p:nvSpPr>
            <p:spPr>
              <a:xfrm>
                <a:off x="5300975" y="3223375"/>
                <a:ext cx="15550" cy="51050"/>
              </a:xfrm>
              <a:custGeom>
                <a:avLst/>
                <a:gdLst/>
                <a:ahLst/>
                <a:cxnLst/>
                <a:rect l="l" t="t" r="r" b="b"/>
                <a:pathLst>
                  <a:path w="622" h="2042" extrusionOk="0">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9"/>
              <p:cNvSpPr/>
              <p:nvPr/>
            </p:nvSpPr>
            <p:spPr>
              <a:xfrm>
                <a:off x="5165450" y="3253825"/>
                <a:ext cx="49025" cy="26900"/>
              </a:xfrm>
              <a:custGeom>
                <a:avLst/>
                <a:gdLst/>
                <a:ahLst/>
                <a:cxnLst/>
                <a:rect l="l" t="t" r="r" b="b"/>
                <a:pathLst>
                  <a:path w="1961" h="1076" extrusionOk="0">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9"/>
              <p:cNvSpPr/>
              <p:nvPr/>
            </p:nvSpPr>
            <p:spPr>
              <a:xfrm>
                <a:off x="5209375" y="3247925"/>
                <a:ext cx="96225" cy="29275"/>
              </a:xfrm>
              <a:custGeom>
                <a:avLst/>
                <a:gdLst/>
                <a:ahLst/>
                <a:cxnLst/>
                <a:rect l="l" t="t" r="r" b="b"/>
                <a:pathLst>
                  <a:path w="3849" h="1171" extrusionOk="0">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9"/>
              <p:cNvSpPr/>
              <p:nvPr/>
            </p:nvSpPr>
            <p:spPr>
              <a:xfrm>
                <a:off x="5303575" y="3408850"/>
                <a:ext cx="12950" cy="181050"/>
              </a:xfrm>
              <a:custGeom>
                <a:avLst/>
                <a:gdLst/>
                <a:ahLst/>
                <a:cxnLst/>
                <a:rect l="l" t="t" r="r" b="b"/>
                <a:pathLst>
                  <a:path w="518" h="7242" extrusionOk="0">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9"/>
              <p:cNvSpPr/>
              <p:nvPr/>
            </p:nvSpPr>
            <p:spPr>
              <a:xfrm>
                <a:off x="5353675" y="3670775"/>
                <a:ext cx="62725" cy="343700"/>
              </a:xfrm>
              <a:custGeom>
                <a:avLst/>
                <a:gdLst/>
                <a:ahLst/>
                <a:cxnLst/>
                <a:rect l="l" t="t" r="r" b="b"/>
                <a:pathLst>
                  <a:path w="2509" h="13748" extrusionOk="0">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9"/>
              <p:cNvSpPr/>
              <p:nvPr/>
            </p:nvSpPr>
            <p:spPr>
              <a:xfrm>
                <a:off x="5362300" y="4046725"/>
                <a:ext cx="53025" cy="217175"/>
              </a:xfrm>
              <a:custGeom>
                <a:avLst/>
                <a:gdLst/>
                <a:ahLst/>
                <a:cxnLst/>
                <a:rect l="l" t="t" r="r" b="b"/>
                <a:pathLst>
                  <a:path w="2121" h="8687" extrusionOk="0">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9"/>
              <p:cNvSpPr/>
              <p:nvPr/>
            </p:nvSpPr>
            <p:spPr>
              <a:xfrm>
                <a:off x="5359375" y="4261550"/>
                <a:ext cx="31475" cy="24500"/>
              </a:xfrm>
              <a:custGeom>
                <a:avLst/>
                <a:gdLst/>
                <a:ahLst/>
                <a:cxnLst/>
                <a:rect l="l" t="t" r="r" b="b"/>
                <a:pathLst>
                  <a:path w="1259" h="980" extrusionOk="0">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9"/>
              <p:cNvSpPr/>
              <p:nvPr/>
            </p:nvSpPr>
            <p:spPr>
              <a:xfrm>
                <a:off x="5357825" y="4283850"/>
                <a:ext cx="11400" cy="28100"/>
              </a:xfrm>
              <a:custGeom>
                <a:avLst/>
                <a:gdLst/>
                <a:ahLst/>
                <a:cxnLst/>
                <a:rect l="l" t="t" r="r" b="b"/>
                <a:pathLst>
                  <a:path w="456" h="1124" extrusionOk="0">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9"/>
              <p:cNvSpPr/>
              <p:nvPr/>
            </p:nvSpPr>
            <p:spPr>
              <a:xfrm>
                <a:off x="5366900" y="4284950"/>
                <a:ext cx="8625" cy="28100"/>
              </a:xfrm>
              <a:custGeom>
                <a:avLst/>
                <a:gdLst/>
                <a:ahLst/>
                <a:cxnLst/>
                <a:rect l="l" t="t" r="r" b="b"/>
                <a:pathLst>
                  <a:path w="345" h="1124" extrusionOk="0">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9"/>
              <p:cNvSpPr/>
              <p:nvPr/>
            </p:nvSpPr>
            <p:spPr>
              <a:xfrm>
                <a:off x="5376125" y="4286900"/>
                <a:ext cx="7250" cy="26500"/>
              </a:xfrm>
              <a:custGeom>
                <a:avLst/>
                <a:gdLst/>
                <a:ahLst/>
                <a:cxnLst/>
                <a:rect l="l" t="t" r="r" b="b"/>
                <a:pathLst>
                  <a:path w="290" h="1060" extrusionOk="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9"/>
              <p:cNvSpPr/>
              <p:nvPr/>
            </p:nvSpPr>
            <p:spPr>
              <a:xfrm>
                <a:off x="5357710" y="4334400"/>
                <a:ext cx="8000" cy="10275"/>
              </a:xfrm>
              <a:custGeom>
                <a:avLst/>
                <a:gdLst/>
                <a:ahLst/>
                <a:cxnLst/>
                <a:rect l="l" t="t" r="r" b="b"/>
                <a:pathLst>
                  <a:path w="320" h="411" extrusionOk="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9"/>
              <p:cNvSpPr/>
              <p:nvPr/>
            </p:nvSpPr>
            <p:spPr>
              <a:xfrm>
                <a:off x="5367685" y="4337525"/>
                <a:ext cx="8475" cy="12675"/>
              </a:xfrm>
              <a:custGeom>
                <a:avLst/>
                <a:gdLst/>
                <a:ahLst/>
                <a:cxnLst/>
                <a:rect l="l" t="t" r="r" b="b"/>
                <a:pathLst>
                  <a:path w="339" h="507" extrusionOk="0">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9"/>
              <p:cNvSpPr/>
              <p:nvPr/>
            </p:nvSpPr>
            <p:spPr>
              <a:xfrm>
                <a:off x="5378435" y="4338725"/>
                <a:ext cx="7250" cy="13625"/>
              </a:xfrm>
              <a:custGeom>
                <a:avLst/>
                <a:gdLst/>
                <a:ahLst/>
                <a:cxnLst/>
                <a:rect l="l" t="t" r="r" b="b"/>
                <a:pathLst>
                  <a:path w="290" h="545" extrusionOk="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9"/>
              <p:cNvSpPr/>
              <p:nvPr/>
            </p:nvSpPr>
            <p:spPr>
              <a:xfrm>
                <a:off x="5387810" y="4337425"/>
                <a:ext cx="7250" cy="12650"/>
              </a:xfrm>
              <a:custGeom>
                <a:avLst/>
                <a:gdLst/>
                <a:ahLst/>
                <a:cxnLst/>
                <a:rect l="l" t="t" r="r" b="b"/>
                <a:pathLst>
                  <a:path w="290" h="506" extrusionOk="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9"/>
              <p:cNvSpPr/>
              <p:nvPr/>
            </p:nvSpPr>
            <p:spPr>
              <a:xfrm>
                <a:off x="5394935" y="4334100"/>
                <a:ext cx="6400" cy="9100"/>
              </a:xfrm>
              <a:custGeom>
                <a:avLst/>
                <a:gdLst/>
                <a:ahLst/>
                <a:cxnLst/>
                <a:rect l="l" t="t" r="r" b="b"/>
                <a:pathLst>
                  <a:path w="256" h="364" extrusionOk="0">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9"/>
              <p:cNvSpPr/>
              <p:nvPr/>
            </p:nvSpPr>
            <p:spPr>
              <a:xfrm>
                <a:off x="5381200" y="4289900"/>
                <a:ext cx="8300" cy="22800"/>
              </a:xfrm>
              <a:custGeom>
                <a:avLst/>
                <a:gdLst/>
                <a:ahLst/>
                <a:cxnLst/>
                <a:rect l="l" t="t" r="r" b="b"/>
                <a:pathLst>
                  <a:path w="332" h="912" extrusionOk="0">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9"/>
              <p:cNvSpPr/>
              <p:nvPr/>
            </p:nvSpPr>
            <p:spPr>
              <a:xfrm>
                <a:off x="5386885" y="4293900"/>
                <a:ext cx="9500" cy="17075"/>
              </a:xfrm>
              <a:custGeom>
                <a:avLst/>
                <a:gdLst/>
                <a:ahLst/>
                <a:cxnLst/>
                <a:rect l="l" t="t" r="r" b="b"/>
                <a:pathLst>
                  <a:path w="380" h="683" extrusionOk="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9"/>
              <p:cNvSpPr/>
              <p:nvPr/>
            </p:nvSpPr>
            <p:spPr>
              <a:xfrm>
                <a:off x="5356935" y="4313150"/>
                <a:ext cx="9250" cy="20275"/>
              </a:xfrm>
              <a:custGeom>
                <a:avLst/>
                <a:gdLst/>
                <a:ahLst/>
                <a:cxnLst/>
                <a:rect l="l" t="t" r="r" b="b"/>
                <a:pathLst>
                  <a:path w="370" h="811" extrusionOk="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9"/>
              <p:cNvSpPr/>
              <p:nvPr/>
            </p:nvSpPr>
            <p:spPr>
              <a:xfrm>
                <a:off x="5368610" y="4314775"/>
                <a:ext cx="7400" cy="20900"/>
              </a:xfrm>
              <a:custGeom>
                <a:avLst/>
                <a:gdLst/>
                <a:ahLst/>
                <a:cxnLst/>
                <a:rect l="l" t="t" r="r" b="b"/>
                <a:pathLst>
                  <a:path w="296" h="836" extrusionOk="0">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9"/>
              <p:cNvSpPr/>
              <p:nvPr/>
            </p:nvSpPr>
            <p:spPr>
              <a:xfrm>
                <a:off x="5378135" y="4316575"/>
                <a:ext cx="6175" cy="19075"/>
              </a:xfrm>
              <a:custGeom>
                <a:avLst/>
                <a:gdLst/>
                <a:ahLst/>
                <a:cxnLst/>
                <a:rect l="l" t="t" r="r" b="b"/>
                <a:pathLst>
                  <a:path w="247" h="763" extrusionOk="0">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9"/>
              <p:cNvSpPr/>
              <p:nvPr/>
            </p:nvSpPr>
            <p:spPr>
              <a:xfrm>
                <a:off x="5387060" y="4316300"/>
                <a:ext cx="5850" cy="18300"/>
              </a:xfrm>
              <a:custGeom>
                <a:avLst/>
                <a:gdLst/>
                <a:ahLst/>
                <a:cxnLst/>
                <a:rect l="l" t="t" r="r" b="b"/>
                <a:pathLst>
                  <a:path w="234" h="732" extrusionOk="0">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9"/>
              <p:cNvSpPr/>
              <p:nvPr/>
            </p:nvSpPr>
            <p:spPr>
              <a:xfrm>
                <a:off x="5393810" y="4315500"/>
                <a:ext cx="6625" cy="16125"/>
              </a:xfrm>
              <a:custGeom>
                <a:avLst/>
                <a:gdLst/>
                <a:ahLst/>
                <a:cxnLst/>
                <a:rect l="l" t="t" r="r" b="b"/>
                <a:pathLst>
                  <a:path w="265" h="645" extrusionOk="0">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9"/>
              <p:cNvSpPr/>
              <p:nvPr/>
            </p:nvSpPr>
            <p:spPr>
              <a:xfrm>
                <a:off x="5367500" y="4017250"/>
                <a:ext cx="47375" cy="32750"/>
              </a:xfrm>
              <a:custGeom>
                <a:avLst/>
                <a:gdLst/>
                <a:ahLst/>
                <a:cxnLst/>
                <a:rect l="l" t="t" r="r" b="b"/>
                <a:pathLst>
                  <a:path w="1895" h="1310" extrusionOk="0">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9"/>
              <p:cNvSpPr/>
              <p:nvPr/>
            </p:nvSpPr>
            <p:spPr>
              <a:xfrm>
                <a:off x="5428525" y="3277175"/>
                <a:ext cx="57025" cy="177000"/>
              </a:xfrm>
              <a:custGeom>
                <a:avLst/>
                <a:gdLst/>
                <a:ahLst/>
                <a:cxnLst/>
                <a:rect l="l" t="t" r="r" b="b"/>
                <a:pathLst>
                  <a:path w="2281" h="7080" extrusionOk="0">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9"/>
              <p:cNvSpPr/>
              <p:nvPr/>
            </p:nvSpPr>
            <p:spPr>
              <a:xfrm>
                <a:off x="5451425" y="3459325"/>
                <a:ext cx="59325" cy="189300"/>
              </a:xfrm>
              <a:custGeom>
                <a:avLst/>
                <a:gdLst/>
                <a:ahLst/>
                <a:cxnLst/>
                <a:rect l="l" t="t" r="r" b="b"/>
                <a:pathLst>
                  <a:path w="2373" h="7572" extrusionOk="0">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9"/>
              <p:cNvSpPr/>
              <p:nvPr/>
            </p:nvSpPr>
            <p:spPr>
              <a:xfrm>
                <a:off x="5483375" y="3652625"/>
                <a:ext cx="16475" cy="38000"/>
              </a:xfrm>
              <a:custGeom>
                <a:avLst/>
                <a:gdLst/>
                <a:ahLst/>
                <a:cxnLst/>
                <a:rect l="l" t="t" r="r" b="b"/>
                <a:pathLst>
                  <a:path w="659" h="1520" extrusionOk="0">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9"/>
              <p:cNvSpPr/>
              <p:nvPr/>
            </p:nvSpPr>
            <p:spPr>
              <a:xfrm>
                <a:off x="5484600" y="3692475"/>
                <a:ext cx="9875" cy="15900"/>
              </a:xfrm>
              <a:custGeom>
                <a:avLst/>
                <a:gdLst/>
                <a:ahLst/>
                <a:cxnLst/>
                <a:rect l="l" t="t" r="r" b="b"/>
                <a:pathLst>
                  <a:path w="395" h="636" extrusionOk="0">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9"/>
              <p:cNvSpPr/>
              <p:nvPr/>
            </p:nvSpPr>
            <p:spPr>
              <a:xfrm>
                <a:off x="5484925" y="3714950"/>
                <a:ext cx="5850" cy="10650"/>
              </a:xfrm>
              <a:custGeom>
                <a:avLst/>
                <a:gdLst/>
                <a:ahLst/>
                <a:cxnLst/>
                <a:rect l="l" t="t" r="r" b="b"/>
                <a:pathLst>
                  <a:path w="234" h="426" extrusionOk="0">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9"/>
              <p:cNvSpPr/>
              <p:nvPr/>
            </p:nvSpPr>
            <p:spPr>
              <a:xfrm>
                <a:off x="5504125" y="3654700"/>
                <a:ext cx="14475" cy="37975"/>
              </a:xfrm>
              <a:custGeom>
                <a:avLst/>
                <a:gdLst/>
                <a:ahLst/>
                <a:cxnLst/>
                <a:rect l="l" t="t" r="r" b="b"/>
                <a:pathLst>
                  <a:path w="579" h="1519" extrusionOk="0">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9"/>
              <p:cNvSpPr/>
              <p:nvPr/>
            </p:nvSpPr>
            <p:spPr>
              <a:xfrm>
                <a:off x="5510425" y="3696375"/>
                <a:ext cx="12000" cy="27425"/>
              </a:xfrm>
              <a:custGeom>
                <a:avLst/>
                <a:gdLst/>
                <a:ahLst/>
                <a:cxnLst/>
                <a:rect l="l" t="t" r="r" b="b"/>
                <a:pathLst>
                  <a:path w="480" h="1097" extrusionOk="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9"/>
              <p:cNvSpPr/>
              <p:nvPr/>
            </p:nvSpPr>
            <p:spPr>
              <a:xfrm>
                <a:off x="5504425" y="3726575"/>
                <a:ext cx="12175" cy="19075"/>
              </a:xfrm>
              <a:custGeom>
                <a:avLst/>
                <a:gdLst/>
                <a:ahLst/>
                <a:cxnLst/>
                <a:rect l="l" t="t" r="r" b="b"/>
                <a:pathLst>
                  <a:path w="487" h="763" extrusionOk="0">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9"/>
              <p:cNvSpPr/>
              <p:nvPr/>
            </p:nvSpPr>
            <p:spPr>
              <a:xfrm>
                <a:off x="5496900" y="3745675"/>
                <a:ext cx="7400" cy="13725"/>
              </a:xfrm>
              <a:custGeom>
                <a:avLst/>
                <a:gdLst/>
                <a:ahLst/>
                <a:cxnLst/>
                <a:rect l="l" t="t" r="r" b="b"/>
                <a:pathLst>
                  <a:path w="296" h="549" extrusionOk="0">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9"/>
              <p:cNvSpPr/>
              <p:nvPr/>
            </p:nvSpPr>
            <p:spPr>
              <a:xfrm>
                <a:off x="5316350" y="3273175"/>
                <a:ext cx="93850" cy="201525"/>
              </a:xfrm>
              <a:custGeom>
                <a:avLst/>
                <a:gdLst/>
                <a:ahLst/>
                <a:cxnLst/>
                <a:rect l="l" t="t" r="r" b="b"/>
                <a:pathLst>
                  <a:path w="3754" h="8061" extrusionOk="0">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9"/>
              <p:cNvSpPr/>
              <p:nvPr/>
            </p:nvSpPr>
            <p:spPr>
              <a:xfrm>
                <a:off x="5328625" y="3274500"/>
                <a:ext cx="76150" cy="17600"/>
              </a:xfrm>
              <a:custGeom>
                <a:avLst/>
                <a:gdLst/>
                <a:ahLst/>
                <a:cxnLst/>
                <a:rect l="l" t="t" r="r" b="b"/>
                <a:pathLst>
                  <a:path w="3046" h="704" extrusionOk="0">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9"/>
              <p:cNvSpPr/>
              <p:nvPr/>
            </p:nvSpPr>
            <p:spPr>
              <a:xfrm>
                <a:off x="5320500" y="3243725"/>
                <a:ext cx="34725" cy="10350"/>
              </a:xfrm>
              <a:custGeom>
                <a:avLst/>
                <a:gdLst/>
                <a:ahLst/>
                <a:cxnLst/>
                <a:rect l="l" t="t" r="r" b="b"/>
                <a:pathLst>
                  <a:path w="1389" h="414" extrusionOk="0">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9"/>
              <p:cNvSpPr/>
              <p:nvPr/>
            </p:nvSpPr>
            <p:spPr>
              <a:xfrm>
                <a:off x="5316650" y="3228050"/>
                <a:ext cx="26925" cy="9525"/>
              </a:xfrm>
              <a:custGeom>
                <a:avLst/>
                <a:gdLst/>
                <a:ahLst/>
                <a:cxnLst/>
                <a:rect l="l" t="t" r="r" b="b"/>
                <a:pathLst>
                  <a:path w="1077" h="381" extrusionOk="0">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9"/>
              <p:cNvSpPr/>
              <p:nvPr/>
            </p:nvSpPr>
            <p:spPr>
              <a:xfrm>
                <a:off x="5318500" y="3427625"/>
                <a:ext cx="25100" cy="8775"/>
              </a:xfrm>
              <a:custGeom>
                <a:avLst/>
                <a:gdLst/>
                <a:ahLst/>
                <a:cxnLst/>
                <a:rect l="l" t="t" r="r" b="b"/>
                <a:pathLst>
                  <a:path w="1004" h="351" extrusionOk="0">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9"/>
              <p:cNvSpPr/>
              <p:nvPr/>
            </p:nvSpPr>
            <p:spPr>
              <a:xfrm>
                <a:off x="5318650" y="3446250"/>
                <a:ext cx="24950" cy="8800"/>
              </a:xfrm>
              <a:custGeom>
                <a:avLst/>
                <a:gdLst/>
                <a:ahLst/>
                <a:cxnLst/>
                <a:rect l="l" t="t" r="r" b="b"/>
                <a:pathLst>
                  <a:path w="998" h="352" extrusionOk="0">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9"/>
              <p:cNvSpPr/>
              <p:nvPr/>
            </p:nvSpPr>
            <p:spPr>
              <a:xfrm>
                <a:off x="5318650" y="3464950"/>
                <a:ext cx="24950" cy="8775"/>
              </a:xfrm>
              <a:custGeom>
                <a:avLst/>
                <a:gdLst/>
                <a:ahLst/>
                <a:cxnLst/>
                <a:rect l="l" t="t" r="r" b="b"/>
                <a:pathLst>
                  <a:path w="998" h="351" extrusionOk="0">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9"/>
              <p:cNvSpPr/>
              <p:nvPr/>
            </p:nvSpPr>
            <p:spPr>
              <a:xfrm>
                <a:off x="5318650" y="3483550"/>
                <a:ext cx="24950" cy="8750"/>
              </a:xfrm>
              <a:custGeom>
                <a:avLst/>
                <a:gdLst/>
                <a:ahLst/>
                <a:cxnLst/>
                <a:rect l="l" t="t" r="r" b="b"/>
                <a:pathLst>
                  <a:path w="998" h="350" extrusionOk="0">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9"/>
              <p:cNvSpPr/>
              <p:nvPr/>
            </p:nvSpPr>
            <p:spPr>
              <a:xfrm>
                <a:off x="5318650" y="3502150"/>
                <a:ext cx="24950" cy="8750"/>
              </a:xfrm>
              <a:custGeom>
                <a:avLst/>
                <a:gdLst/>
                <a:ahLst/>
                <a:cxnLst/>
                <a:rect l="l" t="t" r="r" b="b"/>
                <a:pathLst>
                  <a:path w="998" h="350" extrusionOk="0">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9"/>
              <p:cNvSpPr/>
              <p:nvPr/>
            </p:nvSpPr>
            <p:spPr>
              <a:xfrm>
                <a:off x="5318650" y="3520775"/>
                <a:ext cx="24975" cy="8800"/>
              </a:xfrm>
              <a:custGeom>
                <a:avLst/>
                <a:gdLst/>
                <a:ahLst/>
                <a:cxnLst/>
                <a:rect l="l" t="t" r="r" b="b"/>
                <a:pathLst>
                  <a:path w="999" h="352" extrusionOk="0">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9"/>
              <p:cNvSpPr/>
              <p:nvPr/>
            </p:nvSpPr>
            <p:spPr>
              <a:xfrm>
                <a:off x="5318650" y="3539500"/>
                <a:ext cx="24950" cy="8750"/>
              </a:xfrm>
              <a:custGeom>
                <a:avLst/>
                <a:gdLst/>
                <a:ahLst/>
                <a:cxnLst/>
                <a:rect l="l" t="t" r="r" b="b"/>
                <a:pathLst>
                  <a:path w="998" h="350" extrusionOk="0">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9"/>
              <p:cNvSpPr/>
              <p:nvPr/>
            </p:nvSpPr>
            <p:spPr>
              <a:xfrm>
                <a:off x="5318650" y="3558125"/>
                <a:ext cx="24975" cy="8700"/>
              </a:xfrm>
              <a:custGeom>
                <a:avLst/>
                <a:gdLst/>
                <a:ahLst/>
                <a:cxnLst/>
                <a:rect l="l" t="t" r="r" b="b"/>
                <a:pathLst>
                  <a:path w="999" h="348" extrusionOk="0">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9"/>
              <p:cNvSpPr/>
              <p:nvPr/>
            </p:nvSpPr>
            <p:spPr>
              <a:xfrm>
                <a:off x="5318650" y="3576725"/>
                <a:ext cx="24975" cy="8800"/>
              </a:xfrm>
              <a:custGeom>
                <a:avLst/>
                <a:gdLst/>
                <a:ahLst/>
                <a:cxnLst/>
                <a:rect l="l" t="t" r="r" b="b"/>
                <a:pathLst>
                  <a:path w="999" h="352" extrusionOk="0">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9"/>
              <p:cNvSpPr/>
              <p:nvPr/>
            </p:nvSpPr>
            <p:spPr>
              <a:xfrm>
                <a:off x="5327250" y="3291300"/>
                <a:ext cx="87575" cy="17825"/>
              </a:xfrm>
              <a:custGeom>
                <a:avLst/>
                <a:gdLst/>
                <a:ahLst/>
                <a:cxnLst/>
                <a:rect l="l" t="t" r="r" b="b"/>
                <a:pathLst>
                  <a:path w="3503" h="713" extrusionOk="0">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9"/>
              <p:cNvSpPr/>
              <p:nvPr/>
            </p:nvSpPr>
            <p:spPr>
              <a:xfrm>
                <a:off x="5326625" y="3341450"/>
                <a:ext cx="90125" cy="14725"/>
              </a:xfrm>
              <a:custGeom>
                <a:avLst/>
                <a:gdLst/>
                <a:ahLst/>
                <a:cxnLst/>
                <a:rect l="l" t="t" r="r" b="b"/>
                <a:pathLst>
                  <a:path w="3605" h="589" extrusionOk="0">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9"/>
              <p:cNvSpPr/>
              <p:nvPr/>
            </p:nvSpPr>
            <p:spPr>
              <a:xfrm>
                <a:off x="5324325" y="3314650"/>
                <a:ext cx="96775" cy="20050"/>
              </a:xfrm>
              <a:custGeom>
                <a:avLst/>
                <a:gdLst/>
                <a:ahLst/>
                <a:cxnLst/>
                <a:rect l="l" t="t" r="r" b="b"/>
                <a:pathLst>
                  <a:path w="3871" h="802" extrusionOk="0">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9"/>
              <p:cNvSpPr/>
              <p:nvPr/>
            </p:nvSpPr>
            <p:spPr>
              <a:xfrm>
                <a:off x="5323400" y="3364600"/>
                <a:ext cx="90150" cy="14750"/>
              </a:xfrm>
              <a:custGeom>
                <a:avLst/>
                <a:gdLst/>
                <a:ahLst/>
                <a:cxnLst/>
                <a:rect l="l" t="t" r="r" b="b"/>
                <a:pathLst>
                  <a:path w="3606" h="590" extrusionOk="0">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9"/>
              <p:cNvSpPr/>
              <p:nvPr/>
            </p:nvSpPr>
            <p:spPr>
              <a:xfrm>
                <a:off x="5319875" y="3384575"/>
                <a:ext cx="92900" cy="16425"/>
              </a:xfrm>
              <a:custGeom>
                <a:avLst/>
                <a:gdLst/>
                <a:ahLst/>
                <a:cxnLst/>
                <a:rect l="l" t="t" r="r" b="b"/>
                <a:pathLst>
                  <a:path w="3716" h="657" extrusionOk="0">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9"/>
              <p:cNvSpPr/>
              <p:nvPr/>
            </p:nvSpPr>
            <p:spPr>
              <a:xfrm>
                <a:off x="5342925" y="3408850"/>
                <a:ext cx="66450" cy="13425"/>
              </a:xfrm>
              <a:custGeom>
                <a:avLst/>
                <a:gdLst/>
                <a:ahLst/>
                <a:cxnLst/>
                <a:rect l="l" t="t" r="r" b="b"/>
                <a:pathLst>
                  <a:path w="2658" h="537" extrusionOk="0">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9"/>
              <p:cNvSpPr/>
              <p:nvPr/>
            </p:nvSpPr>
            <p:spPr>
              <a:xfrm>
                <a:off x="5355975" y="3429900"/>
                <a:ext cx="49225" cy="11475"/>
              </a:xfrm>
              <a:custGeom>
                <a:avLst/>
                <a:gdLst/>
                <a:ahLst/>
                <a:cxnLst/>
                <a:rect l="l" t="t" r="r" b="b"/>
                <a:pathLst>
                  <a:path w="1969" h="459" extrusionOk="0">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9"/>
              <p:cNvSpPr/>
              <p:nvPr/>
            </p:nvSpPr>
            <p:spPr>
              <a:xfrm>
                <a:off x="5316350" y="3223375"/>
                <a:ext cx="15700" cy="51050"/>
              </a:xfrm>
              <a:custGeom>
                <a:avLst/>
                <a:gdLst/>
                <a:ahLst/>
                <a:cxnLst/>
                <a:rect l="l" t="t" r="r" b="b"/>
                <a:pathLst>
                  <a:path w="628" h="2042" extrusionOk="0">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9"/>
              <p:cNvSpPr/>
              <p:nvPr/>
            </p:nvSpPr>
            <p:spPr>
              <a:xfrm>
                <a:off x="5418525" y="3253825"/>
                <a:ext cx="48900" cy="26900"/>
              </a:xfrm>
              <a:custGeom>
                <a:avLst/>
                <a:gdLst/>
                <a:ahLst/>
                <a:cxnLst/>
                <a:rect l="l" t="t" r="r" b="b"/>
                <a:pathLst>
                  <a:path w="1956" h="1076" extrusionOk="0">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9"/>
              <p:cNvSpPr/>
              <p:nvPr/>
            </p:nvSpPr>
            <p:spPr>
              <a:xfrm>
                <a:off x="5327100" y="3247925"/>
                <a:ext cx="96375" cy="29275"/>
              </a:xfrm>
              <a:custGeom>
                <a:avLst/>
                <a:gdLst/>
                <a:ahLst/>
                <a:cxnLst/>
                <a:rect l="l" t="t" r="r" b="b"/>
                <a:pathLst>
                  <a:path w="3855" h="1171" extrusionOk="0">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9"/>
              <p:cNvSpPr/>
              <p:nvPr/>
            </p:nvSpPr>
            <p:spPr>
              <a:xfrm>
                <a:off x="5316350" y="3408850"/>
                <a:ext cx="12925" cy="181050"/>
              </a:xfrm>
              <a:custGeom>
                <a:avLst/>
                <a:gdLst/>
                <a:ahLst/>
                <a:cxnLst/>
                <a:rect l="l" t="t" r="r" b="b"/>
                <a:pathLst>
                  <a:path w="517" h="7242" extrusionOk="0">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9"/>
              <p:cNvSpPr/>
              <p:nvPr/>
            </p:nvSpPr>
            <p:spPr>
              <a:xfrm>
                <a:off x="5253800" y="3060800"/>
                <a:ext cx="126025" cy="150325"/>
              </a:xfrm>
              <a:custGeom>
                <a:avLst/>
                <a:gdLst/>
                <a:ahLst/>
                <a:cxnLst/>
                <a:rect l="l" t="t" r="r" b="b"/>
                <a:pathLst>
                  <a:path w="5041" h="6013" extrusionOk="0">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9"/>
              <p:cNvSpPr/>
              <p:nvPr/>
            </p:nvSpPr>
            <p:spPr>
              <a:xfrm>
                <a:off x="5307425" y="3178825"/>
                <a:ext cx="8950" cy="10800"/>
              </a:xfrm>
              <a:custGeom>
                <a:avLst/>
                <a:gdLst/>
                <a:ahLst/>
                <a:cxnLst/>
                <a:rect l="l" t="t" r="r" b="b"/>
                <a:pathLst>
                  <a:path w="358" h="432" extrusionOk="0">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9"/>
              <p:cNvSpPr/>
              <p:nvPr/>
            </p:nvSpPr>
            <p:spPr>
              <a:xfrm>
                <a:off x="5306500" y="3190200"/>
                <a:ext cx="9400" cy="10600"/>
              </a:xfrm>
              <a:custGeom>
                <a:avLst/>
                <a:gdLst/>
                <a:ahLst/>
                <a:cxnLst/>
                <a:rect l="l" t="t" r="r" b="b"/>
                <a:pathLst>
                  <a:path w="376" h="424" extrusionOk="0">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9"/>
              <p:cNvSpPr/>
              <p:nvPr/>
            </p:nvSpPr>
            <p:spPr>
              <a:xfrm>
                <a:off x="5301425" y="3178325"/>
                <a:ext cx="6325" cy="8975"/>
              </a:xfrm>
              <a:custGeom>
                <a:avLst/>
                <a:gdLst/>
                <a:ahLst/>
                <a:cxnLst/>
                <a:rect l="l" t="t" r="r" b="b"/>
                <a:pathLst>
                  <a:path w="253" h="359" extrusionOk="0">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9"/>
              <p:cNvSpPr/>
              <p:nvPr/>
            </p:nvSpPr>
            <p:spPr>
              <a:xfrm>
                <a:off x="5300350" y="3188425"/>
                <a:ext cx="6025" cy="8575"/>
              </a:xfrm>
              <a:custGeom>
                <a:avLst/>
                <a:gdLst/>
                <a:ahLst/>
                <a:cxnLst/>
                <a:rect l="l" t="t" r="r" b="b"/>
                <a:pathLst>
                  <a:path w="241" h="343" extrusionOk="0">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9"/>
              <p:cNvSpPr/>
              <p:nvPr/>
            </p:nvSpPr>
            <p:spPr>
              <a:xfrm>
                <a:off x="5295300" y="3177425"/>
                <a:ext cx="8000" cy="9100"/>
              </a:xfrm>
              <a:custGeom>
                <a:avLst/>
                <a:gdLst/>
                <a:ahLst/>
                <a:cxnLst/>
                <a:rect l="l" t="t" r="r" b="b"/>
                <a:pathLst>
                  <a:path w="320" h="364" extrusionOk="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9"/>
              <p:cNvSpPr/>
              <p:nvPr/>
            </p:nvSpPr>
            <p:spPr>
              <a:xfrm>
                <a:off x="5293600" y="3186050"/>
                <a:ext cx="5700" cy="7875"/>
              </a:xfrm>
              <a:custGeom>
                <a:avLst/>
                <a:gdLst/>
                <a:ahLst/>
                <a:cxnLst/>
                <a:rect l="l" t="t" r="r" b="b"/>
                <a:pathLst>
                  <a:path w="228" h="315" extrusionOk="0">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9"/>
              <p:cNvSpPr/>
              <p:nvPr/>
            </p:nvSpPr>
            <p:spPr>
              <a:xfrm>
                <a:off x="5290075" y="3174900"/>
                <a:ext cx="5850" cy="8700"/>
              </a:xfrm>
              <a:custGeom>
                <a:avLst/>
                <a:gdLst/>
                <a:ahLst/>
                <a:cxnLst/>
                <a:rect l="l" t="t" r="r" b="b"/>
                <a:pathLst>
                  <a:path w="234" h="348" extrusionOk="0">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9"/>
              <p:cNvSpPr/>
              <p:nvPr/>
            </p:nvSpPr>
            <p:spPr>
              <a:xfrm>
                <a:off x="5288675" y="3183800"/>
                <a:ext cx="5250" cy="6925"/>
              </a:xfrm>
              <a:custGeom>
                <a:avLst/>
                <a:gdLst/>
                <a:ahLst/>
                <a:cxnLst/>
                <a:rect l="l" t="t" r="r" b="b"/>
                <a:pathLst>
                  <a:path w="210" h="277" extrusionOk="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9"/>
              <p:cNvSpPr/>
              <p:nvPr/>
            </p:nvSpPr>
            <p:spPr>
              <a:xfrm>
                <a:off x="5285150" y="3173800"/>
                <a:ext cx="4025" cy="6800"/>
              </a:xfrm>
              <a:custGeom>
                <a:avLst/>
                <a:gdLst/>
                <a:ahLst/>
                <a:cxnLst/>
                <a:rect l="l" t="t" r="r" b="b"/>
                <a:pathLst>
                  <a:path w="161" h="272" extrusionOk="0">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9"/>
              <p:cNvSpPr/>
              <p:nvPr/>
            </p:nvSpPr>
            <p:spPr>
              <a:xfrm>
                <a:off x="5280850" y="3171125"/>
                <a:ext cx="3700" cy="7100"/>
              </a:xfrm>
              <a:custGeom>
                <a:avLst/>
                <a:gdLst/>
                <a:ahLst/>
                <a:cxnLst/>
                <a:rect l="l" t="t" r="r" b="b"/>
                <a:pathLst>
                  <a:path w="148" h="284" extrusionOk="0">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9"/>
              <p:cNvSpPr/>
              <p:nvPr/>
            </p:nvSpPr>
            <p:spPr>
              <a:xfrm>
                <a:off x="5283600" y="3180900"/>
                <a:ext cx="4950" cy="6250"/>
              </a:xfrm>
              <a:custGeom>
                <a:avLst/>
                <a:gdLst/>
                <a:ahLst/>
                <a:cxnLst/>
                <a:rect l="l" t="t" r="r" b="b"/>
                <a:pathLst>
                  <a:path w="198" h="250" extrusionOk="0">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9"/>
              <p:cNvSpPr/>
              <p:nvPr/>
            </p:nvSpPr>
            <p:spPr>
              <a:xfrm>
                <a:off x="5280525" y="3178150"/>
                <a:ext cx="2800" cy="5175"/>
              </a:xfrm>
              <a:custGeom>
                <a:avLst/>
                <a:gdLst/>
                <a:ahLst/>
                <a:cxnLst/>
                <a:rect l="l" t="t" r="r" b="b"/>
                <a:pathLst>
                  <a:path w="112" h="207" extrusionOk="0">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9"/>
              <p:cNvSpPr/>
              <p:nvPr/>
            </p:nvSpPr>
            <p:spPr>
              <a:xfrm>
                <a:off x="5317425" y="3178900"/>
                <a:ext cx="8925" cy="10650"/>
              </a:xfrm>
              <a:custGeom>
                <a:avLst/>
                <a:gdLst/>
                <a:ahLst/>
                <a:cxnLst/>
                <a:rect l="l" t="t" r="r" b="b"/>
                <a:pathLst>
                  <a:path w="357" h="426" extrusionOk="0">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9"/>
              <p:cNvSpPr/>
              <p:nvPr/>
            </p:nvSpPr>
            <p:spPr>
              <a:xfrm>
                <a:off x="5317875" y="3190175"/>
                <a:ext cx="9400" cy="10550"/>
              </a:xfrm>
              <a:custGeom>
                <a:avLst/>
                <a:gdLst/>
                <a:ahLst/>
                <a:cxnLst/>
                <a:rect l="l" t="t" r="r" b="b"/>
                <a:pathLst>
                  <a:path w="376" h="422" extrusionOk="0">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9"/>
              <p:cNvSpPr/>
              <p:nvPr/>
            </p:nvSpPr>
            <p:spPr>
              <a:xfrm>
                <a:off x="5326025" y="3178325"/>
                <a:ext cx="6325" cy="9000"/>
              </a:xfrm>
              <a:custGeom>
                <a:avLst/>
                <a:gdLst/>
                <a:ahLst/>
                <a:cxnLst/>
                <a:rect l="l" t="t" r="r" b="b"/>
                <a:pathLst>
                  <a:path w="253" h="360" extrusionOk="0">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9"/>
              <p:cNvSpPr/>
              <p:nvPr/>
            </p:nvSpPr>
            <p:spPr>
              <a:xfrm>
                <a:off x="5327400" y="3188425"/>
                <a:ext cx="6025" cy="8575"/>
              </a:xfrm>
              <a:custGeom>
                <a:avLst/>
                <a:gdLst/>
                <a:ahLst/>
                <a:cxnLst/>
                <a:rect l="l" t="t" r="r" b="b"/>
                <a:pathLst>
                  <a:path w="241" h="343" extrusionOk="0">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9"/>
              <p:cNvSpPr/>
              <p:nvPr/>
            </p:nvSpPr>
            <p:spPr>
              <a:xfrm>
                <a:off x="5330475" y="3177425"/>
                <a:ext cx="7975" cy="9100"/>
              </a:xfrm>
              <a:custGeom>
                <a:avLst/>
                <a:gdLst/>
                <a:ahLst/>
                <a:cxnLst/>
                <a:rect l="l" t="t" r="r" b="b"/>
                <a:pathLst>
                  <a:path w="319" h="364" extrusionOk="0">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9"/>
              <p:cNvSpPr/>
              <p:nvPr/>
            </p:nvSpPr>
            <p:spPr>
              <a:xfrm>
                <a:off x="5334475" y="3186050"/>
                <a:ext cx="5700" cy="7875"/>
              </a:xfrm>
              <a:custGeom>
                <a:avLst/>
                <a:gdLst/>
                <a:ahLst/>
                <a:cxnLst/>
                <a:rect l="l" t="t" r="r" b="b"/>
                <a:pathLst>
                  <a:path w="228" h="315" extrusionOk="0">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9"/>
              <p:cNvSpPr/>
              <p:nvPr/>
            </p:nvSpPr>
            <p:spPr>
              <a:xfrm>
                <a:off x="5338000" y="3174925"/>
                <a:ext cx="5725" cy="8675"/>
              </a:xfrm>
              <a:custGeom>
                <a:avLst/>
                <a:gdLst/>
                <a:ahLst/>
                <a:cxnLst/>
                <a:rect l="l" t="t" r="r" b="b"/>
                <a:pathLst>
                  <a:path w="229" h="347" extrusionOk="0">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9"/>
              <p:cNvSpPr/>
              <p:nvPr/>
            </p:nvSpPr>
            <p:spPr>
              <a:xfrm>
                <a:off x="5339850" y="3183775"/>
                <a:ext cx="5250" cy="6950"/>
              </a:xfrm>
              <a:custGeom>
                <a:avLst/>
                <a:gdLst/>
                <a:ahLst/>
                <a:cxnLst/>
                <a:rect l="l" t="t" r="r" b="b"/>
                <a:pathLst>
                  <a:path w="210" h="278" extrusionOk="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9"/>
              <p:cNvSpPr/>
              <p:nvPr/>
            </p:nvSpPr>
            <p:spPr>
              <a:xfrm>
                <a:off x="5344625" y="3173800"/>
                <a:ext cx="3850" cy="6800"/>
              </a:xfrm>
              <a:custGeom>
                <a:avLst/>
                <a:gdLst/>
                <a:ahLst/>
                <a:cxnLst/>
                <a:rect l="l" t="t" r="r" b="b"/>
                <a:pathLst>
                  <a:path w="154" h="272" extrusionOk="0">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9"/>
              <p:cNvSpPr/>
              <p:nvPr/>
            </p:nvSpPr>
            <p:spPr>
              <a:xfrm>
                <a:off x="5349225" y="3171100"/>
                <a:ext cx="3875" cy="7125"/>
              </a:xfrm>
              <a:custGeom>
                <a:avLst/>
                <a:gdLst/>
                <a:ahLst/>
                <a:cxnLst/>
                <a:rect l="l" t="t" r="r" b="b"/>
                <a:pathLst>
                  <a:path w="155" h="285" extrusionOk="0">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9"/>
              <p:cNvSpPr/>
              <p:nvPr/>
            </p:nvSpPr>
            <p:spPr>
              <a:xfrm>
                <a:off x="5345075" y="3180900"/>
                <a:ext cx="5100" cy="6275"/>
              </a:xfrm>
              <a:custGeom>
                <a:avLst/>
                <a:gdLst/>
                <a:ahLst/>
                <a:cxnLst/>
                <a:rect l="l" t="t" r="r" b="b"/>
                <a:pathLst>
                  <a:path w="204" h="251" extrusionOk="0">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9"/>
              <p:cNvSpPr/>
              <p:nvPr/>
            </p:nvSpPr>
            <p:spPr>
              <a:xfrm>
                <a:off x="5350475" y="3178175"/>
                <a:ext cx="2775" cy="5150"/>
              </a:xfrm>
              <a:custGeom>
                <a:avLst/>
                <a:gdLst/>
                <a:ahLst/>
                <a:cxnLst/>
                <a:rect l="l" t="t" r="r" b="b"/>
                <a:pathLst>
                  <a:path w="111" h="206" extrusionOk="0">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5" name="Google Shape;6835;p89"/>
            <p:cNvSpPr/>
            <p:nvPr/>
          </p:nvSpPr>
          <p:spPr>
            <a:xfrm>
              <a:off x="5233150" y="2992450"/>
              <a:ext cx="201550" cy="156325"/>
            </a:xfrm>
            <a:custGeom>
              <a:avLst/>
              <a:gdLst/>
              <a:ahLst/>
              <a:cxnLst/>
              <a:rect l="l" t="t" r="r" b="b"/>
              <a:pathLst>
                <a:path w="8062" h="6253" extrusionOk="0">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89"/>
          <p:cNvGrpSpPr/>
          <p:nvPr/>
        </p:nvGrpSpPr>
        <p:grpSpPr>
          <a:xfrm>
            <a:off x="5866925" y="3022588"/>
            <a:ext cx="435225" cy="1370250"/>
            <a:chOff x="5866925" y="2992450"/>
            <a:chExt cx="435225" cy="1370250"/>
          </a:xfrm>
        </p:grpSpPr>
        <p:grpSp>
          <p:nvGrpSpPr>
            <p:cNvPr id="6837" name="Google Shape;6837;p89"/>
            <p:cNvGrpSpPr/>
            <p:nvPr/>
          </p:nvGrpSpPr>
          <p:grpSpPr>
            <a:xfrm>
              <a:off x="5866925" y="3018075"/>
              <a:ext cx="435225" cy="1344625"/>
              <a:chOff x="5866925" y="3018075"/>
              <a:chExt cx="435225" cy="1344625"/>
            </a:xfrm>
          </p:grpSpPr>
          <p:sp>
            <p:nvSpPr>
              <p:cNvPr id="6838" name="Google Shape;6838;p89"/>
              <p:cNvSpPr/>
              <p:nvPr/>
            </p:nvSpPr>
            <p:spPr>
              <a:xfrm>
                <a:off x="5866925" y="3172825"/>
                <a:ext cx="435225" cy="1189875"/>
              </a:xfrm>
              <a:custGeom>
                <a:avLst/>
                <a:gdLst/>
                <a:ahLst/>
                <a:cxnLst/>
                <a:rect l="l" t="t" r="r" b="b"/>
                <a:pathLst>
                  <a:path w="17409" h="47595" extrusionOk="0">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9"/>
              <p:cNvSpPr/>
              <p:nvPr/>
            </p:nvSpPr>
            <p:spPr>
              <a:xfrm>
                <a:off x="6009225" y="3018075"/>
                <a:ext cx="150475" cy="201175"/>
              </a:xfrm>
              <a:custGeom>
                <a:avLst/>
                <a:gdLst/>
                <a:ahLst/>
                <a:cxnLst/>
                <a:rect l="l" t="t" r="r" b="b"/>
                <a:pathLst>
                  <a:path w="6019" h="8047" extrusionOk="0">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89"/>
            <p:cNvGrpSpPr/>
            <p:nvPr/>
          </p:nvGrpSpPr>
          <p:grpSpPr>
            <a:xfrm>
              <a:off x="5879375" y="3075750"/>
              <a:ext cx="407400" cy="1278050"/>
              <a:chOff x="5879375" y="3075750"/>
              <a:chExt cx="407400" cy="1278050"/>
            </a:xfrm>
          </p:grpSpPr>
          <p:sp>
            <p:nvSpPr>
              <p:cNvPr id="6841" name="Google Shape;6841;p89"/>
              <p:cNvSpPr/>
              <p:nvPr/>
            </p:nvSpPr>
            <p:spPr>
              <a:xfrm>
                <a:off x="5880175" y="3646700"/>
                <a:ext cx="37350" cy="53575"/>
              </a:xfrm>
              <a:custGeom>
                <a:avLst/>
                <a:gdLst/>
                <a:ahLst/>
                <a:cxnLst/>
                <a:rect l="l" t="t" r="r" b="b"/>
                <a:pathLst>
                  <a:path w="1494" h="2143" extrusionOk="0">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9"/>
              <p:cNvSpPr/>
              <p:nvPr/>
            </p:nvSpPr>
            <p:spPr>
              <a:xfrm>
                <a:off x="5879375" y="3707225"/>
                <a:ext cx="28550" cy="47100"/>
              </a:xfrm>
              <a:custGeom>
                <a:avLst/>
                <a:gdLst/>
                <a:ahLst/>
                <a:cxnLst/>
                <a:rect l="l" t="t" r="r" b="b"/>
                <a:pathLst>
                  <a:path w="1142" h="1884" extrusionOk="0">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9"/>
              <p:cNvSpPr/>
              <p:nvPr/>
            </p:nvSpPr>
            <p:spPr>
              <a:xfrm>
                <a:off x="5988800" y="3665425"/>
                <a:ext cx="85100" cy="242725"/>
              </a:xfrm>
              <a:custGeom>
                <a:avLst/>
                <a:gdLst/>
                <a:ahLst/>
                <a:cxnLst/>
                <a:rect l="l" t="t" r="r" b="b"/>
                <a:pathLst>
                  <a:path w="3404" h="9709" extrusionOk="0">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9"/>
              <p:cNvSpPr/>
              <p:nvPr/>
            </p:nvSpPr>
            <p:spPr>
              <a:xfrm>
                <a:off x="5974650" y="3674325"/>
                <a:ext cx="71325" cy="317875"/>
              </a:xfrm>
              <a:custGeom>
                <a:avLst/>
                <a:gdLst/>
                <a:ahLst/>
                <a:cxnLst/>
                <a:rect l="l" t="t" r="r" b="b"/>
                <a:pathLst>
                  <a:path w="2853" h="12715" extrusionOk="0">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9"/>
              <p:cNvSpPr/>
              <p:nvPr/>
            </p:nvSpPr>
            <p:spPr>
              <a:xfrm>
                <a:off x="5980950" y="4010450"/>
                <a:ext cx="52575" cy="241400"/>
              </a:xfrm>
              <a:custGeom>
                <a:avLst/>
                <a:gdLst/>
                <a:ahLst/>
                <a:cxnLst/>
                <a:rect l="l" t="t" r="r" b="b"/>
                <a:pathLst>
                  <a:path w="2103" h="9656" extrusionOk="0">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9"/>
              <p:cNvSpPr/>
              <p:nvPr/>
            </p:nvSpPr>
            <p:spPr>
              <a:xfrm>
                <a:off x="6009350" y="4010450"/>
                <a:ext cx="37775" cy="158800"/>
              </a:xfrm>
              <a:custGeom>
                <a:avLst/>
                <a:gdLst/>
                <a:ahLst/>
                <a:cxnLst/>
                <a:rect l="l" t="t" r="r" b="b"/>
                <a:pathLst>
                  <a:path w="1511" h="6352" extrusionOk="0">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9"/>
              <p:cNvSpPr/>
              <p:nvPr/>
            </p:nvSpPr>
            <p:spPr>
              <a:xfrm>
                <a:off x="5985175" y="3419325"/>
                <a:ext cx="94775" cy="272775"/>
              </a:xfrm>
              <a:custGeom>
                <a:avLst/>
                <a:gdLst/>
                <a:ahLst/>
                <a:cxnLst/>
                <a:rect l="l" t="t" r="r" b="b"/>
                <a:pathLst>
                  <a:path w="3791" h="10911" extrusionOk="0">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9"/>
              <p:cNvSpPr/>
              <p:nvPr/>
            </p:nvSpPr>
            <p:spPr>
              <a:xfrm>
                <a:off x="6027050" y="3583950"/>
                <a:ext cx="54900" cy="84475"/>
              </a:xfrm>
              <a:custGeom>
                <a:avLst/>
                <a:gdLst/>
                <a:ahLst/>
                <a:cxnLst/>
                <a:rect l="l" t="t" r="r" b="b"/>
                <a:pathLst>
                  <a:path w="2196" h="3379" extrusionOk="0">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9"/>
              <p:cNvSpPr/>
              <p:nvPr/>
            </p:nvSpPr>
            <p:spPr>
              <a:xfrm>
                <a:off x="6030450" y="3530650"/>
                <a:ext cx="49025" cy="64700"/>
              </a:xfrm>
              <a:custGeom>
                <a:avLst/>
                <a:gdLst/>
                <a:ahLst/>
                <a:cxnLst/>
                <a:rect l="l" t="t" r="r" b="b"/>
                <a:pathLst>
                  <a:path w="1961" h="2588" extrusionOk="0">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9"/>
              <p:cNvSpPr/>
              <p:nvPr/>
            </p:nvSpPr>
            <p:spPr>
              <a:xfrm>
                <a:off x="5988175" y="3313675"/>
                <a:ext cx="92075" cy="113100"/>
              </a:xfrm>
              <a:custGeom>
                <a:avLst/>
                <a:gdLst/>
                <a:ahLst/>
                <a:cxnLst/>
                <a:rect l="l" t="t" r="r" b="b"/>
                <a:pathLst>
                  <a:path w="3683" h="4524" extrusionOk="0">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9"/>
              <p:cNvSpPr/>
              <p:nvPr/>
            </p:nvSpPr>
            <p:spPr>
              <a:xfrm>
                <a:off x="6034750" y="3486250"/>
                <a:ext cx="42900" cy="43250"/>
              </a:xfrm>
              <a:custGeom>
                <a:avLst/>
                <a:gdLst/>
                <a:ahLst/>
                <a:cxnLst/>
                <a:rect l="l" t="t" r="r" b="b"/>
                <a:pathLst>
                  <a:path w="1716" h="1730" extrusionOk="0">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9"/>
              <p:cNvSpPr/>
              <p:nvPr/>
            </p:nvSpPr>
            <p:spPr>
              <a:xfrm>
                <a:off x="6038275" y="3448550"/>
                <a:ext cx="36425" cy="32550"/>
              </a:xfrm>
              <a:custGeom>
                <a:avLst/>
                <a:gdLst/>
                <a:ahLst/>
                <a:cxnLst/>
                <a:rect l="l" t="t" r="r" b="b"/>
                <a:pathLst>
                  <a:path w="1457" h="1302" extrusionOk="0">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9"/>
              <p:cNvSpPr/>
              <p:nvPr/>
            </p:nvSpPr>
            <p:spPr>
              <a:xfrm>
                <a:off x="5931775" y="3248250"/>
                <a:ext cx="152625" cy="51500"/>
              </a:xfrm>
              <a:custGeom>
                <a:avLst/>
                <a:gdLst/>
                <a:ahLst/>
                <a:cxnLst/>
                <a:rect l="l" t="t" r="r" b="b"/>
                <a:pathLst>
                  <a:path w="6105" h="2060" extrusionOk="0">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9"/>
              <p:cNvSpPr/>
              <p:nvPr/>
            </p:nvSpPr>
            <p:spPr>
              <a:xfrm>
                <a:off x="5918875" y="3281725"/>
                <a:ext cx="104725" cy="142325"/>
              </a:xfrm>
              <a:custGeom>
                <a:avLst/>
                <a:gdLst/>
                <a:ahLst/>
                <a:cxnLst/>
                <a:rect l="l" t="t" r="r" b="b"/>
                <a:pathLst>
                  <a:path w="4189" h="5693" extrusionOk="0">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9"/>
              <p:cNvSpPr/>
              <p:nvPr/>
            </p:nvSpPr>
            <p:spPr>
              <a:xfrm>
                <a:off x="5883400" y="3331225"/>
                <a:ext cx="95575" cy="159800"/>
              </a:xfrm>
              <a:custGeom>
                <a:avLst/>
                <a:gdLst/>
                <a:ahLst/>
                <a:cxnLst/>
                <a:rect l="l" t="t" r="r" b="b"/>
                <a:pathLst>
                  <a:path w="3823" h="6392" extrusionOk="0">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9"/>
              <p:cNvSpPr/>
              <p:nvPr/>
            </p:nvSpPr>
            <p:spPr>
              <a:xfrm>
                <a:off x="5904275" y="3498075"/>
                <a:ext cx="42750" cy="145300"/>
              </a:xfrm>
              <a:custGeom>
                <a:avLst/>
                <a:gdLst/>
                <a:ahLst/>
                <a:cxnLst/>
                <a:rect l="l" t="t" r="r" b="b"/>
                <a:pathLst>
                  <a:path w="1710" h="5812" extrusionOk="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9"/>
              <p:cNvSpPr/>
              <p:nvPr/>
            </p:nvSpPr>
            <p:spPr>
              <a:xfrm>
                <a:off x="5894300" y="3493300"/>
                <a:ext cx="24450" cy="148325"/>
              </a:xfrm>
              <a:custGeom>
                <a:avLst/>
                <a:gdLst/>
                <a:ahLst/>
                <a:cxnLst/>
                <a:rect l="l" t="t" r="r" b="b"/>
                <a:pathLst>
                  <a:path w="978" h="5933" extrusionOk="0">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9"/>
              <p:cNvSpPr/>
              <p:nvPr/>
            </p:nvSpPr>
            <p:spPr>
              <a:xfrm>
                <a:off x="5906800" y="3694050"/>
                <a:ext cx="13250" cy="26100"/>
              </a:xfrm>
              <a:custGeom>
                <a:avLst/>
                <a:gdLst/>
                <a:ahLst/>
                <a:cxnLst/>
                <a:rect l="l" t="t" r="r" b="b"/>
                <a:pathLst>
                  <a:path w="530" h="1044" extrusionOk="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9"/>
              <p:cNvSpPr/>
              <p:nvPr/>
            </p:nvSpPr>
            <p:spPr>
              <a:xfrm>
                <a:off x="6041850" y="3219600"/>
                <a:ext cx="41175" cy="26700"/>
              </a:xfrm>
              <a:custGeom>
                <a:avLst/>
                <a:gdLst/>
                <a:ahLst/>
                <a:cxnLst/>
                <a:rect l="l" t="t" r="r" b="b"/>
                <a:pathLst>
                  <a:path w="1647" h="1068" extrusionOk="0">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9"/>
              <p:cNvSpPr/>
              <p:nvPr/>
            </p:nvSpPr>
            <p:spPr>
              <a:xfrm>
                <a:off x="6029850" y="3233525"/>
                <a:ext cx="58850" cy="35050"/>
              </a:xfrm>
              <a:custGeom>
                <a:avLst/>
                <a:gdLst/>
                <a:ahLst/>
                <a:cxnLst/>
                <a:rect l="l" t="t" r="r" b="b"/>
                <a:pathLst>
                  <a:path w="2354" h="1402" extrusionOk="0">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9"/>
              <p:cNvSpPr/>
              <p:nvPr/>
            </p:nvSpPr>
            <p:spPr>
              <a:xfrm>
                <a:off x="6005225" y="4254425"/>
                <a:ext cx="33225" cy="22050"/>
              </a:xfrm>
              <a:custGeom>
                <a:avLst/>
                <a:gdLst/>
                <a:ahLst/>
                <a:cxnLst/>
                <a:rect l="l" t="t" r="r" b="b"/>
                <a:pathLst>
                  <a:path w="1329" h="882" extrusionOk="0">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9"/>
              <p:cNvSpPr/>
              <p:nvPr/>
            </p:nvSpPr>
            <p:spPr>
              <a:xfrm>
                <a:off x="6032325" y="4268200"/>
                <a:ext cx="12725" cy="66575"/>
              </a:xfrm>
              <a:custGeom>
                <a:avLst/>
                <a:gdLst/>
                <a:ahLst/>
                <a:cxnLst/>
                <a:rect l="l" t="t" r="r" b="b"/>
                <a:pathLst>
                  <a:path w="509" h="2663" extrusionOk="0">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9"/>
              <p:cNvSpPr/>
              <p:nvPr/>
            </p:nvSpPr>
            <p:spPr>
              <a:xfrm>
                <a:off x="6023825" y="4278425"/>
                <a:ext cx="11250" cy="67050"/>
              </a:xfrm>
              <a:custGeom>
                <a:avLst/>
                <a:gdLst/>
                <a:ahLst/>
                <a:cxnLst/>
                <a:rect l="l" t="t" r="r" b="b"/>
                <a:pathLst>
                  <a:path w="450" h="2682" extrusionOk="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9"/>
              <p:cNvSpPr/>
              <p:nvPr/>
            </p:nvSpPr>
            <p:spPr>
              <a:xfrm>
                <a:off x="6016150" y="4282925"/>
                <a:ext cx="11850" cy="69550"/>
              </a:xfrm>
              <a:custGeom>
                <a:avLst/>
                <a:gdLst/>
                <a:ahLst/>
                <a:cxnLst/>
                <a:rect l="l" t="t" r="r" b="b"/>
                <a:pathLst>
                  <a:path w="474" h="2782" extrusionOk="0">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9"/>
              <p:cNvSpPr/>
              <p:nvPr/>
            </p:nvSpPr>
            <p:spPr>
              <a:xfrm>
                <a:off x="6004461" y="4291675"/>
                <a:ext cx="10650" cy="62125"/>
              </a:xfrm>
              <a:custGeom>
                <a:avLst/>
                <a:gdLst/>
                <a:ahLst/>
                <a:cxnLst/>
                <a:rect l="l" t="t" r="r" b="b"/>
                <a:pathLst>
                  <a:path w="426" h="2485" extrusionOk="0">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9"/>
              <p:cNvSpPr/>
              <p:nvPr/>
            </p:nvSpPr>
            <p:spPr>
              <a:xfrm>
                <a:off x="5998861" y="4304925"/>
                <a:ext cx="6900" cy="35750"/>
              </a:xfrm>
              <a:custGeom>
                <a:avLst/>
                <a:gdLst/>
                <a:ahLst/>
                <a:cxnLst/>
                <a:rect l="l" t="t" r="r" b="b"/>
                <a:pathLst>
                  <a:path w="276" h="1430" extrusionOk="0">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9"/>
              <p:cNvSpPr/>
              <p:nvPr/>
            </p:nvSpPr>
            <p:spPr>
              <a:xfrm>
                <a:off x="5982800" y="3312525"/>
                <a:ext cx="26150" cy="33875"/>
              </a:xfrm>
              <a:custGeom>
                <a:avLst/>
                <a:gdLst/>
                <a:ahLst/>
                <a:cxnLst/>
                <a:rect l="l" t="t" r="r" b="b"/>
                <a:pathLst>
                  <a:path w="1046" h="1355" extrusionOk="0">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9"/>
              <p:cNvSpPr/>
              <p:nvPr/>
            </p:nvSpPr>
            <p:spPr>
              <a:xfrm>
                <a:off x="6092250" y="3665425"/>
                <a:ext cx="85125" cy="242725"/>
              </a:xfrm>
              <a:custGeom>
                <a:avLst/>
                <a:gdLst/>
                <a:ahLst/>
                <a:cxnLst/>
                <a:rect l="l" t="t" r="r" b="b"/>
                <a:pathLst>
                  <a:path w="3405" h="9709" extrusionOk="0">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9"/>
              <p:cNvSpPr/>
              <p:nvPr/>
            </p:nvSpPr>
            <p:spPr>
              <a:xfrm>
                <a:off x="6120175" y="3674325"/>
                <a:ext cx="71325" cy="317875"/>
              </a:xfrm>
              <a:custGeom>
                <a:avLst/>
                <a:gdLst/>
                <a:ahLst/>
                <a:cxnLst/>
                <a:rect l="l" t="t" r="r" b="b"/>
                <a:pathLst>
                  <a:path w="2853" h="12715" extrusionOk="0">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9"/>
              <p:cNvSpPr/>
              <p:nvPr/>
            </p:nvSpPr>
            <p:spPr>
              <a:xfrm>
                <a:off x="6132625" y="4010450"/>
                <a:ext cx="52575" cy="241400"/>
              </a:xfrm>
              <a:custGeom>
                <a:avLst/>
                <a:gdLst/>
                <a:ahLst/>
                <a:cxnLst/>
                <a:rect l="l" t="t" r="r" b="b"/>
                <a:pathLst>
                  <a:path w="2103" h="9656" extrusionOk="0">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9"/>
              <p:cNvSpPr/>
              <p:nvPr/>
            </p:nvSpPr>
            <p:spPr>
              <a:xfrm>
                <a:off x="6119050" y="4010450"/>
                <a:ext cx="37625" cy="158800"/>
              </a:xfrm>
              <a:custGeom>
                <a:avLst/>
                <a:gdLst/>
                <a:ahLst/>
                <a:cxnLst/>
                <a:rect l="l" t="t" r="r" b="b"/>
                <a:pathLst>
                  <a:path w="1505" h="6352" extrusionOk="0">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9"/>
              <p:cNvSpPr/>
              <p:nvPr/>
            </p:nvSpPr>
            <p:spPr>
              <a:xfrm>
                <a:off x="6086225" y="3419325"/>
                <a:ext cx="94625" cy="272775"/>
              </a:xfrm>
              <a:custGeom>
                <a:avLst/>
                <a:gdLst/>
                <a:ahLst/>
                <a:cxnLst/>
                <a:rect l="l" t="t" r="r" b="b"/>
                <a:pathLst>
                  <a:path w="3785" h="10911" extrusionOk="0">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9"/>
              <p:cNvSpPr/>
              <p:nvPr/>
            </p:nvSpPr>
            <p:spPr>
              <a:xfrm>
                <a:off x="6084225" y="3583950"/>
                <a:ext cx="54875" cy="84475"/>
              </a:xfrm>
              <a:custGeom>
                <a:avLst/>
                <a:gdLst/>
                <a:ahLst/>
                <a:cxnLst/>
                <a:rect l="l" t="t" r="r" b="b"/>
                <a:pathLst>
                  <a:path w="2195" h="3379" extrusionOk="0">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9"/>
              <p:cNvSpPr/>
              <p:nvPr/>
            </p:nvSpPr>
            <p:spPr>
              <a:xfrm>
                <a:off x="6086825" y="3530650"/>
                <a:ext cx="48750" cy="64700"/>
              </a:xfrm>
              <a:custGeom>
                <a:avLst/>
                <a:gdLst/>
                <a:ahLst/>
                <a:cxnLst/>
                <a:rect l="l" t="t" r="r" b="b"/>
                <a:pathLst>
                  <a:path w="1950" h="2588" extrusionOk="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9"/>
              <p:cNvSpPr/>
              <p:nvPr/>
            </p:nvSpPr>
            <p:spPr>
              <a:xfrm>
                <a:off x="6085750" y="3313675"/>
                <a:ext cx="92075" cy="113100"/>
              </a:xfrm>
              <a:custGeom>
                <a:avLst/>
                <a:gdLst/>
                <a:ahLst/>
                <a:cxnLst/>
                <a:rect l="l" t="t" r="r" b="b"/>
                <a:pathLst>
                  <a:path w="3683" h="4524" extrusionOk="0">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9"/>
              <p:cNvSpPr/>
              <p:nvPr/>
            </p:nvSpPr>
            <p:spPr>
              <a:xfrm>
                <a:off x="6088525" y="3486250"/>
                <a:ext cx="42750" cy="43250"/>
              </a:xfrm>
              <a:custGeom>
                <a:avLst/>
                <a:gdLst/>
                <a:ahLst/>
                <a:cxnLst/>
                <a:rect l="l" t="t" r="r" b="b"/>
                <a:pathLst>
                  <a:path w="1710" h="1730" extrusionOk="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9"/>
              <p:cNvSpPr/>
              <p:nvPr/>
            </p:nvSpPr>
            <p:spPr>
              <a:xfrm>
                <a:off x="6091450" y="3448550"/>
                <a:ext cx="36450" cy="32550"/>
              </a:xfrm>
              <a:custGeom>
                <a:avLst/>
                <a:gdLst/>
                <a:ahLst/>
                <a:cxnLst/>
                <a:rect l="l" t="t" r="r" b="b"/>
                <a:pathLst>
                  <a:path w="1458" h="1302" extrusionOk="0">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9"/>
              <p:cNvSpPr/>
              <p:nvPr/>
            </p:nvSpPr>
            <p:spPr>
              <a:xfrm>
                <a:off x="6081775" y="3248250"/>
                <a:ext cx="152625" cy="51500"/>
              </a:xfrm>
              <a:custGeom>
                <a:avLst/>
                <a:gdLst/>
                <a:ahLst/>
                <a:cxnLst/>
                <a:rect l="l" t="t" r="r" b="b"/>
                <a:pathLst>
                  <a:path w="6105" h="2060" extrusionOk="0">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9"/>
              <p:cNvSpPr/>
              <p:nvPr/>
            </p:nvSpPr>
            <p:spPr>
              <a:xfrm>
                <a:off x="6142550" y="3281725"/>
                <a:ext cx="104750" cy="142325"/>
              </a:xfrm>
              <a:custGeom>
                <a:avLst/>
                <a:gdLst/>
                <a:ahLst/>
                <a:cxnLst/>
                <a:rect l="l" t="t" r="r" b="b"/>
                <a:pathLst>
                  <a:path w="4190" h="5693" extrusionOk="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9"/>
              <p:cNvSpPr/>
              <p:nvPr/>
            </p:nvSpPr>
            <p:spPr>
              <a:xfrm>
                <a:off x="6187125" y="3331225"/>
                <a:ext cx="95625" cy="159800"/>
              </a:xfrm>
              <a:custGeom>
                <a:avLst/>
                <a:gdLst/>
                <a:ahLst/>
                <a:cxnLst/>
                <a:rect l="l" t="t" r="r" b="b"/>
                <a:pathLst>
                  <a:path w="3825" h="6392" extrusionOk="0">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9"/>
              <p:cNvSpPr/>
              <p:nvPr/>
            </p:nvSpPr>
            <p:spPr>
              <a:xfrm>
                <a:off x="6219000" y="3498075"/>
                <a:ext cx="42900" cy="145300"/>
              </a:xfrm>
              <a:custGeom>
                <a:avLst/>
                <a:gdLst/>
                <a:ahLst/>
                <a:cxnLst/>
                <a:rect l="l" t="t" r="r" b="b"/>
                <a:pathLst>
                  <a:path w="1716" h="5812" extrusionOk="0">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9"/>
              <p:cNvSpPr/>
              <p:nvPr/>
            </p:nvSpPr>
            <p:spPr>
              <a:xfrm>
                <a:off x="6247275" y="3493300"/>
                <a:ext cx="24600" cy="148325"/>
              </a:xfrm>
              <a:custGeom>
                <a:avLst/>
                <a:gdLst/>
                <a:ahLst/>
                <a:cxnLst/>
                <a:rect l="l" t="t" r="r" b="b"/>
                <a:pathLst>
                  <a:path w="984" h="5933" extrusionOk="0">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9"/>
              <p:cNvSpPr/>
              <p:nvPr/>
            </p:nvSpPr>
            <p:spPr>
              <a:xfrm>
                <a:off x="6248650" y="3646700"/>
                <a:ext cx="37200" cy="53575"/>
              </a:xfrm>
              <a:custGeom>
                <a:avLst/>
                <a:gdLst/>
                <a:ahLst/>
                <a:cxnLst/>
                <a:rect l="l" t="t" r="r" b="b"/>
                <a:pathLst>
                  <a:path w="1488" h="2143" extrusionOk="0">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9"/>
              <p:cNvSpPr/>
              <p:nvPr/>
            </p:nvSpPr>
            <p:spPr>
              <a:xfrm>
                <a:off x="6258225" y="3707225"/>
                <a:ext cx="28550" cy="47100"/>
              </a:xfrm>
              <a:custGeom>
                <a:avLst/>
                <a:gdLst/>
                <a:ahLst/>
                <a:cxnLst/>
                <a:rect l="l" t="t" r="r" b="b"/>
                <a:pathLst>
                  <a:path w="1142" h="1884" extrusionOk="0">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9"/>
              <p:cNvSpPr/>
              <p:nvPr/>
            </p:nvSpPr>
            <p:spPr>
              <a:xfrm>
                <a:off x="6245975" y="3694050"/>
                <a:ext cx="13250" cy="26100"/>
              </a:xfrm>
              <a:custGeom>
                <a:avLst/>
                <a:gdLst/>
                <a:ahLst/>
                <a:cxnLst/>
                <a:rect l="l" t="t" r="r" b="b"/>
                <a:pathLst>
                  <a:path w="530" h="1044" extrusionOk="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9"/>
              <p:cNvSpPr/>
              <p:nvPr/>
            </p:nvSpPr>
            <p:spPr>
              <a:xfrm>
                <a:off x="6083000" y="3219600"/>
                <a:ext cx="41200" cy="26700"/>
              </a:xfrm>
              <a:custGeom>
                <a:avLst/>
                <a:gdLst/>
                <a:ahLst/>
                <a:cxnLst/>
                <a:rect l="l" t="t" r="r" b="b"/>
                <a:pathLst>
                  <a:path w="1648" h="1068" extrusionOk="0">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9"/>
              <p:cNvSpPr/>
              <p:nvPr/>
            </p:nvSpPr>
            <p:spPr>
              <a:xfrm>
                <a:off x="6077450" y="3233525"/>
                <a:ext cx="58850" cy="35050"/>
              </a:xfrm>
              <a:custGeom>
                <a:avLst/>
                <a:gdLst/>
                <a:ahLst/>
                <a:cxnLst/>
                <a:rect l="l" t="t" r="r" b="b"/>
                <a:pathLst>
                  <a:path w="2354" h="1402" extrusionOk="0">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9"/>
              <p:cNvSpPr/>
              <p:nvPr/>
            </p:nvSpPr>
            <p:spPr>
              <a:xfrm>
                <a:off x="6127700" y="4254425"/>
                <a:ext cx="33225" cy="22050"/>
              </a:xfrm>
              <a:custGeom>
                <a:avLst/>
                <a:gdLst/>
                <a:ahLst/>
                <a:cxnLst/>
                <a:rect l="l" t="t" r="r" b="b"/>
                <a:pathLst>
                  <a:path w="1329" h="882" extrusionOk="0">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9"/>
              <p:cNvSpPr/>
              <p:nvPr/>
            </p:nvSpPr>
            <p:spPr>
              <a:xfrm>
                <a:off x="6121100" y="4268200"/>
                <a:ext cx="12725" cy="66575"/>
              </a:xfrm>
              <a:custGeom>
                <a:avLst/>
                <a:gdLst/>
                <a:ahLst/>
                <a:cxnLst/>
                <a:rect l="l" t="t" r="r" b="b"/>
                <a:pathLst>
                  <a:path w="509" h="2663" extrusionOk="0">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9"/>
              <p:cNvSpPr/>
              <p:nvPr/>
            </p:nvSpPr>
            <p:spPr>
              <a:xfrm>
                <a:off x="6130950" y="4278425"/>
                <a:ext cx="11225" cy="67050"/>
              </a:xfrm>
              <a:custGeom>
                <a:avLst/>
                <a:gdLst/>
                <a:ahLst/>
                <a:cxnLst/>
                <a:rect l="l" t="t" r="r" b="b"/>
                <a:pathLst>
                  <a:path w="449" h="2682" extrusionOk="0">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9"/>
              <p:cNvSpPr/>
              <p:nvPr/>
            </p:nvSpPr>
            <p:spPr>
              <a:xfrm>
                <a:off x="6138150" y="4282925"/>
                <a:ext cx="11875" cy="69550"/>
              </a:xfrm>
              <a:custGeom>
                <a:avLst/>
                <a:gdLst/>
                <a:ahLst/>
                <a:cxnLst/>
                <a:rect l="l" t="t" r="r" b="b"/>
                <a:pathLst>
                  <a:path w="475" h="2782" extrusionOk="0">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9"/>
              <p:cNvSpPr/>
              <p:nvPr/>
            </p:nvSpPr>
            <p:spPr>
              <a:xfrm>
                <a:off x="6152334" y="4291675"/>
                <a:ext cx="10650" cy="62125"/>
              </a:xfrm>
              <a:custGeom>
                <a:avLst/>
                <a:gdLst/>
                <a:ahLst/>
                <a:cxnLst/>
                <a:rect l="l" t="t" r="r" b="b"/>
                <a:pathLst>
                  <a:path w="426" h="2485" extrusionOk="0">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9"/>
              <p:cNvSpPr/>
              <p:nvPr/>
            </p:nvSpPr>
            <p:spPr>
              <a:xfrm>
                <a:off x="6161684" y="4304925"/>
                <a:ext cx="6900" cy="35750"/>
              </a:xfrm>
              <a:custGeom>
                <a:avLst/>
                <a:gdLst/>
                <a:ahLst/>
                <a:cxnLst/>
                <a:rect l="l" t="t" r="r" b="b"/>
                <a:pathLst>
                  <a:path w="276" h="1430" extrusionOk="0">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9"/>
              <p:cNvSpPr/>
              <p:nvPr/>
            </p:nvSpPr>
            <p:spPr>
              <a:xfrm>
                <a:off x="6157225" y="3312525"/>
                <a:ext cx="26150" cy="33875"/>
              </a:xfrm>
              <a:custGeom>
                <a:avLst/>
                <a:gdLst/>
                <a:ahLst/>
                <a:cxnLst/>
                <a:rect l="l" t="t" r="r" b="b"/>
                <a:pathLst>
                  <a:path w="1046" h="1355" extrusionOk="0">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9"/>
              <p:cNvSpPr/>
              <p:nvPr/>
            </p:nvSpPr>
            <p:spPr>
              <a:xfrm>
                <a:off x="6019075" y="3075750"/>
                <a:ext cx="67025" cy="78050"/>
              </a:xfrm>
              <a:custGeom>
                <a:avLst/>
                <a:gdLst/>
                <a:ahLst/>
                <a:cxnLst/>
                <a:rect l="l" t="t" r="r" b="b"/>
                <a:pathLst>
                  <a:path w="2681" h="3122" extrusionOk="0">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9"/>
              <p:cNvSpPr/>
              <p:nvPr/>
            </p:nvSpPr>
            <p:spPr>
              <a:xfrm>
                <a:off x="6027475" y="3108350"/>
                <a:ext cx="51250" cy="39925"/>
              </a:xfrm>
              <a:custGeom>
                <a:avLst/>
                <a:gdLst/>
                <a:ahLst/>
                <a:cxnLst/>
                <a:rect l="l" t="t" r="r" b="b"/>
                <a:pathLst>
                  <a:path w="2050" h="1597" extrusionOk="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9"/>
              <p:cNvSpPr/>
              <p:nvPr/>
            </p:nvSpPr>
            <p:spPr>
              <a:xfrm>
                <a:off x="6031050" y="3148425"/>
                <a:ext cx="35625" cy="32475"/>
              </a:xfrm>
              <a:custGeom>
                <a:avLst/>
                <a:gdLst/>
                <a:ahLst/>
                <a:cxnLst/>
                <a:rect l="l" t="t" r="r" b="b"/>
                <a:pathLst>
                  <a:path w="1425" h="1299" extrusionOk="0">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9"/>
              <p:cNvSpPr/>
              <p:nvPr/>
            </p:nvSpPr>
            <p:spPr>
              <a:xfrm>
                <a:off x="6081450" y="3075750"/>
                <a:ext cx="67025" cy="78050"/>
              </a:xfrm>
              <a:custGeom>
                <a:avLst/>
                <a:gdLst/>
                <a:ahLst/>
                <a:cxnLst/>
                <a:rect l="l" t="t" r="r" b="b"/>
                <a:pathLst>
                  <a:path w="2681" h="3122" extrusionOk="0">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9"/>
              <p:cNvSpPr/>
              <p:nvPr/>
            </p:nvSpPr>
            <p:spPr>
              <a:xfrm>
                <a:off x="6088975" y="3108350"/>
                <a:ext cx="51100" cy="39925"/>
              </a:xfrm>
              <a:custGeom>
                <a:avLst/>
                <a:gdLst/>
                <a:ahLst/>
                <a:cxnLst/>
                <a:rect l="l" t="t" r="r" b="b"/>
                <a:pathLst>
                  <a:path w="2044" h="1597" extrusionOk="0">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9"/>
              <p:cNvSpPr/>
              <p:nvPr/>
            </p:nvSpPr>
            <p:spPr>
              <a:xfrm>
                <a:off x="6101000" y="3148425"/>
                <a:ext cx="35500" cy="32475"/>
              </a:xfrm>
              <a:custGeom>
                <a:avLst/>
                <a:gdLst/>
                <a:ahLst/>
                <a:cxnLst/>
                <a:rect l="l" t="t" r="r" b="b"/>
                <a:pathLst>
                  <a:path w="1420" h="1299" extrusionOk="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9"/>
              <p:cNvSpPr/>
              <p:nvPr/>
            </p:nvSpPr>
            <p:spPr>
              <a:xfrm>
                <a:off x="6053175" y="3161925"/>
                <a:ext cx="59650" cy="45200"/>
              </a:xfrm>
              <a:custGeom>
                <a:avLst/>
                <a:gdLst/>
                <a:ahLst/>
                <a:cxnLst/>
                <a:rect l="l" t="t" r="r" b="b"/>
                <a:pathLst>
                  <a:path w="2386" h="1808" extrusionOk="0">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2" name="Google Shape;6902;p89"/>
            <p:cNvSpPr/>
            <p:nvPr/>
          </p:nvSpPr>
          <p:spPr>
            <a:xfrm>
              <a:off x="6000725" y="2992450"/>
              <a:ext cx="201725" cy="156325"/>
            </a:xfrm>
            <a:custGeom>
              <a:avLst/>
              <a:gdLst/>
              <a:ahLst/>
              <a:cxnLst/>
              <a:rect l="l" t="t" r="r" b="b"/>
              <a:pathLst>
                <a:path w="8069" h="6253" extrusionOk="0">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3" name="Google Shape;6903;p89"/>
          <p:cNvGrpSpPr/>
          <p:nvPr/>
        </p:nvGrpSpPr>
        <p:grpSpPr>
          <a:xfrm>
            <a:off x="6634500" y="3022588"/>
            <a:ext cx="435225" cy="1370250"/>
            <a:chOff x="6634500" y="2992450"/>
            <a:chExt cx="435225" cy="1370250"/>
          </a:xfrm>
        </p:grpSpPr>
        <p:sp>
          <p:nvSpPr>
            <p:cNvPr id="6904" name="Google Shape;6904;p89"/>
            <p:cNvSpPr/>
            <p:nvPr/>
          </p:nvSpPr>
          <p:spPr>
            <a:xfrm>
              <a:off x="6634500" y="3172825"/>
              <a:ext cx="435225" cy="1189875"/>
            </a:xfrm>
            <a:custGeom>
              <a:avLst/>
              <a:gdLst/>
              <a:ahLst/>
              <a:cxnLst/>
              <a:rect l="l" t="t" r="r" b="b"/>
              <a:pathLst>
                <a:path w="17409" h="47595" extrusionOk="0">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9"/>
            <p:cNvSpPr/>
            <p:nvPr/>
          </p:nvSpPr>
          <p:spPr>
            <a:xfrm>
              <a:off x="6776950" y="3018075"/>
              <a:ext cx="150475" cy="201175"/>
            </a:xfrm>
            <a:custGeom>
              <a:avLst/>
              <a:gdLst/>
              <a:ahLst/>
              <a:cxnLst/>
              <a:rect l="l" t="t" r="r" b="b"/>
              <a:pathLst>
                <a:path w="6019" h="8047" extrusionOk="0">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9"/>
            <p:cNvSpPr/>
            <p:nvPr/>
          </p:nvSpPr>
          <p:spPr>
            <a:xfrm>
              <a:off x="6768450" y="2992450"/>
              <a:ext cx="201575" cy="156325"/>
            </a:xfrm>
            <a:custGeom>
              <a:avLst/>
              <a:gdLst/>
              <a:ahLst/>
              <a:cxnLst/>
              <a:rect l="l" t="t" r="r" b="b"/>
              <a:pathLst>
                <a:path w="8063" h="6253" extrusionOk="0">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7" name="Google Shape;6907;p89"/>
          <p:cNvSpPr/>
          <p:nvPr/>
        </p:nvSpPr>
        <p:spPr>
          <a:xfrm>
            <a:off x="6624825" y="3676288"/>
            <a:ext cx="53450" cy="104650"/>
          </a:xfrm>
          <a:custGeom>
            <a:avLst/>
            <a:gdLst/>
            <a:ahLst/>
            <a:cxnLst/>
            <a:rect l="l" t="t" r="r" b="b"/>
            <a:pathLst>
              <a:path w="2138" h="4186" extrusionOk="0">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9"/>
          <p:cNvSpPr/>
          <p:nvPr/>
        </p:nvSpPr>
        <p:spPr>
          <a:xfrm>
            <a:off x="7030350" y="3650688"/>
            <a:ext cx="41225" cy="132550"/>
          </a:xfrm>
          <a:custGeom>
            <a:avLst/>
            <a:gdLst/>
            <a:ahLst/>
            <a:cxnLst/>
            <a:rect l="l" t="t" r="r" b="b"/>
            <a:pathLst>
              <a:path w="1649" h="5302" extrusionOk="0">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9"/>
          <p:cNvSpPr/>
          <p:nvPr/>
        </p:nvSpPr>
        <p:spPr>
          <a:xfrm>
            <a:off x="6642500" y="3681138"/>
            <a:ext cx="29675" cy="86725"/>
          </a:xfrm>
          <a:custGeom>
            <a:avLst/>
            <a:gdLst/>
            <a:ahLst/>
            <a:cxnLst/>
            <a:rect l="l" t="t" r="r" b="b"/>
            <a:pathLst>
              <a:path w="1187" h="3469" extrusionOk="0">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9"/>
          <p:cNvSpPr/>
          <p:nvPr/>
        </p:nvSpPr>
        <p:spPr>
          <a:xfrm>
            <a:off x="7028650" y="3675338"/>
            <a:ext cx="35850" cy="94850"/>
          </a:xfrm>
          <a:custGeom>
            <a:avLst/>
            <a:gdLst/>
            <a:ahLst/>
            <a:cxnLst/>
            <a:rect l="l" t="t" r="r" b="b"/>
            <a:pathLst>
              <a:path w="1434" h="3794" extrusionOk="0">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9"/>
          <p:cNvSpPr/>
          <p:nvPr/>
        </p:nvSpPr>
        <p:spPr>
          <a:xfrm>
            <a:off x="6772875" y="4044738"/>
            <a:ext cx="32550" cy="313550"/>
          </a:xfrm>
          <a:custGeom>
            <a:avLst/>
            <a:gdLst/>
            <a:ahLst/>
            <a:cxnLst/>
            <a:rect l="l" t="t" r="r" b="b"/>
            <a:pathLst>
              <a:path w="1302" h="12542" extrusionOk="0">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9"/>
          <p:cNvSpPr/>
          <p:nvPr/>
        </p:nvSpPr>
        <p:spPr>
          <a:xfrm>
            <a:off x="6771275" y="4240900"/>
            <a:ext cx="29350" cy="92000"/>
          </a:xfrm>
          <a:custGeom>
            <a:avLst/>
            <a:gdLst/>
            <a:ahLst/>
            <a:cxnLst/>
            <a:rect l="l" t="t" r="r" b="b"/>
            <a:pathLst>
              <a:path w="1174" h="3680" extrusionOk="0">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9"/>
          <p:cNvSpPr/>
          <p:nvPr/>
        </p:nvSpPr>
        <p:spPr>
          <a:xfrm>
            <a:off x="6901125" y="4051238"/>
            <a:ext cx="27300" cy="305500"/>
          </a:xfrm>
          <a:custGeom>
            <a:avLst/>
            <a:gdLst/>
            <a:ahLst/>
            <a:cxnLst/>
            <a:rect l="l" t="t" r="r" b="b"/>
            <a:pathLst>
              <a:path w="1092" h="12220" extrusionOk="0">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9"/>
          <p:cNvSpPr/>
          <p:nvPr/>
        </p:nvSpPr>
        <p:spPr>
          <a:xfrm>
            <a:off x="6904000" y="4244325"/>
            <a:ext cx="29275" cy="80725"/>
          </a:xfrm>
          <a:custGeom>
            <a:avLst/>
            <a:gdLst/>
            <a:ahLst/>
            <a:cxnLst/>
            <a:rect l="l" t="t" r="r" b="b"/>
            <a:pathLst>
              <a:path w="1171" h="3229" extrusionOk="0">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5" name="Google Shape;6915;p89"/>
          <p:cNvGrpSpPr/>
          <p:nvPr/>
        </p:nvGrpSpPr>
        <p:grpSpPr>
          <a:xfrm>
            <a:off x="6658800" y="3128663"/>
            <a:ext cx="382500" cy="1243900"/>
            <a:chOff x="6658800" y="3098525"/>
            <a:chExt cx="382500" cy="1243900"/>
          </a:xfrm>
        </p:grpSpPr>
        <p:grpSp>
          <p:nvGrpSpPr>
            <p:cNvPr id="6916" name="Google Shape;6916;p89"/>
            <p:cNvGrpSpPr/>
            <p:nvPr/>
          </p:nvGrpSpPr>
          <p:grpSpPr>
            <a:xfrm>
              <a:off x="6750375" y="3274500"/>
              <a:ext cx="203475" cy="165800"/>
              <a:chOff x="6750375" y="3274500"/>
              <a:chExt cx="203475" cy="165800"/>
            </a:xfrm>
          </p:grpSpPr>
          <p:sp>
            <p:nvSpPr>
              <p:cNvPr id="6917" name="Google Shape;6917;p89"/>
              <p:cNvSpPr/>
              <p:nvPr/>
            </p:nvSpPr>
            <p:spPr>
              <a:xfrm>
                <a:off x="6750375" y="3274500"/>
                <a:ext cx="101600" cy="165800"/>
              </a:xfrm>
              <a:custGeom>
                <a:avLst/>
                <a:gdLst/>
                <a:ahLst/>
                <a:cxnLst/>
                <a:rect l="l" t="t" r="r" b="b"/>
                <a:pathLst>
                  <a:path w="4064" h="6632" extrusionOk="0">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9"/>
              <p:cNvSpPr/>
              <p:nvPr/>
            </p:nvSpPr>
            <p:spPr>
              <a:xfrm>
                <a:off x="6777425" y="3290125"/>
                <a:ext cx="74550" cy="130550"/>
              </a:xfrm>
              <a:custGeom>
                <a:avLst/>
                <a:gdLst/>
                <a:ahLst/>
                <a:cxnLst/>
                <a:rect l="l" t="t" r="r" b="b"/>
                <a:pathLst>
                  <a:path w="2982" h="5222" extrusionOk="0">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9"/>
              <p:cNvSpPr/>
              <p:nvPr/>
            </p:nvSpPr>
            <p:spPr>
              <a:xfrm>
                <a:off x="6852250" y="3274500"/>
                <a:ext cx="101600" cy="165800"/>
              </a:xfrm>
              <a:custGeom>
                <a:avLst/>
                <a:gdLst/>
                <a:ahLst/>
                <a:cxnLst/>
                <a:rect l="l" t="t" r="r" b="b"/>
                <a:pathLst>
                  <a:path w="4064" h="6632" extrusionOk="0">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9"/>
              <p:cNvSpPr/>
              <p:nvPr/>
            </p:nvSpPr>
            <p:spPr>
              <a:xfrm>
                <a:off x="6852250" y="3290125"/>
                <a:ext cx="74575" cy="130550"/>
              </a:xfrm>
              <a:custGeom>
                <a:avLst/>
                <a:gdLst/>
                <a:ahLst/>
                <a:cxnLst/>
                <a:rect l="l" t="t" r="r" b="b"/>
                <a:pathLst>
                  <a:path w="2983" h="5222" extrusionOk="0">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1" name="Google Shape;6921;p89"/>
            <p:cNvSpPr/>
            <p:nvPr/>
          </p:nvSpPr>
          <p:spPr>
            <a:xfrm>
              <a:off x="6836900" y="3295900"/>
              <a:ext cx="109700" cy="84400"/>
            </a:xfrm>
            <a:custGeom>
              <a:avLst/>
              <a:gdLst/>
              <a:ahLst/>
              <a:cxnLst/>
              <a:rect l="l" t="t" r="r" b="b"/>
              <a:pathLst>
                <a:path w="4388" h="3376" extrusionOk="0">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9"/>
            <p:cNvSpPr/>
            <p:nvPr/>
          </p:nvSpPr>
          <p:spPr>
            <a:xfrm>
              <a:off x="6794950" y="3118325"/>
              <a:ext cx="73775" cy="202350"/>
            </a:xfrm>
            <a:custGeom>
              <a:avLst/>
              <a:gdLst/>
              <a:ahLst/>
              <a:cxnLst/>
              <a:rect l="l" t="t" r="r" b="b"/>
              <a:pathLst>
                <a:path w="2951" h="8094" extrusionOk="0">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9"/>
            <p:cNvSpPr/>
            <p:nvPr/>
          </p:nvSpPr>
          <p:spPr>
            <a:xfrm>
              <a:off x="6855025" y="3111325"/>
              <a:ext cx="48750" cy="212125"/>
            </a:xfrm>
            <a:custGeom>
              <a:avLst/>
              <a:gdLst/>
              <a:ahLst/>
              <a:cxnLst/>
              <a:rect l="l" t="t" r="r" b="b"/>
              <a:pathLst>
                <a:path w="1950" h="8485" extrusionOk="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9"/>
            <p:cNvSpPr/>
            <p:nvPr/>
          </p:nvSpPr>
          <p:spPr>
            <a:xfrm>
              <a:off x="6793100" y="3103025"/>
              <a:ext cx="79475" cy="219650"/>
            </a:xfrm>
            <a:custGeom>
              <a:avLst/>
              <a:gdLst/>
              <a:ahLst/>
              <a:cxnLst/>
              <a:rect l="l" t="t" r="r" b="b"/>
              <a:pathLst>
                <a:path w="3179" h="8786" extrusionOk="0">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9"/>
            <p:cNvSpPr/>
            <p:nvPr/>
          </p:nvSpPr>
          <p:spPr>
            <a:xfrm>
              <a:off x="6855800" y="3098525"/>
              <a:ext cx="47500" cy="226600"/>
            </a:xfrm>
            <a:custGeom>
              <a:avLst/>
              <a:gdLst/>
              <a:ahLst/>
              <a:cxnLst/>
              <a:rect l="l" t="t" r="r" b="b"/>
              <a:pathLst>
                <a:path w="1900" h="9064" extrusionOk="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9"/>
            <p:cNvSpPr/>
            <p:nvPr/>
          </p:nvSpPr>
          <p:spPr>
            <a:xfrm>
              <a:off x="6668175" y="3255650"/>
              <a:ext cx="198250" cy="461950"/>
            </a:xfrm>
            <a:custGeom>
              <a:avLst/>
              <a:gdLst/>
              <a:ahLst/>
              <a:cxnLst/>
              <a:rect l="l" t="t" r="r" b="b"/>
              <a:pathLst>
                <a:path w="7930" h="18478" extrusionOk="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9"/>
            <p:cNvSpPr/>
            <p:nvPr/>
          </p:nvSpPr>
          <p:spPr>
            <a:xfrm>
              <a:off x="6870600" y="3259125"/>
              <a:ext cx="170700" cy="456625"/>
            </a:xfrm>
            <a:custGeom>
              <a:avLst/>
              <a:gdLst/>
              <a:ahLst/>
              <a:cxnLst/>
              <a:rect l="l" t="t" r="r" b="b"/>
              <a:pathLst>
                <a:path w="6828" h="18265" extrusionOk="0">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9"/>
            <p:cNvSpPr/>
            <p:nvPr/>
          </p:nvSpPr>
          <p:spPr>
            <a:xfrm>
              <a:off x="6746700" y="3356150"/>
              <a:ext cx="130475" cy="983200"/>
            </a:xfrm>
            <a:custGeom>
              <a:avLst/>
              <a:gdLst/>
              <a:ahLst/>
              <a:cxnLst/>
              <a:rect l="l" t="t" r="r" b="b"/>
              <a:pathLst>
                <a:path w="5219" h="39328" extrusionOk="0">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9"/>
            <p:cNvSpPr/>
            <p:nvPr/>
          </p:nvSpPr>
          <p:spPr>
            <a:xfrm>
              <a:off x="6854725" y="3355225"/>
              <a:ext cx="106350" cy="987200"/>
            </a:xfrm>
            <a:custGeom>
              <a:avLst/>
              <a:gdLst/>
              <a:ahLst/>
              <a:cxnLst/>
              <a:rect l="l" t="t" r="r" b="b"/>
              <a:pathLst>
                <a:path w="4254" h="39488" extrusionOk="0">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9"/>
            <p:cNvSpPr/>
            <p:nvPr/>
          </p:nvSpPr>
          <p:spPr>
            <a:xfrm>
              <a:off x="6658800" y="3262225"/>
              <a:ext cx="210225" cy="446150"/>
            </a:xfrm>
            <a:custGeom>
              <a:avLst/>
              <a:gdLst/>
              <a:ahLst/>
              <a:cxnLst/>
              <a:rect l="l" t="t" r="r" b="b"/>
              <a:pathLst>
                <a:path w="8409" h="17846" extrusionOk="0">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9"/>
            <p:cNvSpPr/>
            <p:nvPr/>
          </p:nvSpPr>
          <p:spPr>
            <a:xfrm>
              <a:off x="6869550" y="3274050"/>
              <a:ext cx="167750" cy="433875"/>
            </a:xfrm>
            <a:custGeom>
              <a:avLst/>
              <a:gdLst/>
              <a:ahLst/>
              <a:cxnLst/>
              <a:rect l="l" t="t" r="r" b="b"/>
              <a:pathLst>
                <a:path w="6710" h="17355" extrusionOk="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9"/>
            <p:cNvSpPr/>
            <p:nvPr/>
          </p:nvSpPr>
          <p:spPr>
            <a:xfrm>
              <a:off x="6756825" y="3367250"/>
              <a:ext cx="130500" cy="756650"/>
            </a:xfrm>
            <a:custGeom>
              <a:avLst/>
              <a:gdLst/>
              <a:ahLst/>
              <a:cxnLst/>
              <a:rect l="l" t="t" r="r" b="b"/>
              <a:pathLst>
                <a:path w="5220" h="30266" extrusionOk="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9"/>
            <p:cNvSpPr/>
            <p:nvPr/>
          </p:nvSpPr>
          <p:spPr>
            <a:xfrm>
              <a:off x="6836750" y="3361175"/>
              <a:ext cx="115100" cy="758125"/>
            </a:xfrm>
            <a:custGeom>
              <a:avLst/>
              <a:gdLst/>
              <a:ahLst/>
              <a:cxnLst/>
              <a:rect l="l" t="t" r="r" b="b"/>
              <a:pathLst>
                <a:path w="4604" h="30325" extrusionOk="0">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9"/>
            <p:cNvSpPr/>
            <p:nvPr/>
          </p:nvSpPr>
          <p:spPr>
            <a:xfrm>
              <a:off x="6821225" y="3301900"/>
              <a:ext cx="109750" cy="84400"/>
            </a:xfrm>
            <a:custGeom>
              <a:avLst/>
              <a:gdLst/>
              <a:ahLst/>
              <a:cxnLst/>
              <a:rect l="l" t="t" r="r" b="b"/>
              <a:pathLst>
                <a:path w="4390" h="3376" extrusionOk="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89"/>
          <p:cNvGrpSpPr/>
          <p:nvPr/>
        </p:nvGrpSpPr>
        <p:grpSpPr>
          <a:xfrm>
            <a:off x="2881219" y="1559619"/>
            <a:ext cx="1182076" cy="1120100"/>
            <a:chOff x="2834338" y="1606500"/>
            <a:chExt cx="1182076" cy="1120100"/>
          </a:xfrm>
        </p:grpSpPr>
        <p:grpSp>
          <p:nvGrpSpPr>
            <p:cNvPr id="6936" name="Google Shape;6936;p89"/>
            <p:cNvGrpSpPr/>
            <p:nvPr/>
          </p:nvGrpSpPr>
          <p:grpSpPr>
            <a:xfrm>
              <a:off x="3260010" y="1885839"/>
              <a:ext cx="756404" cy="756404"/>
              <a:chOff x="5681300" y="2527788"/>
              <a:chExt cx="805800" cy="805800"/>
            </a:xfrm>
          </p:grpSpPr>
          <p:sp>
            <p:nvSpPr>
              <p:cNvPr id="6937" name="Google Shape;6937;p89"/>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9" name="Google Shape;6939;p89"/>
            <p:cNvGrpSpPr/>
            <p:nvPr/>
          </p:nvGrpSpPr>
          <p:grpSpPr>
            <a:xfrm>
              <a:off x="2834338" y="1606500"/>
              <a:ext cx="904525" cy="1120100"/>
              <a:chOff x="2834338" y="1606500"/>
              <a:chExt cx="904525" cy="1120100"/>
            </a:xfrm>
          </p:grpSpPr>
          <p:sp>
            <p:nvSpPr>
              <p:cNvPr id="6940" name="Google Shape;6940;p89"/>
              <p:cNvSpPr/>
              <p:nvPr/>
            </p:nvSpPr>
            <p:spPr>
              <a:xfrm>
                <a:off x="2834338" y="1617250"/>
                <a:ext cx="456425" cy="436900"/>
              </a:xfrm>
              <a:custGeom>
                <a:avLst/>
                <a:gdLst/>
                <a:ahLst/>
                <a:cxnLst/>
                <a:rect l="l" t="t" r="r" b="b"/>
                <a:pathLst>
                  <a:path w="18257" h="17476" extrusionOk="0">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9"/>
              <p:cNvSpPr/>
              <p:nvPr/>
            </p:nvSpPr>
            <p:spPr>
              <a:xfrm>
                <a:off x="3525238" y="2159375"/>
                <a:ext cx="213625" cy="205575"/>
              </a:xfrm>
              <a:custGeom>
                <a:avLst/>
                <a:gdLst/>
                <a:ahLst/>
                <a:cxnLst/>
                <a:rect l="l" t="t" r="r" b="b"/>
                <a:pathLst>
                  <a:path w="8545" h="8223" extrusionOk="0">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9"/>
              <p:cNvSpPr/>
              <p:nvPr/>
            </p:nvSpPr>
            <p:spPr>
              <a:xfrm>
                <a:off x="3048238" y="2039825"/>
                <a:ext cx="602250" cy="686775"/>
              </a:xfrm>
              <a:custGeom>
                <a:avLst/>
                <a:gdLst/>
                <a:ahLst/>
                <a:cxnLst/>
                <a:rect l="l" t="t" r="r" b="b"/>
                <a:pathLst>
                  <a:path w="24090" h="27471" extrusionOk="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9"/>
              <p:cNvSpPr/>
              <p:nvPr/>
            </p:nvSpPr>
            <p:spPr>
              <a:xfrm>
                <a:off x="3559813" y="2191500"/>
                <a:ext cx="146925" cy="141400"/>
              </a:xfrm>
              <a:custGeom>
                <a:avLst/>
                <a:gdLst/>
                <a:ahLst/>
                <a:cxnLst/>
                <a:rect l="l" t="t" r="r" b="b"/>
                <a:pathLst>
                  <a:path w="5877" h="5656" extrusionOk="0">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9"/>
              <p:cNvSpPr/>
              <p:nvPr/>
            </p:nvSpPr>
            <p:spPr>
              <a:xfrm>
                <a:off x="3589613" y="2228525"/>
                <a:ext cx="81175" cy="69575"/>
              </a:xfrm>
              <a:custGeom>
                <a:avLst/>
                <a:gdLst/>
                <a:ahLst/>
                <a:cxnLst/>
                <a:rect l="l" t="t" r="r" b="b"/>
                <a:pathLst>
                  <a:path w="3247" h="2783" extrusionOk="0">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9"/>
              <p:cNvSpPr/>
              <p:nvPr/>
            </p:nvSpPr>
            <p:spPr>
              <a:xfrm>
                <a:off x="3019663" y="2014625"/>
                <a:ext cx="85775" cy="50275"/>
              </a:xfrm>
              <a:custGeom>
                <a:avLst/>
                <a:gdLst/>
                <a:ahLst/>
                <a:cxnLst/>
                <a:rect l="l" t="t" r="r" b="b"/>
                <a:pathLst>
                  <a:path w="3431" h="2011" extrusionOk="0">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9"/>
              <p:cNvSpPr/>
              <p:nvPr/>
            </p:nvSpPr>
            <p:spPr>
              <a:xfrm>
                <a:off x="2891963" y="1606500"/>
                <a:ext cx="85775" cy="50425"/>
              </a:xfrm>
              <a:custGeom>
                <a:avLst/>
                <a:gdLst/>
                <a:ahLst/>
                <a:cxnLst/>
                <a:rect l="l" t="t" r="r" b="b"/>
                <a:pathLst>
                  <a:path w="3431" h="2017" extrusionOk="0">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9"/>
              <p:cNvSpPr/>
              <p:nvPr/>
            </p:nvSpPr>
            <p:spPr>
              <a:xfrm>
                <a:off x="3147513" y="1606500"/>
                <a:ext cx="85775" cy="50425"/>
              </a:xfrm>
              <a:custGeom>
                <a:avLst/>
                <a:gdLst/>
                <a:ahLst/>
                <a:cxnLst/>
                <a:rect l="l" t="t" r="r" b="b"/>
                <a:pathLst>
                  <a:path w="3431" h="2017" extrusionOk="0">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48" name="Google Shape;6948;p89"/>
          <p:cNvGrpSpPr/>
          <p:nvPr/>
        </p:nvGrpSpPr>
        <p:grpSpPr>
          <a:xfrm>
            <a:off x="3082819" y="2817700"/>
            <a:ext cx="1013175" cy="1561450"/>
            <a:chOff x="3035938" y="2817700"/>
            <a:chExt cx="1013175" cy="1561450"/>
          </a:xfrm>
        </p:grpSpPr>
        <p:grpSp>
          <p:nvGrpSpPr>
            <p:cNvPr id="6949" name="Google Shape;6949;p89"/>
            <p:cNvGrpSpPr/>
            <p:nvPr/>
          </p:nvGrpSpPr>
          <p:grpSpPr>
            <a:xfrm>
              <a:off x="3035938" y="2817700"/>
              <a:ext cx="1013175" cy="1561450"/>
              <a:chOff x="3035938" y="2817700"/>
              <a:chExt cx="1013175" cy="1561450"/>
            </a:xfrm>
          </p:grpSpPr>
          <p:sp>
            <p:nvSpPr>
              <p:cNvPr id="6950" name="Google Shape;6950;p89"/>
              <p:cNvSpPr/>
              <p:nvPr/>
            </p:nvSpPr>
            <p:spPr>
              <a:xfrm>
                <a:off x="3035938" y="2817700"/>
                <a:ext cx="1013175" cy="1561450"/>
              </a:xfrm>
              <a:custGeom>
                <a:avLst/>
                <a:gdLst/>
                <a:ahLst/>
                <a:cxnLst/>
                <a:rect l="l" t="t" r="r" b="b"/>
                <a:pathLst>
                  <a:path w="40527" h="62458" extrusionOk="0">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51" name="Google Shape;6951;p89"/>
              <p:cNvGrpSpPr/>
              <p:nvPr/>
            </p:nvGrpSpPr>
            <p:grpSpPr>
              <a:xfrm>
                <a:off x="3196388" y="2817700"/>
                <a:ext cx="681075" cy="1561450"/>
                <a:chOff x="3196388" y="2817700"/>
                <a:chExt cx="681075" cy="1561450"/>
              </a:xfrm>
            </p:grpSpPr>
            <p:sp>
              <p:nvSpPr>
                <p:cNvPr id="6952" name="Google Shape;6952;p89"/>
                <p:cNvSpPr/>
                <p:nvPr/>
              </p:nvSpPr>
              <p:spPr>
                <a:xfrm>
                  <a:off x="3526163" y="2870875"/>
                  <a:ext cx="32750" cy="1471075"/>
                </a:xfrm>
                <a:custGeom>
                  <a:avLst/>
                  <a:gdLst/>
                  <a:ahLst/>
                  <a:cxnLst/>
                  <a:rect l="l" t="t" r="r" b="b"/>
                  <a:pathLst>
                    <a:path w="1310" h="58843" extrusionOk="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9"/>
                <p:cNvSpPr/>
                <p:nvPr/>
              </p:nvSpPr>
              <p:spPr>
                <a:xfrm>
                  <a:off x="3196388" y="4351925"/>
                  <a:ext cx="27825" cy="27225"/>
                </a:xfrm>
                <a:custGeom>
                  <a:avLst/>
                  <a:gdLst/>
                  <a:ahLst/>
                  <a:cxnLst/>
                  <a:rect l="l" t="t" r="r" b="b"/>
                  <a:pathLst>
                    <a:path w="1113" h="1089" extrusionOk="0">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9"/>
                <p:cNvSpPr/>
                <p:nvPr/>
              </p:nvSpPr>
              <p:spPr>
                <a:xfrm>
                  <a:off x="3261838" y="4352375"/>
                  <a:ext cx="27375" cy="26775"/>
                </a:xfrm>
                <a:custGeom>
                  <a:avLst/>
                  <a:gdLst/>
                  <a:ahLst/>
                  <a:cxnLst/>
                  <a:rect l="l" t="t" r="r" b="b"/>
                  <a:pathLst>
                    <a:path w="1095" h="1071" extrusionOk="0">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9"/>
                <p:cNvSpPr/>
                <p:nvPr/>
              </p:nvSpPr>
              <p:spPr>
                <a:xfrm>
                  <a:off x="3327313"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9"/>
                <p:cNvSpPr/>
                <p:nvPr/>
              </p:nvSpPr>
              <p:spPr>
                <a:xfrm>
                  <a:off x="3392463" y="4351925"/>
                  <a:ext cx="27825" cy="27225"/>
                </a:xfrm>
                <a:custGeom>
                  <a:avLst/>
                  <a:gdLst/>
                  <a:ahLst/>
                  <a:cxnLst/>
                  <a:rect l="l" t="t" r="r" b="b"/>
                  <a:pathLst>
                    <a:path w="1113" h="1089" extrusionOk="0">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9"/>
                <p:cNvSpPr/>
                <p:nvPr/>
              </p:nvSpPr>
              <p:spPr>
                <a:xfrm>
                  <a:off x="3458063" y="4352375"/>
                  <a:ext cx="27225" cy="26775"/>
                </a:xfrm>
                <a:custGeom>
                  <a:avLst/>
                  <a:gdLst/>
                  <a:ahLst/>
                  <a:cxnLst/>
                  <a:rect l="l" t="t" r="r" b="b"/>
                  <a:pathLst>
                    <a:path w="1089" h="1071" extrusionOk="0">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9"/>
                <p:cNvSpPr/>
                <p:nvPr/>
              </p:nvSpPr>
              <p:spPr>
                <a:xfrm>
                  <a:off x="3523388"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9"/>
                <p:cNvSpPr/>
                <p:nvPr/>
              </p:nvSpPr>
              <p:spPr>
                <a:xfrm>
                  <a:off x="3588538" y="4351925"/>
                  <a:ext cx="27850" cy="27225"/>
                </a:xfrm>
                <a:custGeom>
                  <a:avLst/>
                  <a:gdLst/>
                  <a:ahLst/>
                  <a:cxnLst/>
                  <a:rect l="l" t="t" r="r" b="b"/>
                  <a:pathLst>
                    <a:path w="1114" h="1089" extrusionOk="0">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9"/>
                <p:cNvSpPr/>
                <p:nvPr/>
              </p:nvSpPr>
              <p:spPr>
                <a:xfrm>
                  <a:off x="3654163" y="4352375"/>
                  <a:ext cx="27225" cy="26775"/>
                </a:xfrm>
                <a:custGeom>
                  <a:avLst/>
                  <a:gdLst/>
                  <a:ahLst/>
                  <a:cxnLst/>
                  <a:rect l="l" t="t" r="r" b="b"/>
                  <a:pathLst>
                    <a:path w="1089" h="1071" extrusionOk="0">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9"/>
                <p:cNvSpPr/>
                <p:nvPr/>
              </p:nvSpPr>
              <p:spPr>
                <a:xfrm>
                  <a:off x="3719463" y="4352375"/>
                  <a:ext cx="27375" cy="26775"/>
                </a:xfrm>
                <a:custGeom>
                  <a:avLst/>
                  <a:gdLst/>
                  <a:ahLst/>
                  <a:cxnLst/>
                  <a:rect l="l" t="t" r="r" b="b"/>
                  <a:pathLst>
                    <a:path w="1095" h="1071" extrusionOk="0">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9"/>
                <p:cNvSpPr/>
                <p:nvPr/>
              </p:nvSpPr>
              <p:spPr>
                <a:xfrm>
                  <a:off x="3784938" y="4352375"/>
                  <a:ext cx="27225" cy="26775"/>
                </a:xfrm>
                <a:custGeom>
                  <a:avLst/>
                  <a:gdLst/>
                  <a:ahLst/>
                  <a:cxnLst/>
                  <a:rect l="l" t="t" r="r" b="b"/>
                  <a:pathLst>
                    <a:path w="1089" h="1071" extrusionOk="0">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9"/>
                <p:cNvSpPr/>
                <p:nvPr/>
              </p:nvSpPr>
              <p:spPr>
                <a:xfrm>
                  <a:off x="3850238" y="4352375"/>
                  <a:ext cx="27225" cy="26775"/>
                </a:xfrm>
                <a:custGeom>
                  <a:avLst/>
                  <a:gdLst/>
                  <a:ahLst/>
                  <a:cxnLst/>
                  <a:rect l="l" t="t" r="r" b="b"/>
                  <a:pathLst>
                    <a:path w="1089" h="1071" extrusionOk="0">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9"/>
                <p:cNvSpPr/>
                <p:nvPr/>
              </p:nvSpPr>
              <p:spPr>
                <a:xfrm>
                  <a:off x="3196388" y="2817700"/>
                  <a:ext cx="27825" cy="26450"/>
                </a:xfrm>
                <a:custGeom>
                  <a:avLst/>
                  <a:gdLst/>
                  <a:ahLst/>
                  <a:cxnLst/>
                  <a:rect l="l" t="t" r="r" b="b"/>
                  <a:pathLst>
                    <a:path w="1113" h="1058" extrusionOk="0">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9"/>
                <p:cNvSpPr/>
                <p:nvPr/>
              </p:nvSpPr>
              <p:spPr>
                <a:xfrm>
                  <a:off x="3261988"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9"/>
                <p:cNvSpPr/>
                <p:nvPr/>
              </p:nvSpPr>
              <p:spPr>
                <a:xfrm>
                  <a:off x="3327313"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9"/>
                <p:cNvSpPr/>
                <p:nvPr/>
              </p:nvSpPr>
              <p:spPr>
                <a:xfrm>
                  <a:off x="3392463" y="2817700"/>
                  <a:ext cx="27825" cy="26450"/>
                </a:xfrm>
                <a:custGeom>
                  <a:avLst/>
                  <a:gdLst/>
                  <a:ahLst/>
                  <a:cxnLst/>
                  <a:rect l="l" t="t" r="r" b="b"/>
                  <a:pathLst>
                    <a:path w="1113" h="1058" extrusionOk="0">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9"/>
                <p:cNvSpPr/>
                <p:nvPr/>
              </p:nvSpPr>
              <p:spPr>
                <a:xfrm>
                  <a:off x="3458063"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9"/>
                <p:cNvSpPr/>
                <p:nvPr/>
              </p:nvSpPr>
              <p:spPr>
                <a:xfrm>
                  <a:off x="3523388"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9"/>
                <p:cNvSpPr/>
                <p:nvPr/>
              </p:nvSpPr>
              <p:spPr>
                <a:xfrm>
                  <a:off x="3588538" y="2817700"/>
                  <a:ext cx="27850" cy="26450"/>
                </a:xfrm>
                <a:custGeom>
                  <a:avLst/>
                  <a:gdLst/>
                  <a:ahLst/>
                  <a:cxnLst/>
                  <a:rect l="l" t="t" r="r" b="b"/>
                  <a:pathLst>
                    <a:path w="1114" h="1058" extrusionOk="0">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9"/>
                <p:cNvSpPr/>
                <p:nvPr/>
              </p:nvSpPr>
              <p:spPr>
                <a:xfrm>
                  <a:off x="3654163" y="2817700"/>
                  <a:ext cx="27225" cy="26000"/>
                </a:xfrm>
                <a:custGeom>
                  <a:avLst/>
                  <a:gdLst/>
                  <a:ahLst/>
                  <a:cxnLst/>
                  <a:rect l="l" t="t" r="r" b="b"/>
                  <a:pathLst>
                    <a:path w="1089" h="1040" extrusionOk="0">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9"/>
                <p:cNvSpPr/>
                <p:nvPr/>
              </p:nvSpPr>
              <p:spPr>
                <a:xfrm>
                  <a:off x="3719463" y="2817700"/>
                  <a:ext cx="27375" cy="26000"/>
                </a:xfrm>
                <a:custGeom>
                  <a:avLst/>
                  <a:gdLst/>
                  <a:ahLst/>
                  <a:cxnLst/>
                  <a:rect l="l" t="t" r="r" b="b"/>
                  <a:pathLst>
                    <a:path w="1095" h="1040" extrusionOk="0">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9"/>
                <p:cNvSpPr/>
                <p:nvPr/>
              </p:nvSpPr>
              <p:spPr>
                <a:xfrm>
                  <a:off x="3784938" y="2817700"/>
                  <a:ext cx="27225" cy="26000"/>
                </a:xfrm>
                <a:custGeom>
                  <a:avLst/>
                  <a:gdLst/>
                  <a:ahLst/>
                  <a:cxnLst/>
                  <a:rect l="l" t="t" r="r" b="b"/>
                  <a:pathLst>
                    <a:path w="1089" h="1040" extrusionOk="0">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9"/>
                <p:cNvSpPr/>
                <p:nvPr/>
              </p:nvSpPr>
              <p:spPr>
                <a:xfrm>
                  <a:off x="3850238" y="2817700"/>
                  <a:ext cx="27225" cy="26000"/>
                </a:xfrm>
                <a:custGeom>
                  <a:avLst/>
                  <a:gdLst/>
                  <a:ahLst/>
                  <a:cxnLst/>
                  <a:rect l="l" t="t" r="r" b="b"/>
                  <a:pathLst>
                    <a:path w="1089" h="1040" extrusionOk="0">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75" name="Google Shape;6975;p89"/>
            <p:cNvGrpSpPr/>
            <p:nvPr/>
          </p:nvGrpSpPr>
          <p:grpSpPr>
            <a:xfrm>
              <a:off x="3090338" y="2927425"/>
              <a:ext cx="389575" cy="1365675"/>
              <a:chOff x="3090338" y="2927425"/>
              <a:chExt cx="389575" cy="1365675"/>
            </a:xfrm>
          </p:grpSpPr>
          <p:grpSp>
            <p:nvGrpSpPr>
              <p:cNvPr id="6976" name="Google Shape;6976;p89"/>
              <p:cNvGrpSpPr/>
              <p:nvPr/>
            </p:nvGrpSpPr>
            <p:grpSpPr>
              <a:xfrm>
                <a:off x="3090338" y="2927425"/>
                <a:ext cx="389575" cy="202550"/>
                <a:chOff x="3090338" y="2927425"/>
                <a:chExt cx="389575" cy="202550"/>
              </a:xfrm>
            </p:grpSpPr>
            <p:sp>
              <p:nvSpPr>
                <p:cNvPr id="6977" name="Google Shape;6977;p89"/>
                <p:cNvSpPr/>
                <p:nvPr/>
              </p:nvSpPr>
              <p:spPr>
                <a:xfrm>
                  <a:off x="3090338" y="2927425"/>
                  <a:ext cx="389575" cy="202550"/>
                </a:xfrm>
                <a:custGeom>
                  <a:avLst/>
                  <a:gdLst/>
                  <a:ahLst/>
                  <a:cxnLst/>
                  <a:rect l="l" t="t" r="r" b="b"/>
                  <a:pathLst>
                    <a:path w="15583" h="8102" extrusionOk="0">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9"/>
                <p:cNvSpPr/>
                <p:nvPr/>
              </p:nvSpPr>
              <p:spPr>
                <a:xfrm>
                  <a:off x="3102338" y="2950925"/>
                  <a:ext cx="359300" cy="155850"/>
                </a:xfrm>
                <a:custGeom>
                  <a:avLst/>
                  <a:gdLst/>
                  <a:ahLst/>
                  <a:cxnLst/>
                  <a:rect l="l" t="t" r="r" b="b"/>
                  <a:pathLst>
                    <a:path w="14372" h="6234" extrusionOk="0">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89"/>
              <p:cNvGrpSpPr/>
              <p:nvPr/>
            </p:nvGrpSpPr>
            <p:grpSpPr>
              <a:xfrm>
                <a:off x="3090338" y="3218150"/>
                <a:ext cx="389575" cy="202575"/>
                <a:chOff x="3090338" y="3218150"/>
                <a:chExt cx="389575" cy="202575"/>
              </a:xfrm>
            </p:grpSpPr>
            <p:sp>
              <p:nvSpPr>
                <p:cNvPr id="6980" name="Google Shape;6980;p89"/>
                <p:cNvSpPr/>
                <p:nvPr/>
              </p:nvSpPr>
              <p:spPr>
                <a:xfrm>
                  <a:off x="3090338" y="3218150"/>
                  <a:ext cx="389575" cy="202575"/>
                </a:xfrm>
                <a:custGeom>
                  <a:avLst/>
                  <a:gdLst/>
                  <a:ahLst/>
                  <a:cxnLst/>
                  <a:rect l="l" t="t" r="r" b="b"/>
                  <a:pathLst>
                    <a:path w="15583" h="8103" extrusionOk="0">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9"/>
                <p:cNvSpPr/>
                <p:nvPr/>
              </p:nvSpPr>
              <p:spPr>
                <a:xfrm>
                  <a:off x="3102488" y="3241525"/>
                  <a:ext cx="359150" cy="155825"/>
                </a:xfrm>
                <a:custGeom>
                  <a:avLst/>
                  <a:gdLst/>
                  <a:ahLst/>
                  <a:cxnLst/>
                  <a:rect l="l" t="t" r="r" b="b"/>
                  <a:pathLst>
                    <a:path w="14366" h="6233" extrusionOk="0">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89"/>
              <p:cNvGrpSpPr/>
              <p:nvPr/>
            </p:nvGrpSpPr>
            <p:grpSpPr>
              <a:xfrm>
                <a:off x="3090338" y="3509050"/>
                <a:ext cx="389575" cy="202550"/>
                <a:chOff x="3090338" y="3509050"/>
                <a:chExt cx="389575" cy="202550"/>
              </a:xfrm>
            </p:grpSpPr>
            <p:sp>
              <p:nvSpPr>
                <p:cNvPr id="6983" name="Google Shape;6983;p89"/>
                <p:cNvSpPr/>
                <p:nvPr/>
              </p:nvSpPr>
              <p:spPr>
                <a:xfrm>
                  <a:off x="3090338" y="3509050"/>
                  <a:ext cx="389575" cy="202550"/>
                </a:xfrm>
                <a:custGeom>
                  <a:avLst/>
                  <a:gdLst/>
                  <a:ahLst/>
                  <a:cxnLst/>
                  <a:rect l="l" t="t" r="r" b="b"/>
                  <a:pathLst>
                    <a:path w="15583" h="8102" extrusionOk="0">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9"/>
                <p:cNvSpPr/>
                <p:nvPr/>
              </p:nvSpPr>
              <p:spPr>
                <a:xfrm>
                  <a:off x="3102488" y="3532400"/>
                  <a:ext cx="359150" cy="155850"/>
                </a:xfrm>
                <a:custGeom>
                  <a:avLst/>
                  <a:gdLst/>
                  <a:ahLst/>
                  <a:cxnLst/>
                  <a:rect l="l" t="t" r="r" b="b"/>
                  <a:pathLst>
                    <a:path w="14366" h="6234" extrusionOk="0">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89"/>
              <p:cNvGrpSpPr/>
              <p:nvPr/>
            </p:nvGrpSpPr>
            <p:grpSpPr>
              <a:xfrm>
                <a:off x="3090338" y="3799800"/>
                <a:ext cx="389575" cy="202550"/>
                <a:chOff x="3090338" y="3799800"/>
                <a:chExt cx="389575" cy="202550"/>
              </a:xfrm>
            </p:grpSpPr>
            <p:sp>
              <p:nvSpPr>
                <p:cNvPr id="6986" name="Google Shape;6986;p89"/>
                <p:cNvSpPr/>
                <p:nvPr/>
              </p:nvSpPr>
              <p:spPr>
                <a:xfrm>
                  <a:off x="3090338" y="3799800"/>
                  <a:ext cx="389575" cy="202550"/>
                </a:xfrm>
                <a:custGeom>
                  <a:avLst/>
                  <a:gdLst/>
                  <a:ahLst/>
                  <a:cxnLst/>
                  <a:rect l="l" t="t" r="r" b="b"/>
                  <a:pathLst>
                    <a:path w="15583" h="8102" extrusionOk="0">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9"/>
                <p:cNvSpPr/>
                <p:nvPr/>
              </p:nvSpPr>
              <p:spPr>
                <a:xfrm>
                  <a:off x="3102488" y="3823150"/>
                  <a:ext cx="359150" cy="155850"/>
                </a:xfrm>
                <a:custGeom>
                  <a:avLst/>
                  <a:gdLst/>
                  <a:ahLst/>
                  <a:cxnLst/>
                  <a:rect l="l" t="t" r="r" b="b"/>
                  <a:pathLst>
                    <a:path w="14366" h="6234" extrusionOk="0">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89"/>
              <p:cNvGrpSpPr/>
              <p:nvPr/>
            </p:nvGrpSpPr>
            <p:grpSpPr>
              <a:xfrm>
                <a:off x="3090338" y="4090525"/>
                <a:ext cx="389575" cy="202575"/>
                <a:chOff x="3090338" y="4090525"/>
                <a:chExt cx="389575" cy="202575"/>
              </a:xfrm>
            </p:grpSpPr>
            <p:sp>
              <p:nvSpPr>
                <p:cNvPr id="6989" name="Google Shape;6989;p89"/>
                <p:cNvSpPr/>
                <p:nvPr/>
              </p:nvSpPr>
              <p:spPr>
                <a:xfrm>
                  <a:off x="3090338" y="4090525"/>
                  <a:ext cx="389575" cy="202575"/>
                </a:xfrm>
                <a:custGeom>
                  <a:avLst/>
                  <a:gdLst/>
                  <a:ahLst/>
                  <a:cxnLst/>
                  <a:rect l="l" t="t" r="r" b="b"/>
                  <a:pathLst>
                    <a:path w="15583" h="8103" extrusionOk="0">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9"/>
                <p:cNvSpPr/>
                <p:nvPr/>
              </p:nvSpPr>
              <p:spPr>
                <a:xfrm>
                  <a:off x="3102488" y="4113875"/>
                  <a:ext cx="359150" cy="155850"/>
                </a:xfrm>
                <a:custGeom>
                  <a:avLst/>
                  <a:gdLst/>
                  <a:ahLst/>
                  <a:cxnLst/>
                  <a:rect l="l" t="t" r="r" b="b"/>
                  <a:pathLst>
                    <a:path w="14366" h="6234" extrusionOk="0">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1" name="Google Shape;6991;p89"/>
            <p:cNvGrpSpPr/>
            <p:nvPr/>
          </p:nvGrpSpPr>
          <p:grpSpPr>
            <a:xfrm>
              <a:off x="3602363" y="2927425"/>
              <a:ext cx="389575" cy="1365675"/>
              <a:chOff x="3602363" y="2927425"/>
              <a:chExt cx="389575" cy="1365675"/>
            </a:xfrm>
          </p:grpSpPr>
          <p:grpSp>
            <p:nvGrpSpPr>
              <p:cNvPr id="6992" name="Google Shape;6992;p89"/>
              <p:cNvGrpSpPr/>
              <p:nvPr/>
            </p:nvGrpSpPr>
            <p:grpSpPr>
              <a:xfrm>
                <a:off x="3602363" y="2927425"/>
                <a:ext cx="389575" cy="202550"/>
                <a:chOff x="3602363" y="2927425"/>
                <a:chExt cx="389575" cy="202550"/>
              </a:xfrm>
            </p:grpSpPr>
            <p:sp>
              <p:nvSpPr>
                <p:cNvPr id="6993" name="Google Shape;6993;p89"/>
                <p:cNvSpPr/>
                <p:nvPr/>
              </p:nvSpPr>
              <p:spPr>
                <a:xfrm>
                  <a:off x="3602363" y="2927425"/>
                  <a:ext cx="389575" cy="202550"/>
                </a:xfrm>
                <a:custGeom>
                  <a:avLst/>
                  <a:gdLst/>
                  <a:ahLst/>
                  <a:cxnLst/>
                  <a:rect l="l" t="t" r="r" b="b"/>
                  <a:pathLst>
                    <a:path w="15583" h="8102" extrusionOk="0">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9"/>
                <p:cNvSpPr/>
                <p:nvPr/>
              </p:nvSpPr>
              <p:spPr>
                <a:xfrm>
                  <a:off x="3614363" y="2950925"/>
                  <a:ext cx="359300" cy="155850"/>
                </a:xfrm>
                <a:custGeom>
                  <a:avLst/>
                  <a:gdLst/>
                  <a:ahLst/>
                  <a:cxnLst/>
                  <a:rect l="l" t="t" r="r" b="b"/>
                  <a:pathLst>
                    <a:path w="14372" h="6234" extrusionOk="0">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5" name="Google Shape;6995;p89"/>
              <p:cNvGrpSpPr/>
              <p:nvPr/>
            </p:nvGrpSpPr>
            <p:grpSpPr>
              <a:xfrm>
                <a:off x="3602363" y="3218150"/>
                <a:ext cx="389575" cy="202575"/>
                <a:chOff x="3602363" y="3218150"/>
                <a:chExt cx="389575" cy="202575"/>
              </a:xfrm>
            </p:grpSpPr>
            <p:sp>
              <p:nvSpPr>
                <p:cNvPr id="6996" name="Google Shape;6996;p89"/>
                <p:cNvSpPr/>
                <p:nvPr/>
              </p:nvSpPr>
              <p:spPr>
                <a:xfrm>
                  <a:off x="3602363" y="3218150"/>
                  <a:ext cx="389575" cy="202575"/>
                </a:xfrm>
                <a:custGeom>
                  <a:avLst/>
                  <a:gdLst/>
                  <a:ahLst/>
                  <a:cxnLst/>
                  <a:rect l="l" t="t" r="r" b="b"/>
                  <a:pathLst>
                    <a:path w="15583" h="8103" extrusionOk="0">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9"/>
                <p:cNvSpPr/>
                <p:nvPr/>
              </p:nvSpPr>
              <p:spPr>
                <a:xfrm>
                  <a:off x="3614513" y="3241525"/>
                  <a:ext cx="359150" cy="155825"/>
                </a:xfrm>
                <a:custGeom>
                  <a:avLst/>
                  <a:gdLst/>
                  <a:ahLst/>
                  <a:cxnLst/>
                  <a:rect l="l" t="t" r="r" b="b"/>
                  <a:pathLst>
                    <a:path w="14366" h="6233" extrusionOk="0">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8" name="Google Shape;6998;p89"/>
              <p:cNvGrpSpPr/>
              <p:nvPr/>
            </p:nvGrpSpPr>
            <p:grpSpPr>
              <a:xfrm>
                <a:off x="3602363" y="3509050"/>
                <a:ext cx="389575" cy="202550"/>
                <a:chOff x="3602363" y="3509050"/>
                <a:chExt cx="389575" cy="202550"/>
              </a:xfrm>
            </p:grpSpPr>
            <p:sp>
              <p:nvSpPr>
                <p:cNvPr id="6999" name="Google Shape;6999;p89"/>
                <p:cNvSpPr/>
                <p:nvPr/>
              </p:nvSpPr>
              <p:spPr>
                <a:xfrm>
                  <a:off x="3602363" y="3509050"/>
                  <a:ext cx="389575" cy="202550"/>
                </a:xfrm>
                <a:custGeom>
                  <a:avLst/>
                  <a:gdLst/>
                  <a:ahLst/>
                  <a:cxnLst/>
                  <a:rect l="l" t="t" r="r" b="b"/>
                  <a:pathLst>
                    <a:path w="15583" h="8102" extrusionOk="0">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9"/>
                <p:cNvSpPr/>
                <p:nvPr/>
              </p:nvSpPr>
              <p:spPr>
                <a:xfrm>
                  <a:off x="3614513" y="3532400"/>
                  <a:ext cx="359150" cy="155850"/>
                </a:xfrm>
                <a:custGeom>
                  <a:avLst/>
                  <a:gdLst/>
                  <a:ahLst/>
                  <a:cxnLst/>
                  <a:rect l="l" t="t" r="r" b="b"/>
                  <a:pathLst>
                    <a:path w="14366" h="6234" extrusionOk="0">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1" name="Google Shape;7001;p89"/>
              <p:cNvGrpSpPr/>
              <p:nvPr/>
            </p:nvGrpSpPr>
            <p:grpSpPr>
              <a:xfrm>
                <a:off x="3602363" y="3799800"/>
                <a:ext cx="389575" cy="202550"/>
                <a:chOff x="3602363" y="3799800"/>
                <a:chExt cx="389575" cy="202550"/>
              </a:xfrm>
            </p:grpSpPr>
            <p:sp>
              <p:nvSpPr>
                <p:cNvPr id="7002" name="Google Shape;7002;p89"/>
                <p:cNvSpPr/>
                <p:nvPr/>
              </p:nvSpPr>
              <p:spPr>
                <a:xfrm>
                  <a:off x="3602363" y="3799800"/>
                  <a:ext cx="389575" cy="202550"/>
                </a:xfrm>
                <a:custGeom>
                  <a:avLst/>
                  <a:gdLst/>
                  <a:ahLst/>
                  <a:cxnLst/>
                  <a:rect l="l" t="t" r="r" b="b"/>
                  <a:pathLst>
                    <a:path w="15583" h="8102" extrusionOk="0">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9"/>
                <p:cNvSpPr/>
                <p:nvPr/>
              </p:nvSpPr>
              <p:spPr>
                <a:xfrm>
                  <a:off x="3614513" y="3823150"/>
                  <a:ext cx="359150" cy="155850"/>
                </a:xfrm>
                <a:custGeom>
                  <a:avLst/>
                  <a:gdLst/>
                  <a:ahLst/>
                  <a:cxnLst/>
                  <a:rect l="l" t="t" r="r" b="b"/>
                  <a:pathLst>
                    <a:path w="14366" h="6234" extrusionOk="0">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4" name="Google Shape;7004;p89"/>
              <p:cNvGrpSpPr/>
              <p:nvPr/>
            </p:nvGrpSpPr>
            <p:grpSpPr>
              <a:xfrm>
                <a:off x="3602363" y="4090525"/>
                <a:ext cx="389575" cy="202575"/>
                <a:chOff x="3602363" y="4090525"/>
                <a:chExt cx="389575" cy="202575"/>
              </a:xfrm>
            </p:grpSpPr>
            <p:sp>
              <p:nvSpPr>
                <p:cNvPr id="7005" name="Google Shape;7005;p89"/>
                <p:cNvSpPr/>
                <p:nvPr/>
              </p:nvSpPr>
              <p:spPr>
                <a:xfrm>
                  <a:off x="3602363" y="4090525"/>
                  <a:ext cx="389575" cy="202575"/>
                </a:xfrm>
                <a:custGeom>
                  <a:avLst/>
                  <a:gdLst/>
                  <a:ahLst/>
                  <a:cxnLst/>
                  <a:rect l="l" t="t" r="r" b="b"/>
                  <a:pathLst>
                    <a:path w="15583" h="8103" extrusionOk="0">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9"/>
                <p:cNvSpPr/>
                <p:nvPr/>
              </p:nvSpPr>
              <p:spPr>
                <a:xfrm>
                  <a:off x="3614513" y="4113875"/>
                  <a:ext cx="359150" cy="155850"/>
                </a:xfrm>
                <a:custGeom>
                  <a:avLst/>
                  <a:gdLst/>
                  <a:ahLst/>
                  <a:cxnLst/>
                  <a:rect l="l" t="t" r="r" b="b"/>
                  <a:pathLst>
                    <a:path w="14366" h="6234" extrusionOk="0">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07" name="Google Shape;7007;p89"/>
          <p:cNvGrpSpPr/>
          <p:nvPr/>
        </p:nvGrpSpPr>
        <p:grpSpPr>
          <a:xfrm>
            <a:off x="4358525" y="1562650"/>
            <a:ext cx="381425" cy="1329000"/>
            <a:chOff x="4358525" y="1562650"/>
            <a:chExt cx="381425" cy="1329000"/>
          </a:xfrm>
        </p:grpSpPr>
        <p:grpSp>
          <p:nvGrpSpPr>
            <p:cNvPr id="7008" name="Google Shape;7008;p89"/>
            <p:cNvGrpSpPr/>
            <p:nvPr/>
          </p:nvGrpSpPr>
          <p:grpSpPr>
            <a:xfrm>
              <a:off x="4358525" y="1562650"/>
              <a:ext cx="381425" cy="1329000"/>
              <a:chOff x="4358525" y="1562650"/>
              <a:chExt cx="381425" cy="1329000"/>
            </a:xfrm>
          </p:grpSpPr>
          <p:sp>
            <p:nvSpPr>
              <p:cNvPr id="7009" name="Google Shape;7009;p89"/>
              <p:cNvSpPr/>
              <p:nvPr/>
            </p:nvSpPr>
            <p:spPr>
              <a:xfrm>
                <a:off x="4458550" y="1632600"/>
                <a:ext cx="175225" cy="167075"/>
              </a:xfrm>
              <a:custGeom>
                <a:avLst/>
                <a:gdLst/>
                <a:ahLst/>
                <a:cxnLst/>
                <a:rect l="l" t="t" r="r" b="b"/>
                <a:pathLst>
                  <a:path w="7009" h="6683" extrusionOk="0">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0" name="Google Shape;7010;p89"/>
              <p:cNvGrpSpPr/>
              <p:nvPr/>
            </p:nvGrpSpPr>
            <p:grpSpPr>
              <a:xfrm>
                <a:off x="4358525" y="1619100"/>
                <a:ext cx="381425" cy="1272550"/>
                <a:chOff x="4358525" y="1619100"/>
                <a:chExt cx="381425" cy="1272550"/>
              </a:xfrm>
            </p:grpSpPr>
            <p:sp>
              <p:nvSpPr>
                <p:cNvPr id="7011" name="Google Shape;7011;p89"/>
                <p:cNvSpPr/>
                <p:nvPr/>
              </p:nvSpPr>
              <p:spPr>
                <a:xfrm>
                  <a:off x="4358525" y="1732025"/>
                  <a:ext cx="381425" cy="1159625"/>
                </a:xfrm>
                <a:custGeom>
                  <a:avLst/>
                  <a:gdLst/>
                  <a:ahLst/>
                  <a:cxnLst/>
                  <a:rect l="l" t="t" r="r" b="b"/>
                  <a:pathLst>
                    <a:path w="15257" h="46385" extrusionOk="0">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9"/>
                <p:cNvSpPr/>
                <p:nvPr/>
              </p:nvSpPr>
              <p:spPr>
                <a:xfrm>
                  <a:off x="4510350" y="1731875"/>
                  <a:ext cx="77775" cy="60725"/>
                </a:xfrm>
                <a:custGeom>
                  <a:avLst/>
                  <a:gdLst/>
                  <a:ahLst/>
                  <a:cxnLst/>
                  <a:rect l="l" t="t" r="r" b="b"/>
                  <a:pathLst>
                    <a:path w="3111" h="2429" extrusionOk="0">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9"/>
                <p:cNvSpPr/>
                <p:nvPr/>
              </p:nvSpPr>
              <p:spPr>
                <a:xfrm>
                  <a:off x="4485925" y="1619100"/>
                  <a:ext cx="126650" cy="162275"/>
                </a:xfrm>
                <a:custGeom>
                  <a:avLst/>
                  <a:gdLst/>
                  <a:ahLst/>
                  <a:cxnLst/>
                  <a:rect l="l" t="t" r="r" b="b"/>
                  <a:pathLst>
                    <a:path w="5066" h="6491" extrusionOk="0">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4" name="Google Shape;7014;p89"/>
              <p:cNvSpPr/>
              <p:nvPr/>
            </p:nvSpPr>
            <p:spPr>
              <a:xfrm>
                <a:off x="4445650" y="1562650"/>
                <a:ext cx="190125" cy="218425"/>
              </a:xfrm>
              <a:custGeom>
                <a:avLst/>
                <a:gdLst/>
                <a:ahLst/>
                <a:cxnLst/>
                <a:rect l="l" t="t" r="r" b="b"/>
                <a:pathLst>
                  <a:path w="7605" h="8737" extrusionOk="0">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5" name="Google Shape;7015;p89"/>
            <p:cNvSpPr/>
            <p:nvPr/>
          </p:nvSpPr>
          <p:spPr>
            <a:xfrm>
              <a:off x="4646675" y="1802575"/>
              <a:ext cx="1075" cy="16775"/>
            </a:xfrm>
            <a:custGeom>
              <a:avLst/>
              <a:gdLst/>
              <a:ahLst/>
              <a:cxnLst/>
              <a:rect l="l" t="t" r="r" b="b"/>
              <a:pathLst>
                <a:path w="43" h="671" extrusionOk="0">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9"/>
            <p:cNvSpPr/>
            <p:nvPr/>
          </p:nvSpPr>
          <p:spPr>
            <a:xfrm>
              <a:off x="4450725" y="1802575"/>
              <a:ext cx="950" cy="16775"/>
            </a:xfrm>
            <a:custGeom>
              <a:avLst/>
              <a:gdLst/>
              <a:ahLst/>
              <a:cxnLst/>
              <a:rect l="l" t="t" r="r" b="b"/>
              <a:pathLst>
                <a:path w="38" h="671" extrusionOk="0">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7" name="Google Shape;7017;p89"/>
            <p:cNvGrpSpPr/>
            <p:nvPr/>
          </p:nvGrpSpPr>
          <p:grpSpPr>
            <a:xfrm>
              <a:off x="4434425" y="1799150"/>
              <a:ext cx="229625" cy="176600"/>
              <a:chOff x="4434425" y="1799150"/>
              <a:chExt cx="229625" cy="176600"/>
            </a:xfrm>
          </p:grpSpPr>
          <p:sp>
            <p:nvSpPr>
              <p:cNvPr id="7018" name="Google Shape;7018;p89"/>
              <p:cNvSpPr/>
              <p:nvPr/>
            </p:nvSpPr>
            <p:spPr>
              <a:xfrm>
                <a:off x="4437500" y="1805750"/>
                <a:ext cx="223475" cy="170000"/>
              </a:xfrm>
              <a:custGeom>
                <a:avLst/>
                <a:gdLst/>
                <a:ahLst/>
                <a:cxnLst/>
                <a:rect l="l" t="t" r="r" b="b"/>
                <a:pathLst>
                  <a:path w="8939" h="6800" extrusionOk="0">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9"/>
              <p:cNvSpPr/>
              <p:nvPr/>
            </p:nvSpPr>
            <p:spPr>
              <a:xfrm>
                <a:off x="4434425" y="1799150"/>
                <a:ext cx="229625" cy="170050"/>
              </a:xfrm>
              <a:custGeom>
                <a:avLst/>
                <a:gdLst/>
                <a:ahLst/>
                <a:cxnLst/>
                <a:rect l="l" t="t" r="r" b="b"/>
                <a:pathLst>
                  <a:path w="9185" h="6802" extrusionOk="0">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9"/>
              <p:cNvSpPr/>
              <p:nvPr/>
            </p:nvSpPr>
            <p:spPr>
              <a:xfrm>
                <a:off x="4440425" y="1912450"/>
                <a:ext cx="217625" cy="56675"/>
              </a:xfrm>
              <a:custGeom>
                <a:avLst/>
                <a:gdLst/>
                <a:ahLst/>
                <a:cxnLst/>
                <a:rect l="l" t="t" r="r" b="b"/>
                <a:pathLst>
                  <a:path w="8705" h="2267" extrusionOk="0">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89"/>
            <p:cNvGrpSpPr/>
            <p:nvPr/>
          </p:nvGrpSpPr>
          <p:grpSpPr>
            <a:xfrm>
              <a:off x="4427975" y="2144625"/>
              <a:ext cx="241150" cy="131875"/>
              <a:chOff x="4427975" y="2144625"/>
              <a:chExt cx="241150" cy="131875"/>
            </a:xfrm>
          </p:grpSpPr>
          <p:sp>
            <p:nvSpPr>
              <p:cNvPr id="7022" name="Google Shape;7022;p89"/>
              <p:cNvSpPr/>
              <p:nvPr/>
            </p:nvSpPr>
            <p:spPr>
              <a:xfrm>
                <a:off x="4427975" y="2154475"/>
                <a:ext cx="241150" cy="122025"/>
              </a:xfrm>
              <a:custGeom>
                <a:avLst/>
                <a:gdLst/>
                <a:ahLst/>
                <a:cxnLst/>
                <a:rect l="l" t="t" r="r" b="b"/>
                <a:pathLst>
                  <a:path w="9646" h="4881" extrusionOk="0">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9"/>
              <p:cNvSpPr/>
              <p:nvPr/>
            </p:nvSpPr>
            <p:spPr>
              <a:xfrm>
                <a:off x="4427975" y="2144625"/>
                <a:ext cx="241150" cy="122050"/>
              </a:xfrm>
              <a:custGeom>
                <a:avLst/>
                <a:gdLst/>
                <a:ahLst/>
                <a:cxnLst/>
                <a:rect l="l" t="t" r="r" b="b"/>
                <a:pathLst>
                  <a:path w="9646" h="4882" extrusionOk="0">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9"/>
              <p:cNvSpPr/>
              <p:nvPr/>
            </p:nvSpPr>
            <p:spPr>
              <a:xfrm>
                <a:off x="4427975" y="2178600"/>
                <a:ext cx="240975" cy="88075"/>
              </a:xfrm>
              <a:custGeom>
                <a:avLst/>
                <a:gdLst/>
                <a:ahLst/>
                <a:cxnLst/>
                <a:rect l="l" t="t" r="r" b="b"/>
                <a:pathLst>
                  <a:path w="9639" h="3523" extrusionOk="0">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5" name="Google Shape;7025;p89"/>
          <p:cNvGrpSpPr/>
          <p:nvPr/>
        </p:nvGrpSpPr>
        <p:grpSpPr>
          <a:xfrm>
            <a:off x="4331625" y="3022588"/>
            <a:ext cx="435225" cy="1370250"/>
            <a:chOff x="4331625" y="2992450"/>
            <a:chExt cx="435225" cy="1370250"/>
          </a:xfrm>
        </p:grpSpPr>
        <p:grpSp>
          <p:nvGrpSpPr>
            <p:cNvPr id="7026" name="Google Shape;7026;p89"/>
            <p:cNvGrpSpPr/>
            <p:nvPr/>
          </p:nvGrpSpPr>
          <p:grpSpPr>
            <a:xfrm>
              <a:off x="4331625" y="2992450"/>
              <a:ext cx="435225" cy="1370250"/>
              <a:chOff x="4331625" y="2992450"/>
              <a:chExt cx="435225" cy="1370250"/>
            </a:xfrm>
          </p:grpSpPr>
          <p:sp>
            <p:nvSpPr>
              <p:cNvPr id="7027" name="Google Shape;7027;p89"/>
              <p:cNvSpPr/>
              <p:nvPr/>
            </p:nvSpPr>
            <p:spPr>
              <a:xfrm>
                <a:off x="4331625" y="3172825"/>
                <a:ext cx="435225" cy="1189875"/>
              </a:xfrm>
              <a:custGeom>
                <a:avLst/>
                <a:gdLst/>
                <a:ahLst/>
                <a:cxnLst/>
                <a:rect l="l" t="t" r="r" b="b"/>
                <a:pathLst>
                  <a:path w="17409" h="47595" extrusionOk="0">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9"/>
              <p:cNvSpPr/>
              <p:nvPr/>
            </p:nvSpPr>
            <p:spPr>
              <a:xfrm>
                <a:off x="4473925" y="3018075"/>
                <a:ext cx="150475" cy="201175"/>
              </a:xfrm>
              <a:custGeom>
                <a:avLst/>
                <a:gdLst/>
                <a:ahLst/>
                <a:cxnLst/>
                <a:rect l="l" t="t" r="r" b="b"/>
                <a:pathLst>
                  <a:path w="6019" h="8047" extrusionOk="0">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9"/>
              <p:cNvSpPr/>
              <p:nvPr/>
            </p:nvSpPr>
            <p:spPr>
              <a:xfrm>
                <a:off x="4505900" y="3192950"/>
                <a:ext cx="86525" cy="38750"/>
              </a:xfrm>
              <a:custGeom>
                <a:avLst/>
                <a:gdLst/>
                <a:ahLst/>
                <a:cxnLst/>
                <a:rect l="l" t="t" r="r" b="b"/>
                <a:pathLst>
                  <a:path w="3461" h="1550" extrusionOk="0">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9"/>
              <p:cNvSpPr/>
              <p:nvPr/>
            </p:nvSpPr>
            <p:spPr>
              <a:xfrm>
                <a:off x="4465425" y="2992450"/>
                <a:ext cx="201850" cy="156325"/>
              </a:xfrm>
              <a:custGeom>
                <a:avLst/>
                <a:gdLst/>
                <a:ahLst/>
                <a:cxnLst/>
                <a:rect l="l" t="t" r="r" b="b"/>
                <a:pathLst>
                  <a:path w="8074" h="6253" extrusionOk="0">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1" name="Google Shape;7031;p89"/>
            <p:cNvGrpSpPr/>
            <p:nvPr/>
          </p:nvGrpSpPr>
          <p:grpSpPr>
            <a:xfrm>
              <a:off x="4415850" y="3599250"/>
              <a:ext cx="266625" cy="293850"/>
              <a:chOff x="4415850" y="3599250"/>
              <a:chExt cx="266625" cy="293850"/>
            </a:xfrm>
          </p:grpSpPr>
          <p:sp>
            <p:nvSpPr>
              <p:cNvPr id="7032" name="Google Shape;7032;p89"/>
              <p:cNvSpPr/>
              <p:nvPr/>
            </p:nvSpPr>
            <p:spPr>
              <a:xfrm>
                <a:off x="4423375" y="3863550"/>
                <a:ext cx="108500" cy="29550"/>
              </a:xfrm>
              <a:custGeom>
                <a:avLst/>
                <a:gdLst/>
                <a:ahLst/>
                <a:cxnLst/>
                <a:rect l="l" t="t" r="r" b="b"/>
                <a:pathLst>
                  <a:path w="4340" h="1182" extrusionOk="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9"/>
              <p:cNvSpPr/>
              <p:nvPr/>
            </p:nvSpPr>
            <p:spPr>
              <a:xfrm>
                <a:off x="4566425" y="3863550"/>
                <a:ext cx="108525" cy="29550"/>
              </a:xfrm>
              <a:custGeom>
                <a:avLst/>
                <a:gdLst/>
                <a:ahLst/>
                <a:cxnLst/>
                <a:rect l="l" t="t" r="r" b="b"/>
                <a:pathLst>
                  <a:path w="4341" h="1182" extrusionOk="0">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9"/>
              <p:cNvSpPr/>
              <p:nvPr/>
            </p:nvSpPr>
            <p:spPr>
              <a:xfrm>
                <a:off x="4415850" y="3617700"/>
                <a:ext cx="133400" cy="269700"/>
              </a:xfrm>
              <a:custGeom>
                <a:avLst/>
                <a:gdLst/>
                <a:ahLst/>
                <a:cxnLst/>
                <a:rect l="l" t="t" r="r" b="b"/>
                <a:pathLst>
                  <a:path w="5336" h="10788" extrusionOk="0">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9"/>
              <p:cNvSpPr/>
              <p:nvPr/>
            </p:nvSpPr>
            <p:spPr>
              <a:xfrm>
                <a:off x="4428900" y="3599250"/>
                <a:ext cx="120350" cy="36600"/>
              </a:xfrm>
              <a:custGeom>
                <a:avLst/>
                <a:gdLst/>
                <a:ahLst/>
                <a:cxnLst/>
                <a:rect l="l" t="t" r="r" b="b"/>
                <a:pathLst>
                  <a:path w="4814" h="1464" extrusionOk="0">
                    <a:moveTo>
                      <a:pt x="529" y="1"/>
                    </a:moveTo>
                    <a:cubicBezTo>
                      <a:pt x="1" y="1"/>
                      <a:pt x="81" y="1464"/>
                      <a:pt x="443" y="1464"/>
                    </a:cubicBezTo>
                    <a:lnTo>
                      <a:pt x="4814" y="1464"/>
                    </a:lnTo>
                    <a:lnTo>
                      <a:pt x="48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9"/>
              <p:cNvSpPr/>
              <p:nvPr/>
            </p:nvSpPr>
            <p:spPr>
              <a:xfrm>
                <a:off x="4416000" y="3857575"/>
                <a:ext cx="124950" cy="29525"/>
              </a:xfrm>
              <a:custGeom>
                <a:avLst/>
                <a:gdLst/>
                <a:ahLst/>
                <a:cxnLst/>
                <a:rect l="l" t="t" r="r" b="b"/>
                <a:pathLst>
                  <a:path w="4998" h="1181" extrusionOk="0">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9"/>
              <p:cNvSpPr/>
              <p:nvPr/>
            </p:nvSpPr>
            <p:spPr>
              <a:xfrm>
                <a:off x="4549225" y="3617700"/>
                <a:ext cx="133250" cy="269700"/>
              </a:xfrm>
              <a:custGeom>
                <a:avLst/>
                <a:gdLst/>
                <a:ahLst/>
                <a:cxnLst/>
                <a:rect l="l" t="t" r="r" b="b"/>
                <a:pathLst>
                  <a:path w="5330" h="10788" extrusionOk="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9"/>
              <p:cNvSpPr/>
              <p:nvPr/>
            </p:nvSpPr>
            <p:spPr>
              <a:xfrm>
                <a:off x="4549225" y="3599250"/>
                <a:ext cx="120200" cy="36600"/>
              </a:xfrm>
              <a:custGeom>
                <a:avLst/>
                <a:gdLst/>
                <a:ahLst/>
                <a:cxnLst/>
                <a:rect l="l" t="t" r="r" b="b"/>
                <a:pathLst>
                  <a:path w="4808" h="1464" extrusionOk="0">
                    <a:moveTo>
                      <a:pt x="1" y="1"/>
                    </a:moveTo>
                    <a:lnTo>
                      <a:pt x="1" y="1464"/>
                    </a:lnTo>
                    <a:lnTo>
                      <a:pt x="4365" y="1464"/>
                    </a:lnTo>
                    <a:cubicBezTo>
                      <a:pt x="4727" y="1464"/>
                      <a:pt x="4807" y="1"/>
                      <a:pt x="42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9"/>
              <p:cNvSpPr/>
              <p:nvPr/>
            </p:nvSpPr>
            <p:spPr>
              <a:xfrm>
                <a:off x="4557375" y="3857575"/>
                <a:ext cx="125100" cy="29525"/>
              </a:xfrm>
              <a:custGeom>
                <a:avLst/>
                <a:gdLst/>
                <a:ahLst/>
                <a:cxnLst/>
                <a:rect l="l" t="t" r="r" b="b"/>
                <a:pathLst>
                  <a:path w="5004" h="1181" extrusionOk="0">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9"/>
              <p:cNvSpPr/>
              <p:nvPr/>
            </p:nvSpPr>
            <p:spPr>
              <a:xfrm>
                <a:off x="4416000" y="3857575"/>
                <a:ext cx="266475" cy="29525"/>
              </a:xfrm>
              <a:custGeom>
                <a:avLst/>
                <a:gdLst/>
                <a:ahLst/>
                <a:cxnLst/>
                <a:rect l="l" t="t" r="r" b="b"/>
                <a:pathLst>
                  <a:path w="10659" h="1181" extrusionOk="0">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41" name="Google Shape;7041;p89"/>
          <p:cNvGrpSpPr/>
          <p:nvPr/>
        </p:nvGrpSpPr>
        <p:grpSpPr>
          <a:xfrm>
            <a:off x="998276" y="1542725"/>
            <a:ext cx="1785800" cy="2843650"/>
            <a:chOff x="998276" y="1542725"/>
            <a:chExt cx="1785800" cy="2843650"/>
          </a:xfrm>
        </p:grpSpPr>
        <p:sp>
          <p:nvSpPr>
            <p:cNvPr id="7042" name="Google Shape;7042;p89"/>
            <p:cNvSpPr/>
            <p:nvPr/>
          </p:nvSpPr>
          <p:spPr>
            <a:xfrm>
              <a:off x="998276" y="1542725"/>
              <a:ext cx="1785800" cy="2843650"/>
            </a:xfrm>
            <a:custGeom>
              <a:avLst/>
              <a:gdLst/>
              <a:ahLst/>
              <a:cxnLst/>
              <a:rect l="l" t="t" r="r" b="b"/>
              <a:pathLst>
                <a:path w="71432" h="113746" extrusionOk="0">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3" name="Google Shape;7043;p89"/>
            <p:cNvGrpSpPr/>
            <p:nvPr/>
          </p:nvGrpSpPr>
          <p:grpSpPr>
            <a:xfrm>
              <a:off x="1459126" y="1614025"/>
              <a:ext cx="848725" cy="2691675"/>
              <a:chOff x="1459126" y="1614025"/>
              <a:chExt cx="848725" cy="2691675"/>
            </a:xfrm>
          </p:grpSpPr>
          <p:sp>
            <p:nvSpPr>
              <p:cNvPr id="7044" name="Google Shape;7044;p89"/>
              <p:cNvSpPr/>
              <p:nvPr/>
            </p:nvSpPr>
            <p:spPr>
              <a:xfrm>
                <a:off x="1577901" y="1614025"/>
                <a:ext cx="587050" cy="514500"/>
              </a:xfrm>
              <a:custGeom>
                <a:avLst/>
                <a:gdLst/>
                <a:ahLst/>
                <a:cxnLst/>
                <a:rect l="l" t="t" r="r" b="b"/>
                <a:pathLst>
                  <a:path w="23482" h="20580" extrusionOk="0">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5" name="Google Shape;7045;p89"/>
              <p:cNvGrpSpPr/>
              <p:nvPr/>
            </p:nvGrpSpPr>
            <p:grpSpPr>
              <a:xfrm>
                <a:off x="1459126" y="2549075"/>
                <a:ext cx="848725" cy="608875"/>
                <a:chOff x="1459126" y="2549075"/>
                <a:chExt cx="848725" cy="608875"/>
              </a:xfrm>
            </p:grpSpPr>
            <p:sp>
              <p:nvSpPr>
                <p:cNvPr id="7046" name="Google Shape;7046;p89"/>
                <p:cNvSpPr/>
                <p:nvPr/>
              </p:nvSpPr>
              <p:spPr>
                <a:xfrm>
                  <a:off x="1912751" y="2564925"/>
                  <a:ext cx="395100" cy="593025"/>
                </a:xfrm>
                <a:custGeom>
                  <a:avLst/>
                  <a:gdLst/>
                  <a:ahLst/>
                  <a:cxnLst/>
                  <a:rect l="l" t="t" r="r" b="b"/>
                  <a:pathLst>
                    <a:path w="15804" h="23721" extrusionOk="0">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9"/>
                <p:cNvSpPr/>
                <p:nvPr/>
              </p:nvSpPr>
              <p:spPr>
                <a:xfrm>
                  <a:off x="1459126" y="2549075"/>
                  <a:ext cx="395550" cy="593200"/>
                </a:xfrm>
                <a:custGeom>
                  <a:avLst/>
                  <a:gdLst/>
                  <a:ahLst/>
                  <a:cxnLst/>
                  <a:rect l="l" t="t" r="r" b="b"/>
                  <a:pathLst>
                    <a:path w="15822" h="23728" extrusionOk="0">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8" name="Google Shape;7048;p89"/>
              <p:cNvSpPr/>
              <p:nvPr/>
            </p:nvSpPr>
            <p:spPr>
              <a:xfrm>
                <a:off x="1834226" y="2227925"/>
                <a:ext cx="114650" cy="514800"/>
              </a:xfrm>
              <a:custGeom>
                <a:avLst/>
                <a:gdLst/>
                <a:ahLst/>
                <a:cxnLst/>
                <a:rect l="l" t="t" r="r" b="b"/>
                <a:pathLst>
                  <a:path w="4586" h="20592" extrusionOk="0">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9"/>
              <p:cNvSpPr/>
              <p:nvPr/>
            </p:nvSpPr>
            <p:spPr>
              <a:xfrm>
                <a:off x="1625226" y="3065100"/>
                <a:ext cx="639600" cy="411550"/>
              </a:xfrm>
              <a:custGeom>
                <a:avLst/>
                <a:gdLst/>
                <a:ahLst/>
                <a:cxnLst/>
                <a:rect l="l" t="t" r="r" b="b"/>
                <a:pathLst>
                  <a:path w="25584" h="16462" extrusionOk="0">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9"/>
              <p:cNvSpPr/>
              <p:nvPr/>
            </p:nvSpPr>
            <p:spPr>
              <a:xfrm>
                <a:off x="1524726" y="3048050"/>
                <a:ext cx="355325" cy="574750"/>
              </a:xfrm>
              <a:custGeom>
                <a:avLst/>
                <a:gdLst/>
                <a:ahLst/>
                <a:cxnLst/>
                <a:rect l="l" t="t" r="r" b="b"/>
                <a:pathLst>
                  <a:path w="14213" h="22990" extrusionOk="0">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1" name="Google Shape;7051;p89"/>
              <p:cNvGrpSpPr/>
              <p:nvPr/>
            </p:nvGrpSpPr>
            <p:grpSpPr>
              <a:xfrm>
                <a:off x="1674701" y="3317900"/>
                <a:ext cx="433525" cy="379725"/>
                <a:chOff x="1674701" y="3317900"/>
                <a:chExt cx="433525" cy="379725"/>
              </a:xfrm>
            </p:grpSpPr>
            <p:sp>
              <p:nvSpPr>
                <p:cNvPr id="7052" name="Google Shape;7052;p89"/>
                <p:cNvSpPr/>
                <p:nvPr/>
              </p:nvSpPr>
              <p:spPr>
                <a:xfrm>
                  <a:off x="1946101" y="3390425"/>
                  <a:ext cx="162125" cy="232050"/>
                </a:xfrm>
                <a:custGeom>
                  <a:avLst/>
                  <a:gdLst/>
                  <a:ahLst/>
                  <a:cxnLst/>
                  <a:rect l="l" t="t" r="r" b="b"/>
                  <a:pathLst>
                    <a:path w="6485" h="9282" extrusionOk="0">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9"/>
                <p:cNvSpPr/>
                <p:nvPr/>
              </p:nvSpPr>
              <p:spPr>
                <a:xfrm>
                  <a:off x="1674701" y="3385650"/>
                  <a:ext cx="162300" cy="232075"/>
                </a:xfrm>
                <a:custGeom>
                  <a:avLst/>
                  <a:gdLst/>
                  <a:ahLst/>
                  <a:cxnLst/>
                  <a:rect l="l" t="t" r="r" b="b"/>
                  <a:pathLst>
                    <a:path w="6492" h="9283" extrusionOk="0">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9"/>
                <p:cNvSpPr/>
                <p:nvPr/>
              </p:nvSpPr>
              <p:spPr>
                <a:xfrm>
                  <a:off x="1792726" y="3317900"/>
                  <a:ext cx="197650" cy="379725"/>
                </a:xfrm>
                <a:custGeom>
                  <a:avLst/>
                  <a:gdLst/>
                  <a:ahLst/>
                  <a:cxnLst/>
                  <a:rect l="l" t="t" r="r" b="b"/>
                  <a:pathLst>
                    <a:path w="7906" h="15189" extrusionOk="0">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5" name="Google Shape;7055;p89"/>
              <p:cNvSpPr/>
              <p:nvPr/>
            </p:nvSpPr>
            <p:spPr>
              <a:xfrm>
                <a:off x="1513051" y="3450200"/>
                <a:ext cx="724875" cy="855500"/>
              </a:xfrm>
              <a:custGeom>
                <a:avLst/>
                <a:gdLst/>
                <a:ahLst/>
                <a:cxnLst/>
                <a:rect l="l" t="t" r="r" b="b"/>
                <a:pathLst>
                  <a:path w="28995" h="34220" extrusionOk="0">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9"/>
              <p:cNvSpPr/>
              <p:nvPr/>
            </p:nvSpPr>
            <p:spPr>
              <a:xfrm>
                <a:off x="1726651" y="2627300"/>
                <a:ext cx="281400" cy="432450"/>
              </a:xfrm>
              <a:custGeom>
                <a:avLst/>
                <a:gdLst/>
                <a:ahLst/>
                <a:cxnLst/>
                <a:rect l="l" t="t" r="r" b="b"/>
                <a:pathLst>
                  <a:path w="11256" h="17298" extrusionOk="0">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7" name="Google Shape;7057;p89"/>
          <p:cNvGrpSpPr/>
          <p:nvPr/>
        </p:nvGrpSpPr>
        <p:grpSpPr>
          <a:xfrm>
            <a:off x="1234609" y="2417569"/>
            <a:ext cx="224507" cy="215983"/>
            <a:chOff x="2648935" y="1948120"/>
            <a:chExt cx="233594" cy="224748"/>
          </a:xfrm>
        </p:grpSpPr>
        <p:sp>
          <p:nvSpPr>
            <p:cNvPr id="7058" name="Google Shape;7058;p89"/>
            <p:cNvSpPr/>
            <p:nvPr/>
          </p:nvSpPr>
          <p:spPr>
            <a:xfrm>
              <a:off x="2648935" y="1948120"/>
              <a:ext cx="233594" cy="224748"/>
            </a:xfrm>
            <a:custGeom>
              <a:avLst/>
              <a:gdLst/>
              <a:ahLst/>
              <a:cxnLst/>
              <a:rect l="l" t="t" r="r" b="b"/>
              <a:pathLst>
                <a:path w="9243" h="8893" extrusionOk="0">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9"/>
            <p:cNvSpPr/>
            <p:nvPr/>
          </p:nvSpPr>
          <p:spPr>
            <a:xfrm>
              <a:off x="2733370" y="2023735"/>
              <a:ext cx="73695" cy="73568"/>
            </a:xfrm>
            <a:custGeom>
              <a:avLst/>
              <a:gdLst/>
              <a:ahLst/>
              <a:cxnLst/>
              <a:rect l="l" t="t" r="r" b="b"/>
              <a:pathLst>
                <a:path w="2916" h="2911" extrusionOk="0">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0" name="Google Shape;7060;p89"/>
          <p:cNvGrpSpPr/>
          <p:nvPr/>
        </p:nvGrpSpPr>
        <p:grpSpPr>
          <a:xfrm>
            <a:off x="2463611" y="3301566"/>
            <a:ext cx="330071" cy="317580"/>
            <a:chOff x="3628558" y="2776198"/>
            <a:chExt cx="257045" cy="247375"/>
          </a:xfrm>
        </p:grpSpPr>
        <p:sp>
          <p:nvSpPr>
            <p:cNvPr id="7061" name="Google Shape;7061;p89"/>
            <p:cNvSpPr/>
            <p:nvPr/>
          </p:nvSpPr>
          <p:spPr>
            <a:xfrm>
              <a:off x="3686627" y="2843457"/>
              <a:ext cx="131842" cy="112806"/>
            </a:xfrm>
            <a:custGeom>
              <a:avLst/>
              <a:gdLst/>
              <a:ahLst/>
              <a:cxnLst/>
              <a:rect l="l" t="t" r="r" b="b"/>
              <a:pathLst>
                <a:path w="5222" h="4468" extrusionOk="0">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9"/>
            <p:cNvSpPr/>
            <p:nvPr/>
          </p:nvSpPr>
          <p:spPr>
            <a:xfrm>
              <a:off x="3663097" y="2808237"/>
              <a:ext cx="190593" cy="183398"/>
            </a:xfrm>
            <a:custGeom>
              <a:avLst/>
              <a:gdLst/>
              <a:ahLst/>
              <a:cxnLst/>
              <a:rect l="l" t="t" r="r" b="b"/>
              <a:pathLst>
                <a:path w="7549" h="7264" extrusionOk="0">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9"/>
            <p:cNvSpPr/>
            <p:nvPr/>
          </p:nvSpPr>
          <p:spPr>
            <a:xfrm>
              <a:off x="3628558" y="2776198"/>
              <a:ext cx="257045" cy="247375"/>
            </a:xfrm>
            <a:custGeom>
              <a:avLst/>
              <a:gdLst/>
              <a:ahLst/>
              <a:cxnLst/>
              <a:rect l="l" t="t" r="r" b="b"/>
              <a:pathLst>
                <a:path w="10181" h="9798" extrusionOk="0">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89"/>
          <p:cNvGrpSpPr/>
          <p:nvPr/>
        </p:nvGrpSpPr>
        <p:grpSpPr>
          <a:xfrm>
            <a:off x="5117800" y="1548900"/>
            <a:ext cx="389275" cy="1356725"/>
            <a:chOff x="5117800" y="1548900"/>
            <a:chExt cx="389275" cy="1356725"/>
          </a:xfrm>
        </p:grpSpPr>
        <p:sp>
          <p:nvSpPr>
            <p:cNvPr id="7065" name="Google Shape;7065;p89"/>
            <p:cNvSpPr/>
            <p:nvPr/>
          </p:nvSpPr>
          <p:spPr>
            <a:xfrm>
              <a:off x="5220000"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6" name="Google Shape;7066;p89"/>
            <p:cNvGrpSpPr/>
            <p:nvPr/>
          </p:nvGrpSpPr>
          <p:grpSpPr>
            <a:xfrm>
              <a:off x="5117800" y="1606500"/>
              <a:ext cx="389275" cy="1299125"/>
              <a:chOff x="5117800" y="1606500"/>
              <a:chExt cx="389275" cy="1299125"/>
            </a:xfrm>
          </p:grpSpPr>
          <p:grpSp>
            <p:nvGrpSpPr>
              <p:cNvPr id="7067" name="Google Shape;7067;p89"/>
              <p:cNvGrpSpPr/>
              <p:nvPr/>
            </p:nvGrpSpPr>
            <p:grpSpPr>
              <a:xfrm>
                <a:off x="5117800" y="1606500"/>
                <a:ext cx="389275" cy="1299125"/>
                <a:chOff x="5117800" y="1606500"/>
                <a:chExt cx="389275" cy="1299125"/>
              </a:xfrm>
            </p:grpSpPr>
            <p:sp>
              <p:nvSpPr>
                <p:cNvPr id="7068" name="Google Shape;7068;p89"/>
                <p:cNvSpPr/>
                <p:nvPr/>
              </p:nvSpPr>
              <p:spPr>
                <a:xfrm>
                  <a:off x="5117800" y="1721575"/>
                  <a:ext cx="389275" cy="1184050"/>
                </a:xfrm>
                <a:custGeom>
                  <a:avLst/>
                  <a:gdLst/>
                  <a:ahLst/>
                  <a:cxnLst/>
                  <a:rect l="l" t="t" r="r" b="b"/>
                  <a:pathLst>
                    <a:path w="15571" h="47362" extrusionOk="0">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9"/>
                <p:cNvSpPr/>
                <p:nvPr/>
              </p:nvSpPr>
              <p:spPr>
                <a:xfrm>
                  <a:off x="5247800" y="1606500"/>
                  <a:ext cx="129275" cy="165675"/>
                </a:xfrm>
                <a:custGeom>
                  <a:avLst/>
                  <a:gdLst/>
                  <a:ahLst/>
                  <a:cxnLst/>
                  <a:rect l="l" t="t" r="r" b="b"/>
                  <a:pathLst>
                    <a:path w="5171" h="6627" extrusionOk="0">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0" name="Google Shape;7070;p89"/>
              <p:cNvGrpSpPr/>
              <p:nvPr/>
            </p:nvGrpSpPr>
            <p:grpSpPr>
              <a:xfrm>
                <a:off x="5125650" y="1613550"/>
                <a:ext cx="373725" cy="1286875"/>
                <a:chOff x="5125650" y="1613550"/>
                <a:chExt cx="373725" cy="1286875"/>
              </a:xfrm>
            </p:grpSpPr>
            <p:sp>
              <p:nvSpPr>
                <p:cNvPr id="7071" name="Google Shape;7071;p89"/>
                <p:cNvSpPr/>
                <p:nvPr/>
              </p:nvSpPr>
              <p:spPr>
                <a:xfrm>
                  <a:off x="5221075" y="2221050"/>
                  <a:ext cx="53950" cy="335175"/>
                </a:xfrm>
                <a:custGeom>
                  <a:avLst/>
                  <a:gdLst/>
                  <a:ahLst/>
                  <a:cxnLst/>
                  <a:rect l="l" t="t" r="r" b="b"/>
                  <a:pathLst>
                    <a:path w="2158" h="13407" extrusionOk="0">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9"/>
                <p:cNvSpPr/>
                <p:nvPr/>
              </p:nvSpPr>
              <p:spPr>
                <a:xfrm>
                  <a:off x="5216150" y="2586575"/>
                  <a:ext cx="49800" cy="223800"/>
                </a:xfrm>
                <a:custGeom>
                  <a:avLst/>
                  <a:gdLst/>
                  <a:ahLst/>
                  <a:cxnLst/>
                  <a:rect l="l" t="t" r="r" b="b"/>
                  <a:pathLst>
                    <a:path w="1992" h="8952" extrusionOk="0">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9"/>
                <p:cNvSpPr/>
                <p:nvPr/>
              </p:nvSpPr>
              <p:spPr>
                <a:xfrm>
                  <a:off x="5236950" y="2807700"/>
                  <a:ext cx="32400" cy="24975"/>
                </a:xfrm>
                <a:custGeom>
                  <a:avLst/>
                  <a:gdLst/>
                  <a:ahLst/>
                  <a:cxnLst/>
                  <a:rect l="l" t="t" r="r" b="b"/>
                  <a:pathLst>
                    <a:path w="1296" h="999" extrusionOk="0">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9"/>
                <p:cNvSpPr/>
                <p:nvPr/>
              </p:nvSpPr>
              <p:spPr>
                <a:xfrm>
                  <a:off x="5259175" y="2830450"/>
                  <a:ext cx="11700" cy="28625"/>
                </a:xfrm>
                <a:custGeom>
                  <a:avLst/>
                  <a:gdLst/>
                  <a:ahLst/>
                  <a:cxnLst/>
                  <a:rect l="l" t="t" r="r" b="b"/>
                  <a:pathLst>
                    <a:path w="468" h="1145" extrusionOk="0">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9"/>
                <p:cNvSpPr/>
                <p:nvPr/>
              </p:nvSpPr>
              <p:spPr>
                <a:xfrm>
                  <a:off x="5252725" y="2831550"/>
                  <a:ext cx="8775" cy="28775"/>
                </a:xfrm>
                <a:custGeom>
                  <a:avLst/>
                  <a:gdLst/>
                  <a:ahLst/>
                  <a:cxnLst/>
                  <a:rect l="l" t="t" r="r" b="b"/>
                  <a:pathLst>
                    <a:path w="351" h="1151" extrusionOk="0">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9"/>
                <p:cNvSpPr/>
                <p:nvPr/>
              </p:nvSpPr>
              <p:spPr>
                <a:xfrm>
                  <a:off x="5244575" y="2833525"/>
                  <a:ext cx="7550" cy="27075"/>
                </a:xfrm>
                <a:custGeom>
                  <a:avLst/>
                  <a:gdLst/>
                  <a:ahLst/>
                  <a:cxnLst/>
                  <a:rect l="l" t="t" r="r" b="b"/>
                  <a:pathLst>
                    <a:path w="302" h="1083" extrusionOk="0">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9"/>
                <p:cNvSpPr/>
                <p:nvPr/>
              </p:nvSpPr>
              <p:spPr>
                <a:xfrm>
                  <a:off x="5263475" y="2882075"/>
                  <a:ext cx="8150" cy="10475"/>
                </a:xfrm>
                <a:custGeom>
                  <a:avLst/>
                  <a:gdLst/>
                  <a:ahLst/>
                  <a:cxnLst/>
                  <a:rect l="l" t="t" r="r" b="b"/>
                  <a:pathLst>
                    <a:path w="326" h="419" extrusionOk="0">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9"/>
                <p:cNvSpPr/>
                <p:nvPr/>
              </p:nvSpPr>
              <p:spPr>
                <a:xfrm>
                  <a:off x="5252725" y="2885275"/>
                  <a:ext cx="8475" cy="12900"/>
                </a:xfrm>
                <a:custGeom>
                  <a:avLst/>
                  <a:gdLst/>
                  <a:ahLst/>
                  <a:cxnLst/>
                  <a:rect l="l" t="t" r="r" b="b"/>
                  <a:pathLst>
                    <a:path w="339" h="516" extrusionOk="0">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9"/>
                <p:cNvSpPr/>
                <p:nvPr/>
              </p:nvSpPr>
              <p:spPr>
                <a:xfrm>
                  <a:off x="5242875" y="2886450"/>
                  <a:ext cx="7575" cy="13975"/>
                </a:xfrm>
                <a:custGeom>
                  <a:avLst/>
                  <a:gdLst/>
                  <a:ahLst/>
                  <a:cxnLst/>
                  <a:rect l="l" t="t" r="r" b="b"/>
                  <a:pathLst>
                    <a:path w="303" h="559" extrusionOk="0">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9"/>
                <p:cNvSpPr/>
                <p:nvPr/>
              </p:nvSpPr>
              <p:spPr>
                <a:xfrm>
                  <a:off x="5233350" y="2885150"/>
                  <a:ext cx="7400" cy="12900"/>
                </a:xfrm>
                <a:custGeom>
                  <a:avLst/>
                  <a:gdLst/>
                  <a:ahLst/>
                  <a:cxnLst/>
                  <a:rect l="l" t="t" r="r" b="b"/>
                  <a:pathLst>
                    <a:path w="296" h="516" extrusionOk="0">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9"/>
                <p:cNvSpPr/>
                <p:nvPr/>
              </p:nvSpPr>
              <p:spPr>
                <a:xfrm>
                  <a:off x="5227075" y="2881775"/>
                  <a:ext cx="6400" cy="9250"/>
                </a:xfrm>
                <a:custGeom>
                  <a:avLst/>
                  <a:gdLst/>
                  <a:ahLst/>
                  <a:cxnLst/>
                  <a:rect l="l" t="t" r="r" b="b"/>
                  <a:pathLst>
                    <a:path w="256" h="370" extrusionOk="0">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9"/>
                <p:cNvSpPr/>
                <p:nvPr/>
              </p:nvSpPr>
              <p:spPr>
                <a:xfrm>
                  <a:off x="5238425" y="2836575"/>
                  <a:ext cx="8475" cy="23350"/>
                </a:xfrm>
                <a:custGeom>
                  <a:avLst/>
                  <a:gdLst/>
                  <a:ahLst/>
                  <a:cxnLst/>
                  <a:rect l="l" t="t" r="r" b="b"/>
                  <a:pathLst>
                    <a:path w="339" h="934" extrusionOk="0">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9"/>
                <p:cNvSpPr/>
                <p:nvPr/>
              </p:nvSpPr>
              <p:spPr>
                <a:xfrm>
                  <a:off x="5232050" y="2840700"/>
                  <a:ext cx="9625" cy="17500"/>
                </a:xfrm>
                <a:custGeom>
                  <a:avLst/>
                  <a:gdLst/>
                  <a:ahLst/>
                  <a:cxnLst/>
                  <a:rect l="l" t="t" r="r" b="b"/>
                  <a:pathLst>
                    <a:path w="385" h="700" extrusionOk="0">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9"/>
                <p:cNvSpPr/>
                <p:nvPr/>
              </p:nvSpPr>
              <p:spPr>
                <a:xfrm>
                  <a:off x="5263025" y="2860375"/>
                  <a:ext cx="9400" cy="20600"/>
                </a:xfrm>
                <a:custGeom>
                  <a:avLst/>
                  <a:gdLst/>
                  <a:ahLst/>
                  <a:cxnLst/>
                  <a:rect l="l" t="t" r="r" b="b"/>
                  <a:pathLst>
                    <a:path w="376" h="824" extrusionOk="0">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9"/>
                <p:cNvSpPr/>
                <p:nvPr/>
              </p:nvSpPr>
              <p:spPr>
                <a:xfrm>
                  <a:off x="5253025" y="2862075"/>
                  <a:ext cx="7550" cy="21350"/>
                </a:xfrm>
                <a:custGeom>
                  <a:avLst/>
                  <a:gdLst/>
                  <a:ahLst/>
                  <a:cxnLst/>
                  <a:rect l="l" t="t" r="r" b="b"/>
                  <a:pathLst>
                    <a:path w="302" h="854" extrusionOk="0">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9"/>
                <p:cNvSpPr/>
                <p:nvPr/>
              </p:nvSpPr>
              <p:spPr>
                <a:xfrm>
                  <a:off x="5244425" y="2863800"/>
                  <a:ext cx="6175" cy="19550"/>
                </a:xfrm>
                <a:custGeom>
                  <a:avLst/>
                  <a:gdLst/>
                  <a:ahLst/>
                  <a:cxnLst/>
                  <a:rect l="l" t="t" r="r" b="b"/>
                  <a:pathLst>
                    <a:path w="247" h="782" extrusionOk="0">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9"/>
                <p:cNvSpPr/>
                <p:nvPr/>
              </p:nvSpPr>
              <p:spPr>
                <a:xfrm>
                  <a:off x="5235675" y="2863500"/>
                  <a:ext cx="5850" cy="18775"/>
                </a:xfrm>
                <a:custGeom>
                  <a:avLst/>
                  <a:gdLst/>
                  <a:ahLst/>
                  <a:cxnLst/>
                  <a:rect l="l" t="t" r="r" b="b"/>
                  <a:pathLst>
                    <a:path w="234" h="751" extrusionOk="0">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9"/>
                <p:cNvSpPr/>
                <p:nvPr/>
              </p:nvSpPr>
              <p:spPr>
                <a:xfrm>
                  <a:off x="5227825" y="2862850"/>
                  <a:ext cx="6800" cy="16400"/>
                </a:xfrm>
                <a:custGeom>
                  <a:avLst/>
                  <a:gdLst/>
                  <a:ahLst/>
                  <a:cxnLst/>
                  <a:rect l="l" t="t" r="r" b="b"/>
                  <a:pathLst>
                    <a:path w="272" h="656" extrusionOk="0">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9"/>
                <p:cNvSpPr/>
                <p:nvPr/>
              </p:nvSpPr>
              <p:spPr>
                <a:xfrm>
                  <a:off x="5219375" y="2559325"/>
                  <a:ext cx="41050" cy="33625"/>
                </a:xfrm>
                <a:custGeom>
                  <a:avLst/>
                  <a:gdLst/>
                  <a:ahLst/>
                  <a:cxnLst/>
                  <a:rect l="l" t="t" r="r" b="b"/>
                  <a:pathLst>
                    <a:path w="1642" h="1345" extrusionOk="0">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9"/>
                <p:cNvSpPr/>
                <p:nvPr/>
              </p:nvSpPr>
              <p:spPr>
                <a:xfrm>
                  <a:off x="5208475" y="2128425"/>
                  <a:ext cx="208075" cy="116600"/>
                </a:xfrm>
                <a:custGeom>
                  <a:avLst/>
                  <a:gdLst/>
                  <a:ahLst/>
                  <a:cxnLst/>
                  <a:rect l="l" t="t" r="r" b="b"/>
                  <a:pathLst>
                    <a:path w="8323" h="4664" extrusionOk="0">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9"/>
                <p:cNvSpPr/>
                <p:nvPr/>
              </p:nvSpPr>
              <p:spPr>
                <a:xfrm>
                  <a:off x="5166825" y="1818475"/>
                  <a:ext cx="53800" cy="203850"/>
                </a:xfrm>
                <a:custGeom>
                  <a:avLst/>
                  <a:gdLst/>
                  <a:ahLst/>
                  <a:cxnLst/>
                  <a:rect l="l" t="t" r="r" b="b"/>
                  <a:pathLst>
                    <a:path w="2152" h="8154" extrusionOk="0">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9"/>
                <p:cNvSpPr/>
                <p:nvPr/>
              </p:nvSpPr>
              <p:spPr>
                <a:xfrm>
                  <a:off x="5132400" y="2022800"/>
                  <a:ext cx="67125" cy="185725"/>
                </a:xfrm>
                <a:custGeom>
                  <a:avLst/>
                  <a:gdLst/>
                  <a:ahLst/>
                  <a:cxnLst/>
                  <a:rect l="l" t="t" r="r" b="b"/>
                  <a:pathLst>
                    <a:path w="2685" h="7429" extrusionOk="0">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9"/>
                <p:cNvSpPr/>
                <p:nvPr/>
              </p:nvSpPr>
              <p:spPr>
                <a:xfrm>
                  <a:off x="5144375" y="2212375"/>
                  <a:ext cx="15100" cy="37250"/>
                </a:xfrm>
                <a:custGeom>
                  <a:avLst/>
                  <a:gdLst/>
                  <a:ahLst/>
                  <a:cxnLst/>
                  <a:rect l="l" t="t" r="r" b="b"/>
                  <a:pathLst>
                    <a:path w="604" h="1490" extrusionOk="0">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9"/>
                <p:cNvSpPr/>
                <p:nvPr/>
              </p:nvSpPr>
              <p:spPr>
                <a:xfrm>
                  <a:off x="5149150" y="2254150"/>
                  <a:ext cx="10000" cy="15600"/>
                </a:xfrm>
                <a:custGeom>
                  <a:avLst/>
                  <a:gdLst/>
                  <a:ahLst/>
                  <a:cxnLst/>
                  <a:rect l="l" t="t" r="r" b="b"/>
                  <a:pathLst>
                    <a:path w="400" h="624" extrusionOk="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9"/>
                <p:cNvSpPr/>
                <p:nvPr/>
              </p:nvSpPr>
              <p:spPr>
                <a:xfrm>
                  <a:off x="5152825" y="2275925"/>
                  <a:ext cx="5875" cy="10425"/>
                </a:xfrm>
                <a:custGeom>
                  <a:avLst/>
                  <a:gdLst/>
                  <a:ahLst/>
                  <a:cxnLst/>
                  <a:rect l="l" t="t" r="r" b="b"/>
                  <a:pathLst>
                    <a:path w="235" h="417" extrusionOk="0">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9"/>
                <p:cNvSpPr/>
                <p:nvPr/>
              </p:nvSpPr>
              <p:spPr>
                <a:xfrm>
                  <a:off x="5128250" y="2216675"/>
                  <a:ext cx="13550" cy="37100"/>
                </a:xfrm>
                <a:custGeom>
                  <a:avLst/>
                  <a:gdLst/>
                  <a:ahLst/>
                  <a:cxnLst/>
                  <a:rect l="l" t="t" r="r" b="b"/>
                  <a:pathLst>
                    <a:path w="542" h="1484" extrusionOk="0">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9"/>
                <p:cNvSpPr/>
                <p:nvPr/>
              </p:nvSpPr>
              <p:spPr>
                <a:xfrm>
                  <a:off x="5125650" y="2258950"/>
                  <a:ext cx="10000" cy="22800"/>
                </a:xfrm>
                <a:custGeom>
                  <a:avLst/>
                  <a:gdLst/>
                  <a:ahLst/>
                  <a:cxnLst/>
                  <a:rect l="l" t="t" r="r" b="b"/>
                  <a:pathLst>
                    <a:path w="400" h="912" extrusionOk="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9"/>
                <p:cNvSpPr/>
                <p:nvPr/>
              </p:nvSpPr>
              <p:spPr>
                <a:xfrm>
                  <a:off x="5130875" y="2286450"/>
                  <a:ext cx="11225" cy="17200"/>
                </a:xfrm>
                <a:custGeom>
                  <a:avLst/>
                  <a:gdLst/>
                  <a:ahLst/>
                  <a:cxnLst/>
                  <a:rect l="l" t="t" r="r" b="b"/>
                  <a:pathLst>
                    <a:path w="449" h="688" extrusionOk="0">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9"/>
                <p:cNvSpPr/>
                <p:nvPr/>
              </p:nvSpPr>
              <p:spPr>
                <a:xfrm>
                  <a:off x="5141625" y="2306150"/>
                  <a:ext cx="5250" cy="8000"/>
                </a:xfrm>
                <a:custGeom>
                  <a:avLst/>
                  <a:gdLst/>
                  <a:ahLst/>
                  <a:cxnLst/>
                  <a:rect l="l" t="t" r="r" b="b"/>
                  <a:pathLst>
                    <a:path w="210" h="320" extrusionOk="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9"/>
                <p:cNvSpPr/>
                <p:nvPr/>
              </p:nvSpPr>
              <p:spPr>
                <a:xfrm>
                  <a:off x="5229575" y="1823150"/>
                  <a:ext cx="82950" cy="196300"/>
                </a:xfrm>
                <a:custGeom>
                  <a:avLst/>
                  <a:gdLst/>
                  <a:ahLst/>
                  <a:cxnLst/>
                  <a:rect l="l" t="t" r="r" b="b"/>
                  <a:pathLst>
                    <a:path w="3318" h="7852" extrusionOk="0">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9"/>
                <p:cNvSpPr/>
                <p:nvPr/>
              </p:nvSpPr>
              <p:spPr>
                <a:xfrm>
                  <a:off x="5231925" y="1823375"/>
                  <a:ext cx="68775" cy="13925"/>
                </a:xfrm>
                <a:custGeom>
                  <a:avLst/>
                  <a:gdLst/>
                  <a:ahLst/>
                  <a:cxnLst/>
                  <a:rect l="l" t="t" r="r" b="b"/>
                  <a:pathLst>
                    <a:path w="2751" h="557" extrusionOk="0">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9"/>
                <p:cNvSpPr/>
                <p:nvPr/>
              </p:nvSpPr>
              <p:spPr>
                <a:xfrm>
                  <a:off x="5273175" y="1794500"/>
                  <a:ext cx="35050" cy="10050"/>
                </a:xfrm>
                <a:custGeom>
                  <a:avLst/>
                  <a:gdLst/>
                  <a:ahLst/>
                  <a:cxnLst/>
                  <a:rect l="l" t="t" r="r" b="b"/>
                  <a:pathLst>
                    <a:path w="1402" h="402" extrusionOk="0">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9"/>
                <p:cNvSpPr/>
                <p:nvPr/>
              </p:nvSpPr>
              <p:spPr>
                <a:xfrm>
                  <a:off x="5284975" y="1779250"/>
                  <a:ext cx="27250" cy="9250"/>
                </a:xfrm>
                <a:custGeom>
                  <a:avLst/>
                  <a:gdLst/>
                  <a:ahLst/>
                  <a:cxnLst/>
                  <a:rect l="l" t="t" r="r" b="b"/>
                  <a:pathLst>
                    <a:path w="1090" h="370" extrusionOk="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9"/>
                <p:cNvSpPr/>
                <p:nvPr/>
              </p:nvSpPr>
              <p:spPr>
                <a:xfrm>
                  <a:off x="5284950" y="1973650"/>
                  <a:ext cx="25275" cy="8500"/>
                </a:xfrm>
                <a:custGeom>
                  <a:avLst/>
                  <a:gdLst/>
                  <a:ahLst/>
                  <a:cxnLst/>
                  <a:rect l="l" t="t" r="r" b="b"/>
                  <a:pathLst>
                    <a:path w="1011" h="340" extrusionOk="0">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9"/>
                <p:cNvSpPr/>
                <p:nvPr/>
              </p:nvSpPr>
              <p:spPr>
                <a:xfrm>
                  <a:off x="5284925" y="1991775"/>
                  <a:ext cx="25300" cy="8500"/>
                </a:xfrm>
                <a:custGeom>
                  <a:avLst/>
                  <a:gdLst/>
                  <a:ahLst/>
                  <a:cxnLst/>
                  <a:rect l="l" t="t" r="r" b="b"/>
                  <a:pathLst>
                    <a:path w="1012" h="340" extrusionOk="0">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9"/>
                <p:cNvSpPr/>
                <p:nvPr/>
              </p:nvSpPr>
              <p:spPr>
                <a:xfrm>
                  <a:off x="5284800" y="2009925"/>
                  <a:ext cx="25425" cy="8525"/>
                </a:xfrm>
                <a:custGeom>
                  <a:avLst/>
                  <a:gdLst/>
                  <a:ahLst/>
                  <a:cxnLst/>
                  <a:rect l="l" t="t" r="r" b="b"/>
                  <a:pathLst>
                    <a:path w="1017" h="341" extrusionOk="0">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9"/>
                <p:cNvSpPr/>
                <p:nvPr/>
              </p:nvSpPr>
              <p:spPr>
                <a:xfrm>
                  <a:off x="5284800" y="2028050"/>
                  <a:ext cx="25425" cy="8650"/>
                </a:xfrm>
                <a:custGeom>
                  <a:avLst/>
                  <a:gdLst/>
                  <a:ahLst/>
                  <a:cxnLst/>
                  <a:rect l="l" t="t" r="r" b="b"/>
                  <a:pathLst>
                    <a:path w="1017" h="346" extrusionOk="0">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9"/>
                <p:cNvSpPr/>
                <p:nvPr/>
              </p:nvSpPr>
              <p:spPr>
                <a:xfrm>
                  <a:off x="5284800" y="2046175"/>
                  <a:ext cx="25425" cy="8650"/>
                </a:xfrm>
                <a:custGeom>
                  <a:avLst/>
                  <a:gdLst/>
                  <a:ahLst/>
                  <a:cxnLst/>
                  <a:rect l="l" t="t" r="r" b="b"/>
                  <a:pathLst>
                    <a:path w="1017" h="346" extrusionOk="0">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9"/>
                <p:cNvSpPr/>
                <p:nvPr/>
              </p:nvSpPr>
              <p:spPr>
                <a:xfrm>
                  <a:off x="5284825" y="2064425"/>
                  <a:ext cx="25400" cy="8550"/>
                </a:xfrm>
                <a:custGeom>
                  <a:avLst/>
                  <a:gdLst/>
                  <a:ahLst/>
                  <a:cxnLst/>
                  <a:rect l="l" t="t" r="r" b="b"/>
                  <a:pathLst>
                    <a:path w="1016" h="342" extrusionOk="0">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9"/>
                <p:cNvSpPr/>
                <p:nvPr/>
              </p:nvSpPr>
              <p:spPr>
                <a:xfrm>
                  <a:off x="5284800" y="2082600"/>
                  <a:ext cx="25425" cy="8500"/>
                </a:xfrm>
                <a:custGeom>
                  <a:avLst/>
                  <a:gdLst/>
                  <a:ahLst/>
                  <a:cxnLst/>
                  <a:rect l="l" t="t" r="r" b="b"/>
                  <a:pathLst>
                    <a:path w="1017" h="340" extrusionOk="0">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9"/>
                <p:cNvSpPr/>
                <p:nvPr/>
              </p:nvSpPr>
              <p:spPr>
                <a:xfrm>
                  <a:off x="5284825" y="2100700"/>
                  <a:ext cx="25400" cy="8525"/>
                </a:xfrm>
                <a:custGeom>
                  <a:avLst/>
                  <a:gdLst/>
                  <a:ahLst/>
                  <a:cxnLst/>
                  <a:rect l="l" t="t" r="r" b="b"/>
                  <a:pathLst>
                    <a:path w="1016" h="341" extrusionOk="0">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9"/>
                <p:cNvSpPr/>
                <p:nvPr/>
              </p:nvSpPr>
              <p:spPr>
                <a:xfrm>
                  <a:off x="5284800" y="2118875"/>
                  <a:ext cx="25425" cy="8500"/>
                </a:xfrm>
                <a:custGeom>
                  <a:avLst/>
                  <a:gdLst/>
                  <a:ahLst/>
                  <a:cxnLst/>
                  <a:rect l="l" t="t" r="r" b="b"/>
                  <a:pathLst>
                    <a:path w="1017" h="340" extrusionOk="0">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9"/>
                <p:cNvSpPr/>
                <p:nvPr/>
              </p:nvSpPr>
              <p:spPr>
                <a:xfrm>
                  <a:off x="5218350" y="1840700"/>
                  <a:ext cx="83100" cy="17425"/>
                </a:xfrm>
                <a:custGeom>
                  <a:avLst/>
                  <a:gdLst/>
                  <a:ahLst/>
                  <a:cxnLst/>
                  <a:rect l="l" t="t" r="r" b="b"/>
                  <a:pathLst>
                    <a:path w="3324" h="697" extrusionOk="0">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9"/>
                <p:cNvSpPr/>
                <p:nvPr/>
              </p:nvSpPr>
              <p:spPr>
                <a:xfrm>
                  <a:off x="5208600" y="1889900"/>
                  <a:ext cx="93475" cy="14250"/>
                </a:xfrm>
                <a:custGeom>
                  <a:avLst/>
                  <a:gdLst/>
                  <a:ahLst/>
                  <a:cxnLst/>
                  <a:rect l="l" t="t" r="r" b="b"/>
                  <a:pathLst>
                    <a:path w="3739" h="570" extrusionOk="0">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9"/>
                <p:cNvSpPr/>
                <p:nvPr/>
              </p:nvSpPr>
              <p:spPr>
                <a:xfrm>
                  <a:off x="5210350" y="1863550"/>
                  <a:ext cx="94025" cy="19475"/>
                </a:xfrm>
                <a:custGeom>
                  <a:avLst/>
                  <a:gdLst/>
                  <a:ahLst/>
                  <a:cxnLst/>
                  <a:rect l="l" t="t" r="r" b="b"/>
                  <a:pathLst>
                    <a:path w="3761" h="779" extrusionOk="0">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9"/>
                <p:cNvSpPr/>
                <p:nvPr/>
              </p:nvSpPr>
              <p:spPr>
                <a:xfrm>
                  <a:off x="5213750" y="1912125"/>
                  <a:ext cx="91550" cy="14400"/>
                </a:xfrm>
                <a:custGeom>
                  <a:avLst/>
                  <a:gdLst/>
                  <a:ahLst/>
                  <a:cxnLst/>
                  <a:rect l="l" t="t" r="r" b="b"/>
                  <a:pathLst>
                    <a:path w="3662" h="576" extrusionOk="0">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9"/>
                <p:cNvSpPr/>
                <p:nvPr/>
              </p:nvSpPr>
              <p:spPr>
                <a:xfrm>
                  <a:off x="5219325" y="1931650"/>
                  <a:ext cx="89675" cy="15550"/>
                </a:xfrm>
                <a:custGeom>
                  <a:avLst/>
                  <a:gdLst/>
                  <a:ahLst/>
                  <a:cxnLst/>
                  <a:rect l="l" t="t" r="r" b="b"/>
                  <a:pathLst>
                    <a:path w="3587" h="622" extrusionOk="0">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9"/>
                <p:cNvSpPr/>
                <p:nvPr/>
              </p:nvSpPr>
              <p:spPr>
                <a:xfrm>
                  <a:off x="5221775" y="1955325"/>
                  <a:ext cx="63850" cy="12850"/>
                </a:xfrm>
                <a:custGeom>
                  <a:avLst/>
                  <a:gdLst/>
                  <a:ahLst/>
                  <a:cxnLst/>
                  <a:rect l="l" t="t" r="r" b="b"/>
                  <a:pathLst>
                    <a:path w="2554" h="514" extrusionOk="0">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9"/>
                <p:cNvSpPr/>
                <p:nvPr/>
              </p:nvSpPr>
              <p:spPr>
                <a:xfrm>
                  <a:off x="5229500" y="1975750"/>
                  <a:ext cx="42925" cy="10700"/>
                </a:xfrm>
                <a:custGeom>
                  <a:avLst/>
                  <a:gdLst/>
                  <a:ahLst/>
                  <a:cxnLst/>
                  <a:rect l="l" t="t" r="r" b="b"/>
                  <a:pathLst>
                    <a:path w="1717" h="428" extrusionOk="0">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9"/>
                <p:cNvSpPr/>
                <p:nvPr/>
              </p:nvSpPr>
              <p:spPr>
                <a:xfrm>
                  <a:off x="5296675" y="1774600"/>
                  <a:ext cx="15850" cy="49825"/>
                </a:xfrm>
                <a:custGeom>
                  <a:avLst/>
                  <a:gdLst/>
                  <a:ahLst/>
                  <a:cxnLst/>
                  <a:rect l="l" t="t" r="r" b="b"/>
                  <a:pathLst>
                    <a:path w="634" h="1993" extrusionOk="0">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9"/>
                <p:cNvSpPr/>
                <p:nvPr/>
              </p:nvSpPr>
              <p:spPr>
                <a:xfrm>
                  <a:off x="5194025" y="1804725"/>
                  <a:ext cx="29825" cy="15700"/>
                </a:xfrm>
                <a:custGeom>
                  <a:avLst/>
                  <a:gdLst/>
                  <a:ahLst/>
                  <a:cxnLst/>
                  <a:rect l="l" t="t" r="r" b="b"/>
                  <a:pathLst>
                    <a:path w="1193" h="628" extrusionOk="0">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9"/>
                <p:cNvSpPr/>
                <p:nvPr/>
              </p:nvSpPr>
              <p:spPr>
                <a:xfrm>
                  <a:off x="5219825" y="1800025"/>
                  <a:ext cx="83475" cy="18850"/>
                </a:xfrm>
                <a:custGeom>
                  <a:avLst/>
                  <a:gdLst/>
                  <a:ahLst/>
                  <a:cxnLst/>
                  <a:rect l="l" t="t" r="r" b="b"/>
                  <a:pathLst>
                    <a:path w="3339" h="754" extrusionOk="0">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9"/>
                <p:cNvSpPr/>
                <p:nvPr/>
              </p:nvSpPr>
              <p:spPr>
                <a:xfrm>
                  <a:off x="5299425" y="1955325"/>
                  <a:ext cx="13100" cy="176425"/>
                </a:xfrm>
                <a:custGeom>
                  <a:avLst/>
                  <a:gdLst/>
                  <a:ahLst/>
                  <a:cxnLst/>
                  <a:rect l="l" t="t" r="r" b="b"/>
                  <a:pathLst>
                    <a:path w="524" h="7057" extrusionOk="0">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9"/>
                <p:cNvSpPr/>
                <p:nvPr/>
              </p:nvSpPr>
              <p:spPr>
                <a:xfrm>
                  <a:off x="5350000" y="2221050"/>
                  <a:ext cx="53950" cy="335175"/>
                </a:xfrm>
                <a:custGeom>
                  <a:avLst/>
                  <a:gdLst/>
                  <a:ahLst/>
                  <a:cxnLst/>
                  <a:rect l="l" t="t" r="r" b="b"/>
                  <a:pathLst>
                    <a:path w="2158" h="13407" extrusionOk="0">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9"/>
                <p:cNvSpPr/>
                <p:nvPr/>
              </p:nvSpPr>
              <p:spPr>
                <a:xfrm>
                  <a:off x="5358900" y="2586575"/>
                  <a:ext cx="49825" cy="223850"/>
                </a:xfrm>
                <a:custGeom>
                  <a:avLst/>
                  <a:gdLst/>
                  <a:ahLst/>
                  <a:cxnLst/>
                  <a:rect l="l" t="t" r="r" b="b"/>
                  <a:pathLst>
                    <a:path w="1993" h="8954" extrusionOk="0">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9"/>
                <p:cNvSpPr/>
                <p:nvPr/>
              </p:nvSpPr>
              <p:spPr>
                <a:xfrm>
                  <a:off x="5355675" y="2807700"/>
                  <a:ext cx="32250" cy="24975"/>
                </a:xfrm>
                <a:custGeom>
                  <a:avLst/>
                  <a:gdLst/>
                  <a:ahLst/>
                  <a:cxnLst/>
                  <a:rect l="l" t="t" r="r" b="b"/>
                  <a:pathLst>
                    <a:path w="1290" h="999" extrusionOk="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9"/>
                <p:cNvSpPr/>
                <p:nvPr/>
              </p:nvSpPr>
              <p:spPr>
                <a:xfrm>
                  <a:off x="5354150" y="2830450"/>
                  <a:ext cx="11550" cy="28625"/>
                </a:xfrm>
                <a:custGeom>
                  <a:avLst/>
                  <a:gdLst/>
                  <a:ahLst/>
                  <a:cxnLst/>
                  <a:rect l="l" t="t" r="r" b="b"/>
                  <a:pathLst>
                    <a:path w="462" h="1145" extrusionOk="0">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9"/>
                <p:cNvSpPr/>
                <p:nvPr/>
              </p:nvSpPr>
              <p:spPr>
                <a:xfrm>
                  <a:off x="5363375" y="2831550"/>
                  <a:ext cx="8925" cy="28775"/>
                </a:xfrm>
                <a:custGeom>
                  <a:avLst/>
                  <a:gdLst/>
                  <a:ahLst/>
                  <a:cxnLst/>
                  <a:rect l="l" t="t" r="r" b="b"/>
                  <a:pathLst>
                    <a:path w="357" h="1151" extrusionOk="0">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9"/>
                <p:cNvSpPr/>
                <p:nvPr/>
              </p:nvSpPr>
              <p:spPr>
                <a:xfrm>
                  <a:off x="5372725" y="2833525"/>
                  <a:ext cx="7725" cy="27075"/>
                </a:xfrm>
                <a:custGeom>
                  <a:avLst/>
                  <a:gdLst/>
                  <a:ahLst/>
                  <a:cxnLst/>
                  <a:rect l="l" t="t" r="r" b="b"/>
                  <a:pathLst>
                    <a:path w="309" h="1083" extrusionOk="0">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9"/>
                <p:cNvSpPr/>
                <p:nvPr/>
              </p:nvSpPr>
              <p:spPr>
                <a:xfrm>
                  <a:off x="5353400" y="2882075"/>
                  <a:ext cx="8150" cy="10475"/>
                </a:xfrm>
                <a:custGeom>
                  <a:avLst/>
                  <a:gdLst/>
                  <a:ahLst/>
                  <a:cxnLst/>
                  <a:rect l="l" t="t" r="r" b="b"/>
                  <a:pathLst>
                    <a:path w="326" h="419" extrusionOk="0">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9"/>
                <p:cNvSpPr/>
                <p:nvPr/>
              </p:nvSpPr>
              <p:spPr>
                <a:xfrm>
                  <a:off x="5363675" y="2885275"/>
                  <a:ext cx="8625" cy="12900"/>
                </a:xfrm>
                <a:custGeom>
                  <a:avLst/>
                  <a:gdLst/>
                  <a:ahLst/>
                  <a:cxnLst/>
                  <a:rect l="l" t="t" r="r" b="b"/>
                  <a:pathLst>
                    <a:path w="345" h="516" extrusionOk="0">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9"/>
                <p:cNvSpPr/>
                <p:nvPr/>
              </p:nvSpPr>
              <p:spPr>
                <a:xfrm>
                  <a:off x="5374575" y="2886525"/>
                  <a:ext cx="7400" cy="13900"/>
                </a:xfrm>
                <a:custGeom>
                  <a:avLst/>
                  <a:gdLst/>
                  <a:ahLst/>
                  <a:cxnLst/>
                  <a:rect l="l" t="t" r="r" b="b"/>
                  <a:pathLst>
                    <a:path w="296" h="556" extrusionOk="0">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9"/>
                <p:cNvSpPr/>
                <p:nvPr/>
              </p:nvSpPr>
              <p:spPr>
                <a:xfrm>
                  <a:off x="5384250" y="2885150"/>
                  <a:ext cx="7425" cy="12900"/>
                </a:xfrm>
                <a:custGeom>
                  <a:avLst/>
                  <a:gdLst/>
                  <a:ahLst/>
                  <a:cxnLst/>
                  <a:rect l="l" t="t" r="r" b="b"/>
                  <a:pathLst>
                    <a:path w="297" h="516" extrusionOk="0">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9"/>
                <p:cNvSpPr/>
                <p:nvPr/>
              </p:nvSpPr>
              <p:spPr>
                <a:xfrm>
                  <a:off x="5391375" y="2881775"/>
                  <a:ext cx="6550" cy="9250"/>
                </a:xfrm>
                <a:custGeom>
                  <a:avLst/>
                  <a:gdLst/>
                  <a:ahLst/>
                  <a:cxnLst/>
                  <a:rect l="l" t="t" r="r" b="b"/>
                  <a:pathLst>
                    <a:path w="262" h="370" extrusionOk="0">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9"/>
                <p:cNvSpPr/>
                <p:nvPr/>
              </p:nvSpPr>
              <p:spPr>
                <a:xfrm>
                  <a:off x="5377950" y="2836575"/>
                  <a:ext cx="8500" cy="23350"/>
                </a:xfrm>
                <a:custGeom>
                  <a:avLst/>
                  <a:gdLst/>
                  <a:ahLst/>
                  <a:cxnLst/>
                  <a:rect l="l" t="t" r="r" b="b"/>
                  <a:pathLst>
                    <a:path w="340" h="934" extrusionOk="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9"/>
                <p:cNvSpPr/>
                <p:nvPr/>
              </p:nvSpPr>
              <p:spPr>
                <a:xfrm>
                  <a:off x="5383350" y="2840700"/>
                  <a:ext cx="9475" cy="17500"/>
                </a:xfrm>
                <a:custGeom>
                  <a:avLst/>
                  <a:gdLst/>
                  <a:ahLst/>
                  <a:cxnLst/>
                  <a:rect l="l" t="t" r="r" b="b"/>
                  <a:pathLst>
                    <a:path w="379" h="700" extrusionOk="0">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9"/>
                <p:cNvSpPr/>
                <p:nvPr/>
              </p:nvSpPr>
              <p:spPr>
                <a:xfrm>
                  <a:off x="5352600" y="2860375"/>
                  <a:ext cx="9400" cy="20600"/>
                </a:xfrm>
                <a:custGeom>
                  <a:avLst/>
                  <a:gdLst/>
                  <a:ahLst/>
                  <a:cxnLst/>
                  <a:rect l="l" t="t" r="r" b="b"/>
                  <a:pathLst>
                    <a:path w="376" h="824" extrusionOk="0">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9"/>
                <p:cNvSpPr/>
                <p:nvPr/>
              </p:nvSpPr>
              <p:spPr>
                <a:xfrm>
                  <a:off x="5364450" y="2862075"/>
                  <a:ext cx="7700" cy="21350"/>
                </a:xfrm>
                <a:custGeom>
                  <a:avLst/>
                  <a:gdLst/>
                  <a:ahLst/>
                  <a:cxnLst/>
                  <a:rect l="l" t="t" r="r" b="b"/>
                  <a:pathLst>
                    <a:path w="308" h="854" extrusionOk="0">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9"/>
                <p:cNvSpPr/>
                <p:nvPr/>
              </p:nvSpPr>
              <p:spPr>
                <a:xfrm>
                  <a:off x="5374275" y="2863800"/>
                  <a:ext cx="6325" cy="19550"/>
                </a:xfrm>
                <a:custGeom>
                  <a:avLst/>
                  <a:gdLst/>
                  <a:ahLst/>
                  <a:cxnLst/>
                  <a:rect l="l" t="t" r="r" b="b"/>
                  <a:pathLst>
                    <a:path w="253" h="782" extrusionOk="0">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9"/>
                <p:cNvSpPr/>
                <p:nvPr/>
              </p:nvSpPr>
              <p:spPr>
                <a:xfrm>
                  <a:off x="5383350" y="2863500"/>
                  <a:ext cx="6000" cy="18775"/>
                </a:xfrm>
                <a:custGeom>
                  <a:avLst/>
                  <a:gdLst/>
                  <a:ahLst/>
                  <a:cxnLst/>
                  <a:rect l="l" t="t" r="r" b="b"/>
                  <a:pathLst>
                    <a:path w="240" h="751" extrusionOk="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9"/>
                <p:cNvSpPr/>
                <p:nvPr/>
              </p:nvSpPr>
              <p:spPr>
                <a:xfrm>
                  <a:off x="5390400" y="2862850"/>
                  <a:ext cx="6650" cy="16400"/>
                </a:xfrm>
                <a:custGeom>
                  <a:avLst/>
                  <a:gdLst/>
                  <a:ahLst/>
                  <a:cxnLst/>
                  <a:rect l="l" t="t" r="r" b="b"/>
                  <a:pathLst>
                    <a:path w="266" h="656" extrusionOk="0">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9"/>
                <p:cNvSpPr/>
                <p:nvPr/>
              </p:nvSpPr>
              <p:spPr>
                <a:xfrm>
                  <a:off x="5364275" y="2559325"/>
                  <a:ext cx="40600" cy="32375"/>
                </a:xfrm>
                <a:custGeom>
                  <a:avLst/>
                  <a:gdLst/>
                  <a:ahLst/>
                  <a:cxnLst/>
                  <a:rect l="l" t="t" r="r" b="b"/>
                  <a:pathLst>
                    <a:path w="1624" h="1295" extrusionOk="0">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9"/>
                <p:cNvSpPr/>
                <p:nvPr/>
              </p:nvSpPr>
              <p:spPr>
                <a:xfrm>
                  <a:off x="5404400" y="1818475"/>
                  <a:ext cx="53800" cy="203850"/>
                </a:xfrm>
                <a:custGeom>
                  <a:avLst/>
                  <a:gdLst/>
                  <a:ahLst/>
                  <a:cxnLst/>
                  <a:rect l="l" t="t" r="r" b="b"/>
                  <a:pathLst>
                    <a:path w="2152" h="8154" extrusionOk="0">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9"/>
                <p:cNvSpPr/>
                <p:nvPr/>
              </p:nvSpPr>
              <p:spPr>
                <a:xfrm>
                  <a:off x="5425475" y="2022800"/>
                  <a:ext cx="67000" cy="185725"/>
                </a:xfrm>
                <a:custGeom>
                  <a:avLst/>
                  <a:gdLst/>
                  <a:ahLst/>
                  <a:cxnLst/>
                  <a:rect l="l" t="t" r="r" b="b"/>
                  <a:pathLst>
                    <a:path w="2680" h="7429" extrusionOk="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9"/>
                <p:cNvSpPr/>
                <p:nvPr/>
              </p:nvSpPr>
              <p:spPr>
                <a:xfrm>
                  <a:off x="5465400" y="2212350"/>
                  <a:ext cx="15075" cy="37150"/>
                </a:xfrm>
                <a:custGeom>
                  <a:avLst/>
                  <a:gdLst/>
                  <a:ahLst/>
                  <a:cxnLst/>
                  <a:rect l="l" t="t" r="r" b="b"/>
                  <a:pathLst>
                    <a:path w="603" h="1486" extrusionOk="0">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9"/>
                <p:cNvSpPr/>
                <p:nvPr/>
              </p:nvSpPr>
              <p:spPr>
                <a:xfrm>
                  <a:off x="5465850" y="2254150"/>
                  <a:ext cx="10025" cy="15600"/>
                </a:xfrm>
                <a:custGeom>
                  <a:avLst/>
                  <a:gdLst/>
                  <a:ahLst/>
                  <a:cxnLst/>
                  <a:rect l="l" t="t" r="r" b="b"/>
                  <a:pathLst>
                    <a:path w="401" h="624" extrusionOk="0">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9"/>
                <p:cNvSpPr/>
                <p:nvPr/>
              </p:nvSpPr>
              <p:spPr>
                <a:xfrm>
                  <a:off x="5466175" y="2275925"/>
                  <a:ext cx="5850" cy="10425"/>
                </a:xfrm>
                <a:custGeom>
                  <a:avLst/>
                  <a:gdLst/>
                  <a:ahLst/>
                  <a:cxnLst/>
                  <a:rect l="l" t="t" r="r" b="b"/>
                  <a:pathLst>
                    <a:path w="234" h="417" extrusionOk="0">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9"/>
                <p:cNvSpPr/>
                <p:nvPr/>
              </p:nvSpPr>
              <p:spPr>
                <a:xfrm>
                  <a:off x="5483225" y="2216675"/>
                  <a:ext cx="13400" cy="37100"/>
                </a:xfrm>
                <a:custGeom>
                  <a:avLst/>
                  <a:gdLst/>
                  <a:ahLst/>
                  <a:cxnLst/>
                  <a:rect l="l" t="t" r="r" b="b"/>
                  <a:pathLst>
                    <a:path w="536" h="1484" extrusionOk="0">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9"/>
                <p:cNvSpPr/>
                <p:nvPr/>
              </p:nvSpPr>
              <p:spPr>
                <a:xfrm>
                  <a:off x="5489075" y="2258950"/>
                  <a:ext cx="10300" cy="22800"/>
                </a:xfrm>
                <a:custGeom>
                  <a:avLst/>
                  <a:gdLst/>
                  <a:ahLst/>
                  <a:cxnLst/>
                  <a:rect l="l" t="t" r="r" b="b"/>
                  <a:pathLst>
                    <a:path w="412" h="912" extrusionOk="0">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9"/>
                <p:cNvSpPr/>
                <p:nvPr/>
              </p:nvSpPr>
              <p:spPr>
                <a:xfrm>
                  <a:off x="5483075" y="2286450"/>
                  <a:ext cx="11075" cy="17200"/>
                </a:xfrm>
                <a:custGeom>
                  <a:avLst/>
                  <a:gdLst/>
                  <a:ahLst/>
                  <a:cxnLst/>
                  <a:rect l="l" t="t" r="r" b="b"/>
                  <a:pathLst>
                    <a:path w="443" h="688" extrusionOk="0">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9"/>
                <p:cNvSpPr/>
                <p:nvPr/>
              </p:nvSpPr>
              <p:spPr>
                <a:xfrm>
                  <a:off x="5478150" y="2306150"/>
                  <a:ext cx="5250" cy="8000"/>
                </a:xfrm>
                <a:custGeom>
                  <a:avLst/>
                  <a:gdLst/>
                  <a:ahLst/>
                  <a:cxnLst/>
                  <a:rect l="l" t="t" r="r" b="b"/>
                  <a:pathLst>
                    <a:path w="210" h="320" extrusionOk="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9"/>
                <p:cNvSpPr/>
                <p:nvPr/>
              </p:nvSpPr>
              <p:spPr>
                <a:xfrm>
                  <a:off x="5312500" y="1823150"/>
                  <a:ext cx="82800" cy="196300"/>
                </a:xfrm>
                <a:custGeom>
                  <a:avLst/>
                  <a:gdLst/>
                  <a:ahLst/>
                  <a:cxnLst/>
                  <a:rect l="l" t="t" r="r" b="b"/>
                  <a:pathLst>
                    <a:path w="3312" h="7852" extrusionOk="0">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9"/>
                <p:cNvSpPr/>
                <p:nvPr/>
              </p:nvSpPr>
              <p:spPr>
                <a:xfrm>
                  <a:off x="5324175" y="1823375"/>
                  <a:ext cx="68925" cy="13925"/>
                </a:xfrm>
                <a:custGeom>
                  <a:avLst/>
                  <a:gdLst/>
                  <a:ahLst/>
                  <a:cxnLst/>
                  <a:rect l="l" t="t" r="r" b="b"/>
                  <a:pathLst>
                    <a:path w="2757" h="557" extrusionOk="0">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9"/>
                <p:cNvSpPr/>
                <p:nvPr/>
              </p:nvSpPr>
              <p:spPr>
                <a:xfrm>
                  <a:off x="5316650" y="1794500"/>
                  <a:ext cx="35200" cy="10050"/>
                </a:xfrm>
                <a:custGeom>
                  <a:avLst/>
                  <a:gdLst/>
                  <a:ahLst/>
                  <a:cxnLst/>
                  <a:rect l="l" t="t" r="r" b="b"/>
                  <a:pathLst>
                    <a:path w="1408" h="402" extrusionOk="0">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9"/>
                <p:cNvSpPr/>
                <p:nvPr/>
              </p:nvSpPr>
              <p:spPr>
                <a:xfrm>
                  <a:off x="5312650" y="1779250"/>
                  <a:ext cx="27375" cy="9250"/>
                </a:xfrm>
                <a:custGeom>
                  <a:avLst/>
                  <a:gdLst/>
                  <a:ahLst/>
                  <a:cxnLst/>
                  <a:rect l="l" t="t" r="r" b="b"/>
                  <a:pathLst>
                    <a:path w="1095" h="370" extrusionOk="0">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9"/>
                <p:cNvSpPr/>
                <p:nvPr/>
              </p:nvSpPr>
              <p:spPr>
                <a:xfrm>
                  <a:off x="5314650" y="1973650"/>
                  <a:ext cx="25425" cy="8500"/>
                </a:xfrm>
                <a:custGeom>
                  <a:avLst/>
                  <a:gdLst/>
                  <a:ahLst/>
                  <a:cxnLst/>
                  <a:rect l="l" t="t" r="r" b="b"/>
                  <a:pathLst>
                    <a:path w="1017" h="340" extrusionOk="0">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9"/>
                <p:cNvSpPr/>
                <p:nvPr/>
              </p:nvSpPr>
              <p:spPr>
                <a:xfrm>
                  <a:off x="5314650" y="1991775"/>
                  <a:ext cx="25425" cy="8500"/>
                </a:xfrm>
                <a:custGeom>
                  <a:avLst/>
                  <a:gdLst/>
                  <a:ahLst/>
                  <a:cxnLst/>
                  <a:rect l="l" t="t" r="r" b="b"/>
                  <a:pathLst>
                    <a:path w="1017" h="340" extrusionOk="0">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9"/>
                <p:cNvSpPr/>
                <p:nvPr/>
              </p:nvSpPr>
              <p:spPr>
                <a:xfrm>
                  <a:off x="5314650" y="2009925"/>
                  <a:ext cx="25425" cy="8525"/>
                </a:xfrm>
                <a:custGeom>
                  <a:avLst/>
                  <a:gdLst/>
                  <a:ahLst/>
                  <a:cxnLst/>
                  <a:rect l="l" t="t" r="r" b="b"/>
                  <a:pathLst>
                    <a:path w="1017" h="341" extrusionOk="0">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9"/>
                <p:cNvSpPr/>
                <p:nvPr/>
              </p:nvSpPr>
              <p:spPr>
                <a:xfrm>
                  <a:off x="5314650" y="2028050"/>
                  <a:ext cx="25425" cy="8650"/>
                </a:xfrm>
                <a:custGeom>
                  <a:avLst/>
                  <a:gdLst/>
                  <a:ahLst/>
                  <a:cxnLst/>
                  <a:rect l="l" t="t" r="r" b="b"/>
                  <a:pathLst>
                    <a:path w="1017" h="346" extrusionOk="0">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9"/>
                <p:cNvSpPr/>
                <p:nvPr/>
              </p:nvSpPr>
              <p:spPr>
                <a:xfrm>
                  <a:off x="5314650" y="2046175"/>
                  <a:ext cx="25425" cy="8650"/>
                </a:xfrm>
                <a:custGeom>
                  <a:avLst/>
                  <a:gdLst/>
                  <a:ahLst/>
                  <a:cxnLst/>
                  <a:rect l="l" t="t" r="r" b="b"/>
                  <a:pathLst>
                    <a:path w="1017" h="346" extrusionOk="0">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9"/>
                <p:cNvSpPr/>
                <p:nvPr/>
              </p:nvSpPr>
              <p:spPr>
                <a:xfrm>
                  <a:off x="5314650" y="2064425"/>
                  <a:ext cx="25400" cy="8550"/>
                </a:xfrm>
                <a:custGeom>
                  <a:avLst/>
                  <a:gdLst/>
                  <a:ahLst/>
                  <a:cxnLst/>
                  <a:rect l="l" t="t" r="r" b="b"/>
                  <a:pathLst>
                    <a:path w="1016" h="342" extrusionOk="0">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9"/>
                <p:cNvSpPr/>
                <p:nvPr/>
              </p:nvSpPr>
              <p:spPr>
                <a:xfrm>
                  <a:off x="5314800" y="2082600"/>
                  <a:ext cx="25275" cy="8500"/>
                </a:xfrm>
                <a:custGeom>
                  <a:avLst/>
                  <a:gdLst/>
                  <a:ahLst/>
                  <a:cxnLst/>
                  <a:rect l="l" t="t" r="r" b="b"/>
                  <a:pathLst>
                    <a:path w="1011" h="340" extrusionOk="0">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9"/>
                <p:cNvSpPr/>
                <p:nvPr/>
              </p:nvSpPr>
              <p:spPr>
                <a:xfrm>
                  <a:off x="5314800" y="2100700"/>
                  <a:ext cx="25400" cy="8525"/>
                </a:xfrm>
                <a:custGeom>
                  <a:avLst/>
                  <a:gdLst/>
                  <a:ahLst/>
                  <a:cxnLst/>
                  <a:rect l="l" t="t" r="r" b="b"/>
                  <a:pathLst>
                    <a:path w="1016" h="341" extrusionOk="0">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9"/>
                <p:cNvSpPr/>
                <p:nvPr/>
              </p:nvSpPr>
              <p:spPr>
                <a:xfrm>
                  <a:off x="5314800" y="2118875"/>
                  <a:ext cx="25400" cy="8500"/>
                </a:xfrm>
                <a:custGeom>
                  <a:avLst/>
                  <a:gdLst/>
                  <a:ahLst/>
                  <a:cxnLst/>
                  <a:rect l="l" t="t" r="r" b="b"/>
                  <a:pathLst>
                    <a:path w="1016" h="340" extrusionOk="0">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9"/>
                <p:cNvSpPr/>
                <p:nvPr/>
              </p:nvSpPr>
              <p:spPr>
                <a:xfrm>
                  <a:off x="5323400" y="1840700"/>
                  <a:ext cx="83125" cy="17425"/>
                </a:xfrm>
                <a:custGeom>
                  <a:avLst/>
                  <a:gdLst/>
                  <a:ahLst/>
                  <a:cxnLst/>
                  <a:rect l="l" t="t" r="r" b="b"/>
                  <a:pathLst>
                    <a:path w="3325" h="697" extrusionOk="0">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9"/>
                <p:cNvSpPr/>
                <p:nvPr/>
              </p:nvSpPr>
              <p:spPr>
                <a:xfrm>
                  <a:off x="5322950" y="1889900"/>
                  <a:ext cx="93325" cy="14250"/>
                </a:xfrm>
                <a:custGeom>
                  <a:avLst/>
                  <a:gdLst/>
                  <a:ahLst/>
                  <a:cxnLst/>
                  <a:rect l="l" t="t" r="r" b="b"/>
                  <a:pathLst>
                    <a:path w="3733" h="570" extrusionOk="0">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9"/>
                <p:cNvSpPr/>
                <p:nvPr/>
              </p:nvSpPr>
              <p:spPr>
                <a:xfrm>
                  <a:off x="5320500" y="1863550"/>
                  <a:ext cx="94175" cy="19475"/>
                </a:xfrm>
                <a:custGeom>
                  <a:avLst/>
                  <a:gdLst/>
                  <a:ahLst/>
                  <a:cxnLst/>
                  <a:rect l="l" t="t" r="r" b="b"/>
                  <a:pathLst>
                    <a:path w="3767" h="779" extrusionOk="0">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9"/>
                <p:cNvSpPr/>
                <p:nvPr/>
              </p:nvSpPr>
              <p:spPr>
                <a:xfrm>
                  <a:off x="5319725" y="1912125"/>
                  <a:ext cx="91400" cy="14400"/>
                </a:xfrm>
                <a:custGeom>
                  <a:avLst/>
                  <a:gdLst/>
                  <a:ahLst/>
                  <a:cxnLst/>
                  <a:rect l="l" t="t" r="r" b="b"/>
                  <a:pathLst>
                    <a:path w="3656" h="576" extrusionOk="0">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9"/>
                <p:cNvSpPr/>
                <p:nvPr/>
              </p:nvSpPr>
              <p:spPr>
                <a:xfrm>
                  <a:off x="5316025" y="1931650"/>
                  <a:ext cx="89525" cy="15550"/>
                </a:xfrm>
                <a:custGeom>
                  <a:avLst/>
                  <a:gdLst/>
                  <a:ahLst/>
                  <a:cxnLst/>
                  <a:rect l="l" t="t" r="r" b="b"/>
                  <a:pathLst>
                    <a:path w="3581" h="622" extrusionOk="0">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9"/>
                <p:cNvSpPr/>
                <p:nvPr/>
              </p:nvSpPr>
              <p:spPr>
                <a:xfrm>
                  <a:off x="5339400" y="1955325"/>
                  <a:ext cx="63850" cy="12850"/>
                </a:xfrm>
                <a:custGeom>
                  <a:avLst/>
                  <a:gdLst/>
                  <a:ahLst/>
                  <a:cxnLst/>
                  <a:rect l="l" t="t" r="r" b="b"/>
                  <a:pathLst>
                    <a:path w="2554" h="514" extrusionOk="0">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9"/>
                <p:cNvSpPr/>
                <p:nvPr/>
              </p:nvSpPr>
              <p:spPr>
                <a:xfrm>
                  <a:off x="5352450" y="1975750"/>
                  <a:ext cx="42925" cy="10700"/>
                </a:xfrm>
                <a:custGeom>
                  <a:avLst/>
                  <a:gdLst/>
                  <a:ahLst/>
                  <a:cxnLst/>
                  <a:rect l="l" t="t" r="r" b="b"/>
                  <a:pathLst>
                    <a:path w="1717" h="428" extrusionOk="0">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9"/>
                <p:cNvSpPr/>
                <p:nvPr/>
              </p:nvSpPr>
              <p:spPr>
                <a:xfrm>
                  <a:off x="5312500" y="1774600"/>
                  <a:ext cx="15850" cy="49825"/>
                </a:xfrm>
                <a:custGeom>
                  <a:avLst/>
                  <a:gdLst/>
                  <a:ahLst/>
                  <a:cxnLst/>
                  <a:rect l="l" t="t" r="r" b="b"/>
                  <a:pathLst>
                    <a:path w="634" h="1993" extrusionOk="0">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9"/>
                <p:cNvSpPr/>
                <p:nvPr/>
              </p:nvSpPr>
              <p:spPr>
                <a:xfrm>
                  <a:off x="5401000" y="1804725"/>
                  <a:ext cx="29850" cy="15700"/>
                </a:xfrm>
                <a:custGeom>
                  <a:avLst/>
                  <a:gdLst/>
                  <a:ahLst/>
                  <a:cxnLst/>
                  <a:rect l="l" t="t" r="r" b="b"/>
                  <a:pathLst>
                    <a:path w="1194" h="628" extrusionOk="0">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9"/>
                <p:cNvSpPr/>
                <p:nvPr/>
              </p:nvSpPr>
              <p:spPr>
                <a:xfrm>
                  <a:off x="5321725" y="1800025"/>
                  <a:ext cx="83450" cy="18850"/>
                </a:xfrm>
                <a:custGeom>
                  <a:avLst/>
                  <a:gdLst/>
                  <a:ahLst/>
                  <a:cxnLst/>
                  <a:rect l="l" t="t" r="r" b="b"/>
                  <a:pathLst>
                    <a:path w="3338" h="754" extrusionOk="0">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9"/>
                <p:cNvSpPr/>
                <p:nvPr/>
              </p:nvSpPr>
              <p:spPr>
                <a:xfrm>
                  <a:off x="5312500" y="1955325"/>
                  <a:ext cx="13075" cy="176425"/>
                </a:xfrm>
                <a:custGeom>
                  <a:avLst/>
                  <a:gdLst/>
                  <a:ahLst/>
                  <a:cxnLst/>
                  <a:rect l="l" t="t" r="r" b="b"/>
                  <a:pathLst>
                    <a:path w="523" h="7057" extrusionOk="0">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9"/>
                <p:cNvSpPr/>
                <p:nvPr/>
              </p:nvSpPr>
              <p:spPr>
                <a:xfrm>
                  <a:off x="5253500" y="1613550"/>
                  <a:ext cx="118025" cy="151400"/>
                </a:xfrm>
                <a:custGeom>
                  <a:avLst/>
                  <a:gdLst/>
                  <a:ahLst/>
                  <a:cxnLst/>
                  <a:rect l="l" t="t" r="r" b="b"/>
                  <a:pathLst>
                    <a:path w="4721" h="6056" extrusionOk="0">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9"/>
                <p:cNvSpPr/>
                <p:nvPr/>
              </p:nvSpPr>
              <p:spPr>
                <a:xfrm>
                  <a:off x="5303575" y="1732350"/>
                  <a:ext cx="8500" cy="10800"/>
                </a:xfrm>
                <a:custGeom>
                  <a:avLst/>
                  <a:gdLst/>
                  <a:ahLst/>
                  <a:cxnLst/>
                  <a:rect l="l" t="t" r="r" b="b"/>
                  <a:pathLst>
                    <a:path w="340" h="432" extrusionOk="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9"/>
                <p:cNvSpPr/>
                <p:nvPr/>
              </p:nvSpPr>
              <p:spPr>
                <a:xfrm>
                  <a:off x="5302675" y="1743875"/>
                  <a:ext cx="8775" cy="10600"/>
                </a:xfrm>
                <a:custGeom>
                  <a:avLst/>
                  <a:gdLst/>
                  <a:ahLst/>
                  <a:cxnLst/>
                  <a:rect l="l" t="t" r="r" b="b"/>
                  <a:pathLst>
                    <a:path w="351" h="424" extrusionOk="0">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9"/>
                <p:cNvSpPr/>
                <p:nvPr/>
              </p:nvSpPr>
              <p:spPr>
                <a:xfrm>
                  <a:off x="5298200" y="1731850"/>
                  <a:ext cx="5725" cy="9000"/>
                </a:xfrm>
                <a:custGeom>
                  <a:avLst/>
                  <a:gdLst/>
                  <a:ahLst/>
                  <a:cxnLst/>
                  <a:rect l="l" t="t" r="r" b="b"/>
                  <a:pathLst>
                    <a:path w="229" h="360" extrusionOk="0">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9"/>
                <p:cNvSpPr/>
                <p:nvPr/>
              </p:nvSpPr>
              <p:spPr>
                <a:xfrm>
                  <a:off x="5296975" y="1741950"/>
                  <a:ext cx="5725" cy="8625"/>
                </a:xfrm>
                <a:custGeom>
                  <a:avLst/>
                  <a:gdLst/>
                  <a:ahLst/>
                  <a:cxnLst/>
                  <a:rect l="l" t="t" r="r" b="b"/>
                  <a:pathLst>
                    <a:path w="229" h="345" extrusionOk="0">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9"/>
                <p:cNvSpPr/>
                <p:nvPr/>
              </p:nvSpPr>
              <p:spPr>
                <a:xfrm>
                  <a:off x="5292400" y="1730950"/>
                  <a:ext cx="7375" cy="9250"/>
                </a:xfrm>
                <a:custGeom>
                  <a:avLst/>
                  <a:gdLst/>
                  <a:ahLst/>
                  <a:cxnLst/>
                  <a:rect l="l" t="t" r="r" b="b"/>
                  <a:pathLst>
                    <a:path w="295" h="370" extrusionOk="0">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9"/>
                <p:cNvSpPr/>
                <p:nvPr/>
              </p:nvSpPr>
              <p:spPr>
                <a:xfrm>
                  <a:off x="5290975" y="1739575"/>
                  <a:ext cx="4950" cy="7975"/>
                </a:xfrm>
                <a:custGeom>
                  <a:avLst/>
                  <a:gdLst/>
                  <a:ahLst/>
                  <a:cxnLst/>
                  <a:rect l="l" t="t" r="r" b="b"/>
                  <a:pathLst>
                    <a:path w="198" h="319" extrusionOk="0">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9"/>
                <p:cNvSpPr/>
                <p:nvPr/>
              </p:nvSpPr>
              <p:spPr>
                <a:xfrm>
                  <a:off x="5287300" y="1728425"/>
                  <a:ext cx="5550" cy="8700"/>
                </a:xfrm>
                <a:custGeom>
                  <a:avLst/>
                  <a:gdLst/>
                  <a:ahLst/>
                  <a:cxnLst/>
                  <a:rect l="l" t="t" r="r" b="b"/>
                  <a:pathLst>
                    <a:path w="222" h="348" extrusionOk="0">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9"/>
                <p:cNvSpPr/>
                <p:nvPr/>
              </p:nvSpPr>
              <p:spPr>
                <a:xfrm>
                  <a:off x="5286075" y="1737300"/>
                  <a:ext cx="4925" cy="6950"/>
                </a:xfrm>
                <a:custGeom>
                  <a:avLst/>
                  <a:gdLst/>
                  <a:ahLst/>
                  <a:cxnLst/>
                  <a:rect l="l" t="t" r="r" b="b"/>
                  <a:pathLst>
                    <a:path w="197" h="278" extrusionOk="0">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9"/>
                <p:cNvSpPr/>
                <p:nvPr/>
              </p:nvSpPr>
              <p:spPr>
                <a:xfrm>
                  <a:off x="5281300" y="1734425"/>
                  <a:ext cx="4800" cy="6275"/>
                </a:xfrm>
                <a:custGeom>
                  <a:avLst/>
                  <a:gdLst/>
                  <a:ahLst/>
                  <a:cxnLst/>
                  <a:rect l="l" t="t" r="r" b="b"/>
                  <a:pathLst>
                    <a:path w="192" h="251" extrusionOk="0">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9"/>
                <p:cNvSpPr/>
                <p:nvPr/>
              </p:nvSpPr>
              <p:spPr>
                <a:xfrm>
                  <a:off x="5278550" y="1731675"/>
                  <a:ext cx="2450" cy="5175"/>
                </a:xfrm>
                <a:custGeom>
                  <a:avLst/>
                  <a:gdLst/>
                  <a:ahLst/>
                  <a:cxnLst/>
                  <a:rect l="l" t="t" r="r" b="b"/>
                  <a:pathLst>
                    <a:path w="98" h="207" extrusionOk="0">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9"/>
                <p:cNvSpPr/>
                <p:nvPr/>
              </p:nvSpPr>
              <p:spPr>
                <a:xfrm>
                  <a:off x="5312950" y="1732425"/>
                  <a:ext cx="8325" cy="10775"/>
                </a:xfrm>
                <a:custGeom>
                  <a:avLst/>
                  <a:gdLst/>
                  <a:ahLst/>
                  <a:cxnLst/>
                  <a:rect l="l" t="t" r="r" b="b"/>
                  <a:pathLst>
                    <a:path w="333" h="431" extrusionOk="0">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9"/>
                <p:cNvSpPr/>
                <p:nvPr/>
              </p:nvSpPr>
              <p:spPr>
                <a:xfrm>
                  <a:off x="5313425" y="1743775"/>
                  <a:ext cx="8775" cy="10700"/>
                </a:xfrm>
                <a:custGeom>
                  <a:avLst/>
                  <a:gdLst/>
                  <a:ahLst/>
                  <a:cxnLst/>
                  <a:rect l="l" t="t" r="r" b="b"/>
                  <a:pathLst>
                    <a:path w="351" h="428" extrusionOk="0">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9"/>
                <p:cNvSpPr/>
                <p:nvPr/>
              </p:nvSpPr>
              <p:spPr>
                <a:xfrm>
                  <a:off x="5320950" y="1731850"/>
                  <a:ext cx="5700" cy="9000"/>
                </a:xfrm>
                <a:custGeom>
                  <a:avLst/>
                  <a:gdLst/>
                  <a:ahLst/>
                  <a:cxnLst/>
                  <a:rect l="l" t="t" r="r" b="b"/>
                  <a:pathLst>
                    <a:path w="228" h="360" extrusionOk="0">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9"/>
                <p:cNvSpPr/>
                <p:nvPr/>
              </p:nvSpPr>
              <p:spPr>
                <a:xfrm>
                  <a:off x="5322325" y="1742100"/>
                  <a:ext cx="5725" cy="8575"/>
                </a:xfrm>
                <a:custGeom>
                  <a:avLst/>
                  <a:gdLst/>
                  <a:ahLst/>
                  <a:cxnLst/>
                  <a:rect l="l" t="t" r="r" b="b"/>
                  <a:pathLst>
                    <a:path w="229" h="343" extrusionOk="0">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9"/>
                <p:cNvSpPr/>
                <p:nvPr/>
              </p:nvSpPr>
              <p:spPr>
                <a:xfrm>
                  <a:off x="5325250" y="1730950"/>
                  <a:ext cx="7525" cy="9250"/>
                </a:xfrm>
                <a:custGeom>
                  <a:avLst/>
                  <a:gdLst/>
                  <a:ahLst/>
                  <a:cxnLst/>
                  <a:rect l="l" t="t" r="r" b="b"/>
                  <a:pathLst>
                    <a:path w="301" h="370" extrusionOk="0">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9"/>
                <p:cNvSpPr/>
                <p:nvPr/>
              </p:nvSpPr>
              <p:spPr>
                <a:xfrm>
                  <a:off x="5328950" y="1739725"/>
                  <a:ext cx="5075" cy="7875"/>
                </a:xfrm>
                <a:custGeom>
                  <a:avLst/>
                  <a:gdLst/>
                  <a:ahLst/>
                  <a:cxnLst/>
                  <a:rect l="l" t="t" r="r" b="b"/>
                  <a:pathLst>
                    <a:path w="203" h="315" extrusionOk="0">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9"/>
                <p:cNvSpPr/>
                <p:nvPr/>
              </p:nvSpPr>
              <p:spPr>
                <a:xfrm>
                  <a:off x="5332175" y="1728450"/>
                  <a:ext cx="5400" cy="8675"/>
                </a:xfrm>
                <a:custGeom>
                  <a:avLst/>
                  <a:gdLst/>
                  <a:ahLst/>
                  <a:cxnLst/>
                  <a:rect l="l" t="t" r="r" b="b"/>
                  <a:pathLst>
                    <a:path w="216" h="347" extrusionOk="0">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9"/>
                <p:cNvSpPr/>
                <p:nvPr/>
              </p:nvSpPr>
              <p:spPr>
                <a:xfrm>
                  <a:off x="5334025" y="1737300"/>
                  <a:ext cx="4925" cy="6950"/>
                </a:xfrm>
                <a:custGeom>
                  <a:avLst/>
                  <a:gdLst/>
                  <a:ahLst/>
                  <a:cxnLst/>
                  <a:rect l="l" t="t" r="r" b="b"/>
                  <a:pathLst>
                    <a:path w="197" h="278" extrusionOk="0">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9"/>
                <p:cNvSpPr/>
                <p:nvPr/>
              </p:nvSpPr>
              <p:spPr>
                <a:xfrm>
                  <a:off x="5338925" y="1734425"/>
                  <a:ext cx="4650" cy="6275"/>
                </a:xfrm>
                <a:custGeom>
                  <a:avLst/>
                  <a:gdLst/>
                  <a:ahLst/>
                  <a:cxnLst/>
                  <a:rect l="l" t="t" r="r" b="b"/>
                  <a:pathLst>
                    <a:path w="186" h="251" extrusionOk="0">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9"/>
                <p:cNvSpPr/>
                <p:nvPr/>
              </p:nvSpPr>
              <p:spPr>
                <a:xfrm>
                  <a:off x="5343875" y="1731700"/>
                  <a:ext cx="2600" cy="5300"/>
                </a:xfrm>
                <a:custGeom>
                  <a:avLst/>
                  <a:gdLst/>
                  <a:ahLst/>
                  <a:cxnLst/>
                  <a:rect l="l" t="t" r="r" b="b"/>
                  <a:pathLst>
                    <a:path w="104" h="212" extrusionOk="0">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9"/>
                <p:cNvSpPr/>
                <p:nvPr/>
              </p:nvSpPr>
              <p:spPr>
                <a:xfrm>
                  <a:off x="5339292" y="1726059"/>
                  <a:ext cx="3700" cy="6950"/>
                </a:xfrm>
                <a:custGeom>
                  <a:avLst/>
                  <a:gdLst/>
                  <a:ahLst/>
                  <a:cxnLst/>
                  <a:rect l="l" t="t" r="r" b="b"/>
                  <a:pathLst>
                    <a:path w="148" h="278" extrusionOk="0">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9"/>
                <p:cNvSpPr/>
                <p:nvPr/>
              </p:nvSpPr>
              <p:spPr>
                <a:xfrm>
                  <a:off x="5343592" y="1723309"/>
                  <a:ext cx="3550" cy="7125"/>
                </a:xfrm>
                <a:custGeom>
                  <a:avLst/>
                  <a:gdLst/>
                  <a:ahLst/>
                  <a:cxnLst/>
                  <a:rect l="l" t="t" r="r" b="b"/>
                  <a:pathLst>
                    <a:path w="142" h="285" extrusionOk="0">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9"/>
                <p:cNvSpPr/>
                <p:nvPr/>
              </p:nvSpPr>
              <p:spPr>
                <a:xfrm>
                  <a:off x="5282477" y="1726059"/>
                  <a:ext cx="3700" cy="6950"/>
                </a:xfrm>
                <a:custGeom>
                  <a:avLst/>
                  <a:gdLst/>
                  <a:ahLst/>
                  <a:cxnLst/>
                  <a:rect l="l" t="t" r="r" b="b"/>
                  <a:pathLst>
                    <a:path w="148" h="278" extrusionOk="0">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9"/>
                <p:cNvSpPr/>
                <p:nvPr/>
              </p:nvSpPr>
              <p:spPr>
                <a:xfrm>
                  <a:off x="5278327" y="1723434"/>
                  <a:ext cx="3550" cy="7125"/>
                </a:xfrm>
                <a:custGeom>
                  <a:avLst/>
                  <a:gdLst/>
                  <a:ahLst/>
                  <a:cxnLst/>
                  <a:rect l="l" t="t" r="r" b="b"/>
                  <a:pathLst>
                    <a:path w="142" h="285" extrusionOk="0">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01" name="Google Shape;7201;p89"/>
            <p:cNvSpPr/>
            <p:nvPr/>
          </p:nvSpPr>
          <p:spPr>
            <a:xfrm>
              <a:off x="5206775" y="1548900"/>
              <a:ext cx="193800" cy="222950"/>
            </a:xfrm>
            <a:custGeom>
              <a:avLst/>
              <a:gdLst/>
              <a:ahLst/>
              <a:cxnLst/>
              <a:rect l="l" t="t" r="r" b="b"/>
              <a:pathLst>
                <a:path w="7752" h="8918" extrusionOk="0">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2" name="Google Shape;7202;p89"/>
          <p:cNvGrpSpPr/>
          <p:nvPr/>
        </p:nvGrpSpPr>
        <p:grpSpPr>
          <a:xfrm>
            <a:off x="6644350" y="1548975"/>
            <a:ext cx="389275" cy="1356650"/>
            <a:chOff x="6644350" y="1548975"/>
            <a:chExt cx="389275" cy="1356650"/>
          </a:xfrm>
        </p:grpSpPr>
        <p:sp>
          <p:nvSpPr>
            <p:cNvPr id="7203" name="Google Shape;7203;p89"/>
            <p:cNvSpPr/>
            <p:nvPr/>
          </p:nvSpPr>
          <p:spPr>
            <a:xfrm>
              <a:off x="6746525" y="1620325"/>
              <a:ext cx="178750" cy="170600"/>
            </a:xfrm>
            <a:custGeom>
              <a:avLst/>
              <a:gdLst/>
              <a:ahLst/>
              <a:cxnLst/>
              <a:rect l="l" t="t" r="r" b="b"/>
              <a:pathLst>
                <a:path w="7150" h="6824" extrusionOk="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4" name="Google Shape;7204;p89"/>
            <p:cNvGrpSpPr/>
            <p:nvPr/>
          </p:nvGrpSpPr>
          <p:grpSpPr>
            <a:xfrm>
              <a:off x="6644350" y="1606500"/>
              <a:ext cx="389275" cy="1299125"/>
              <a:chOff x="6644350" y="1606500"/>
              <a:chExt cx="389275" cy="1299125"/>
            </a:xfrm>
          </p:grpSpPr>
          <p:sp>
            <p:nvSpPr>
              <p:cNvPr id="7205" name="Google Shape;7205;p89"/>
              <p:cNvSpPr/>
              <p:nvPr/>
            </p:nvSpPr>
            <p:spPr>
              <a:xfrm>
                <a:off x="6774350" y="1606500"/>
                <a:ext cx="129250" cy="165675"/>
              </a:xfrm>
              <a:custGeom>
                <a:avLst/>
                <a:gdLst/>
                <a:ahLst/>
                <a:cxnLst/>
                <a:rect l="l" t="t" r="r" b="b"/>
                <a:pathLst>
                  <a:path w="5170" h="6627" extrusionOk="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9"/>
              <p:cNvSpPr/>
              <p:nvPr/>
            </p:nvSpPr>
            <p:spPr>
              <a:xfrm>
                <a:off x="6644350"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89"/>
            <p:cNvGrpSpPr/>
            <p:nvPr/>
          </p:nvGrpSpPr>
          <p:grpSpPr>
            <a:xfrm>
              <a:off x="6644800" y="1661800"/>
              <a:ext cx="381750" cy="1218925"/>
              <a:chOff x="6644800" y="1661800"/>
              <a:chExt cx="381750" cy="1218925"/>
            </a:xfrm>
          </p:grpSpPr>
          <p:grpSp>
            <p:nvGrpSpPr>
              <p:cNvPr id="7208" name="Google Shape;7208;p89"/>
              <p:cNvGrpSpPr/>
              <p:nvPr/>
            </p:nvGrpSpPr>
            <p:grpSpPr>
              <a:xfrm>
                <a:off x="6739925" y="1838600"/>
                <a:ext cx="198100" cy="161275"/>
                <a:chOff x="6739925" y="1838600"/>
                <a:chExt cx="198100" cy="161275"/>
              </a:xfrm>
            </p:grpSpPr>
            <p:sp>
              <p:nvSpPr>
                <p:cNvPr id="7209" name="Google Shape;7209;p89"/>
                <p:cNvSpPr/>
                <p:nvPr/>
              </p:nvSpPr>
              <p:spPr>
                <a:xfrm>
                  <a:off x="6739925" y="1838600"/>
                  <a:ext cx="99000" cy="161275"/>
                </a:xfrm>
                <a:custGeom>
                  <a:avLst/>
                  <a:gdLst/>
                  <a:ahLst/>
                  <a:cxnLst/>
                  <a:rect l="l" t="t" r="r" b="b"/>
                  <a:pathLst>
                    <a:path w="3960" h="6451" extrusionOk="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9"/>
                <p:cNvSpPr/>
                <p:nvPr/>
              </p:nvSpPr>
              <p:spPr>
                <a:xfrm>
                  <a:off x="6766200" y="1853800"/>
                  <a:ext cx="72725" cy="127000"/>
                </a:xfrm>
                <a:custGeom>
                  <a:avLst/>
                  <a:gdLst/>
                  <a:ahLst/>
                  <a:cxnLst/>
                  <a:rect l="l" t="t" r="r" b="b"/>
                  <a:pathLst>
                    <a:path w="2909" h="5080" extrusionOk="0">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9"/>
                <p:cNvSpPr/>
                <p:nvPr/>
              </p:nvSpPr>
              <p:spPr>
                <a:xfrm>
                  <a:off x="6839200" y="1838600"/>
                  <a:ext cx="98825" cy="161275"/>
                </a:xfrm>
                <a:custGeom>
                  <a:avLst/>
                  <a:gdLst/>
                  <a:ahLst/>
                  <a:cxnLst/>
                  <a:rect l="l" t="t" r="r" b="b"/>
                  <a:pathLst>
                    <a:path w="3953" h="6451" extrusionOk="0">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9"/>
                <p:cNvSpPr/>
                <p:nvPr/>
              </p:nvSpPr>
              <p:spPr>
                <a:xfrm>
                  <a:off x="6839200" y="1853800"/>
                  <a:ext cx="72700" cy="127000"/>
                </a:xfrm>
                <a:custGeom>
                  <a:avLst/>
                  <a:gdLst/>
                  <a:ahLst/>
                  <a:cxnLst/>
                  <a:rect l="l" t="t" r="r" b="b"/>
                  <a:pathLst>
                    <a:path w="2908" h="5080" extrusionOk="0">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3" name="Google Shape;7213;p89"/>
              <p:cNvSpPr/>
              <p:nvPr/>
            </p:nvSpPr>
            <p:spPr>
              <a:xfrm>
                <a:off x="6662475" y="1804975"/>
                <a:ext cx="179825" cy="462475"/>
              </a:xfrm>
              <a:custGeom>
                <a:avLst/>
                <a:gdLst/>
                <a:ahLst/>
                <a:cxnLst/>
                <a:rect l="l" t="t" r="r" b="b"/>
                <a:pathLst>
                  <a:path w="7193" h="18499" extrusionOk="0">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9"/>
              <p:cNvSpPr/>
              <p:nvPr/>
            </p:nvSpPr>
            <p:spPr>
              <a:xfrm>
                <a:off x="6644800" y="2204650"/>
                <a:ext cx="29925" cy="93050"/>
              </a:xfrm>
              <a:custGeom>
                <a:avLst/>
                <a:gdLst/>
                <a:ahLst/>
                <a:cxnLst/>
                <a:rect l="l" t="t" r="r" b="b"/>
                <a:pathLst>
                  <a:path w="1197" h="3722" extrusionOk="0">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9"/>
              <p:cNvSpPr/>
              <p:nvPr/>
            </p:nvSpPr>
            <p:spPr>
              <a:xfrm>
                <a:off x="6874700" y="1817825"/>
                <a:ext cx="136025" cy="445475"/>
              </a:xfrm>
              <a:custGeom>
                <a:avLst/>
                <a:gdLst/>
                <a:ahLst/>
                <a:cxnLst/>
                <a:rect l="l" t="t" r="r" b="b"/>
                <a:pathLst>
                  <a:path w="5441" h="17819" extrusionOk="0">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9"/>
              <p:cNvSpPr/>
              <p:nvPr/>
            </p:nvSpPr>
            <p:spPr>
              <a:xfrm>
                <a:off x="7004850" y="2187825"/>
                <a:ext cx="21700" cy="93300"/>
              </a:xfrm>
              <a:custGeom>
                <a:avLst/>
                <a:gdLst/>
                <a:ahLst/>
                <a:cxnLst/>
                <a:rect l="l" t="t" r="r" b="b"/>
                <a:pathLst>
                  <a:path w="868" h="3732" fill="none" extrusionOk="0">
                    <a:moveTo>
                      <a:pt x="1" y="0"/>
                    </a:moveTo>
                    <a:cubicBezTo>
                      <a:pt x="1" y="0"/>
                      <a:pt x="867" y="2010"/>
                      <a:pt x="628" y="3731"/>
                    </a:cubicBezTo>
                  </a:path>
                </a:pathLst>
              </a:custGeom>
              <a:noFill/>
              <a:ln w="3850" cap="rnd"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9"/>
              <p:cNvSpPr/>
              <p:nvPr/>
            </p:nvSpPr>
            <p:spPr>
              <a:xfrm>
                <a:off x="6733625" y="1928075"/>
                <a:ext cx="127575" cy="952650"/>
              </a:xfrm>
              <a:custGeom>
                <a:avLst/>
                <a:gdLst/>
                <a:ahLst/>
                <a:cxnLst/>
                <a:rect l="l" t="t" r="r" b="b"/>
                <a:pathLst>
                  <a:path w="5103" h="38106" extrusionOk="0">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9"/>
              <p:cNvSpPr/>
              <p:nvPr/>
            </p:nvSpPr>
            <p:spPr>
              <a:xfrm>
                <a:off x="6840900" y="1921975"/>
                <a:ext cx="88525" cy="958750"/>
              </a:xfrm>
              <a:custGeom>
                <a:avLst/>
                <a:gdLst/>
                <a:ahLst/>
                <a:cxnLst/>
                <a:rect l="l" t="t" r="r" b="b"/>
                <a:pathLst>
                  <a:path w="3541" h="38350" extrusionOk="0">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9"/>
              <p:cNvSpPr/>
              <p:nvPr/>
            </p:nvSpPr>
            <p:spPr>
              <a:xfrm>
                <a:off x="6782350" y="1682025"/>
                <a:ext cx="75150" cy="206625"/>
              </a:xfrm>
              <a:custGeom>
                <a:avLst/>
                <a:gdLst/>
                <a:ahLst/>
                <a:cxnLst/>
                <a:rect l="l" t="t" r="r" b="b"/>
                <a:pathLst>
                  <a:path w="3006" h="8265" extrusionOk="0">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9"/>
              <p:cNvSpPr/>
              <p:nvPr/>
            </p:nvSpPr>
            <p:spPr>
              <a:xfrm>
                <a:off x="6843500" y="1674825"/>
                <a:ext cx="49650" cy="216425"/>
              </a:xfrm>
              <a:custGeom>
                <a:avLst/>
                <a:gdLst/>
                <a:ahLst/>
                <a:cxnLst/>
                <a:rect l="l" t="t" r="r" b="b"/>
                <a:pathLst>
                  <a:path w="1986" h="8657" extrusionOk="0">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9"/>
              <p:cNvSpPr/>
              <p:nvPr/>
            </p:nvSpPr>
            <p:spPr>
              <a:xfrm>
                <a:off x="6663250" y="1824700"/>
                <a:ext cx="189850" cy="422925"/>
              </a:xfrm>
              <a:custGeom>
                <a:avLst/>
                <a:gdLst/>
                <a:ahLst/>
                <a:cxnLst/>
                <a:rect l="l" t="t" r="r" b="b"/>
                <a:pathLst>
                  <a:path w="7594" h="16917" extrusionOk="0">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9"/>
              <p:cNvSpPr/>
              <p:nvPr/>
            </p:nvSpPr>
            <p:spPr>
              <a:xfrm>
                <a:off x="6649875" y="2188025"/>
                <a:ext cx="24350" cy="88625"/>
              </a:xfrm>
              <a:custGeom>
                <a:avLst/>
                <a:gdLst/>
                <a:ahLst/>
                <a:cxnLst/>
                <a:rect l="l" t="t" r="r" b="b"/>
                <a:pathLst>
                  <a:path w="974" h="3545" extrusionOk="0">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9"/>
              <p:cNvSpPr/>
              <p:nvPr/>
            </p:nvSpPr>
            <p:spPr>
              <a:xfrm>
                <a:off x="6750075" y="1931500"/>
                <a:ext cx="118350" cy="761450"/>
              </a:xfrm>
              <a:custGeom>
                <a:avLst/>
                <a:gdLst/>
                <a:ahLst/>
                <a:cxnLst/>
                <a:rect l="l" t="t" r="r" b="b"/>
                <a:pathLst>
                  <a:path w="4734" h="30458" extrusionOk="0">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9"/>
              <p:cNvSpPr/>
              <p:nvPr/>
            </p:nvSpPr>
            <p:spPr>
              <a:xfrm>
                <a:off x="6856000" y="1835150"/>
                <a:ext cx="157625" cy="414925"/>
              </a:xfrm>
              <a:custGeom>
                <a:avLst/>
                <a:gdLst/>
                <a:ahLst/>
                <a:cxnLst/>
                <a:rect l="l" t="t" r="r" b="b"/>
                <a:pathLst>
                  <a:path w="6305" h="16597" extrusionOk="0">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9"/>
              <p:cNvSpPr/>
              <p:nvPr/>
            </p:nvSpPr>
            <p:spPr>
              <a:xfrm>
                <a:off x="7000550" y="2168750"/>
                <a:ext cx="21225" cy="92225"/>
              </a:xfrm>
              <a:custGeom>
                <a:avLst/>
                <a:gdLst/>
                <a:ahLst/>
                <a:cxnLst/>
                <a:rect l="l" t="t" r="r" b="b"/>
                <a:pathLst>
                  <a:path w="849" h="3689" fill="none" extrusionOk="0">
                    <a:moveTo>
                      <a:pt x="0" y="1"/>
                    </a:moveTo>
                    <a:cubicBezTo>
                      <a:pt x="0" y="1"/>
                      <a:pt x="849" y="1212"/>
                      <a:pt x="800" y="3689"/>
                    </a:cubicBezTo>
                  </a:path>
                </a:pathLst>
              </a:custGeom>
              <a:noFill/>
              <a:ln w="3850" cap="rnd"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9"/>
              <p:cNvSpPr/>
              <p:nvPr/>
            </p:nvSpPr>
            <p:spPr>
              <a:xfrm>
                <a:off x="6849800" y="1931475"/>
                <a:ext cx="75325" cy="745800"/>
              </a:xfrm>
              <a:custGeom>
                <a:avLst/>
                <a:gdLst/>
                <a:ahLst/>
                <a:cxnLst/>
                <a:rect l="l" t="t" r="r" b="b"/>
                <a:pathLst>
                  <a:path w="3013" h="29832" extrusionOk="0">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9"/>
              <p:cNvSpPr/>
              <p:nvPr/>
            </p:nvSpPr>
            <p:spPr>
              <a:xfrm>
                <a:off x="6780500" y="1666375"/>
                <a:ext cx="81150" cy="224275"/>
              </a:xfrm>
              <a:custGeom>
                <a:avLst/>
                <a:gdLst/>
                <a:ahLst/>
                <a:cxnLst/>
                <a:rect l="l" t="t" r="r" b="b"/>
                <a:pathLst>
                  <a:path w="3246" h="8971" extrusionOk="0">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9"/>
              <p:cNvSpPr/>
              <p:nvPr/>
            </p:nvSpPr>
            <p:spPr>
              <a:xfrm>
                <a:off x="6844425" y="1661800"/>
                <a:ext cx="48275" cy="231150"/>
              </a:xfrm>
              <a:custGeom>
                <a:avLst/>
                <a:gdLst/>
                <a:ahLst/>
                <a:cxnLst/>
                <a:rect l="l" t="t" r="r" b="b"/>
                <a:pathLst>
                  <a:path w="1931" h="9246" extrusionOk="0">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9" name="Google Shape;7229;p89"/>
              <p:cNvGrpSpPr/>
              <p:nvPr/>
            </p:nvGrpSpPr>
            <p:grpSpPr>
              <a:xfrm>
                <a:off x="6814150" y="1867175"/>
                <a:ext cx="117025" cy="84325"/>
                <a:chOff x="6814150" y="1867175"/>
                <a:chExt cx="117025" cy="84325"/>
              </a:xfrm>
            </p:grpSpPr>
            <p:sp>
              <p:nvSpPr>
                <p:cNvPr id="7230" name="Google Shape;7230;p89"/>
                <p:cNvSpPr/>
                <p:nvPr/>
              </p:nvSpPr>
              <p:spPr>
                <a:xfrm>
                  <a:off x="6828600" y="1867175"/>
                  <a:ext cx="102575" cy="78800"/>
                </a:xfrm>
                <a:custGeom>
                  <a:avLst/>
                  <a:gdLst/>
                  <a:ahLst/>
                  <a:cxnLst/>
                  <a:rect l="l" t="t" r="r" b="b"/>
                  <a:pathLst>
                    <a:path w="4103" h="3152" extrusionOk="0">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9"/>
                <p:cNvSpPr/>
                <p:nvPr/>
              </p:nvSpPr>
              <p:spPr>
                <a:xfrm>
                  <a:off x="6814150" y="1872700"/>
                  <a:ext cx="102425" cy="78800"/>
                </a:xfrm>
                <a:custGeom>
                  <a:avLst/>
                  <a:gdLst/>
                  <a:ahLst/>
                  <a:cxnLst/>
                  <a:rect l="l" t="t" r="r" b="b"/>
                  <a:pathLst>
                    <a:path w="4097" h="3152" extrusionOk="0">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32" name="Google Shape;7232;p89"/>
            <p:cNvSpPr/>
            <p:nvPr/>
          </p:nvSpPr>
          <p:spPr>
            <a:xfrm>
              <a:off x="6733325"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3" name="Google Shape;7233;p89"/>
          <p:cNvGrpSpPr/>
          <p:nvPr/>
        </p:nvGrpSpPr>
        <p:grpSpPr>
          <a:xfrm>
            <a:off x="7301946" y="1542722"/>
            <a:ext cx="911707" cy="2849020"/>
            <a:chOff x="2972675" y="239500"/>
            <a:chExt cx="1672550" cy="5226600"/>
          </a:xfrm>
        </p:grpSpPr>
        <p:sp>
          <p:nvSpPr>
            <p:cNvPr id="7234" name="Google Shape;7234;p89"/>
            <p:cNvSpPr/>
            <p:nvPr/>
          </p:nvSpPr>
          <p:spPr>
            <a:xfrm>
              <a:off x="3015600" y="239500"/>
              <a:ext cx="793250" cy="1764400"/>
            </a:xfrm>
            <a:custGeom>
              <a:avLst/>
              <a:gdLst/>
              <a:ahLst/>
              <a:cxnLst/>
              <a:rect l="l" t="t" r="r" b="b"/>
              <a:pathLst>
                <a:path w="31730" h="70576" extrusionOk="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9"/>
            <p:cNvSpPr/>
            <p:nvPr/>
          </p:nvSpPr>
          <p:spPr>
            <a:xfrm>
              <a:off x="3625625" y="240400"/>
              <a:ext cx="976900" cy="1586950"/>
            </a:xfrm>
            <a:custGeom>
              <a:avLst/>
              <a:gdLst/>
              <a:ahLst/>
              <a:cxnLst/>
              <a:rect l="l" t="t" r="r" b="b"/>
              <a:pathLst>
                <a:path w="39076" h="63478" extrusionOk="0">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9"/>
            <p:cNvSpPr/>
            <p:nvPr/>
          </p:nvSpPr>
          <p:spPr>
            <a:xfrm>
              <a:off x="3804225" y="1637225"/>
              <a:ext cx="841000" cy="3828875"/>
            </a:xfrm>
            <a:custGeom>
              <a:avLst/>
              <a:gdLst/>
              <a:ahLst/>
              <a:cxnLst/>
              <a:rect l="l" t="t" r="r" b="b"/>
              <a:pathLst>
                <a:path w="33640" h="153155" extrusionOk="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9"/>
            <p:cNvSpPr/>
            <p:nvPr/>
          </p:nvSpPr>
          <p:spPr>
            <a:xfrm>
              <a:off x="2972675" y="1826400"/>
              <a:ext cx="1037300" cy="3639700"/>
            </a:xfrm>
            <a:custGeom>
              <a:avLst/>
              <a:gdLst/>
              <a:ahLst/>
              <a:cxnLst/>
              <a:rect l="l" t="t" r="r" b="b"/>
              <a:pathLst>
                <a:path w="41492" h="145588" extrusionOk="0">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241"/>
        <p:cNvGrpSpPr/>
        <p:nvPr/>
      </p:nvGrpSpPr>
      <p:grpSpPr>
        <a:xfrm>
          <a:off x="0" y="0"/>
          <a:ext cx="0" cy="0"/>
          <a:chOff x="0" y="0"/>
          <a:chExt cx="0" cy="0"/>
        </a:xfrm>
      </p:grpSpPr>
      <p:grpSp>
        <p:nvGrpSpPr>
          <p:cNvPr id="7242" name="Google Shape;7242;p90"/>
          <p:cNvGrpSpPr/>
          <p:nvPr/>
        </p:nvGrpSpPr>
        <p:grpSpPr>
          <a:xfrm>
            <a:off x="3934280" y="1542757"/>
            <a:ext cx="557364" cy="1310345"/>
            <a:chOff x="3934280" y="1542757"/>
            <a:chExt cx="557364" cy="1310345"/>
          </a:xfrm>
        </p:grpSpPr>
        <p:sp>
          <p:nvSpPr>
            <p:cNvPr id="7243" name="Google Shape;7243;p90"/>
            <p:cNvSpPr/>
            <p:nvPr/>
          </p:nvSpPr>
          <p:spPr>
            <a:xfrm>
              <a:off x="398447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44" name="Google Shape;7244;p90"/>
            <p:cNvGrpSpPr/>
            <p:nvPr/>
          </p:nvGrpSpPr>
          <p:grpSpPr>
            <a:xfrm>
              <a:off x="3934280" y="1542757"/>
              <a:ext cx="557364" cy="1277423"/>
              <a:chOff x="3934280" y="1542757"/>
              <a:chExt cx="557364" cy="1277423"/>
            </a:xfrm>
          </p:grpSpPr>
          <p:sp>
            <p:nvSpPr>
              <p:cNvPr id="7245" name="Google Shape;7245;p90"/>
              <p:cNvSpPr/>
              <p:nvPr/>
            </p:nvSpPr>
            <p:spPr>
              <a:xfrm>
                <a:off x="4029892" y="1674397"/>
                <a:ext cx="366821" cy="342104"/>
              </a:xfrm>
              <a:custGeom>
                <a:avLst/>
                <a:gdLst/>
                <a:ahLst/>
                <a:cxnLst/>
                <a:rect l="l" t="t" r="r" b="b"/>
                <a:pathLst>
                  <a:path w="14529" h="13550" extrusionOk="0">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46" name="Google Shape;7246;p90"/>
              <p:cNvGrpSpPr/>
              <p:nvPr/>
            </p:nvGrpSpPr>
            <p:grpSpPr>
              <a:xfrm>
                <a:off x="3934280" y="1547529"/>
                <a:ext cx="557364" cy="1272651"/>
                <a:chOff x="3934280" y="1547529"/>
                <a:chExt cx="557364" cy="1272651"/>
              </a:xfrm>
            </p:grpSpPr>
            <p:sp>
              <p:nvSpPr>
                <p:cNvPr id="7247" name="Google Shape;7247;p90"/>
                <p:cNvSpPr/>
                <p:nvPr/>
              </p:nvSpPr>
              <p:spPr>
                <a:xfrm>
                  <a:off x="3934280" y="1547529"/>
                  <a:ext cx="557364" cy="1272651"/>
                </a:xfrm>
                <a:custGeom>
                  <a:avLst/>
                  <a:gdLst/>
                  <a:ahLst/>
                  <a:cxnLst/>
                  <a:rect l="l" t="t" r="r" b="b"/>
                  <a:pathLst>
                    <a:path w="22076" h="50407" extrusionOk="0">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48" name="Google Shape;7248;p90"/>
                <p:cNvGrpSpPr/>
                <p:nvPr/>
              </p:nvGrpSpPr>
              <p:grpSpPr>
                <a:xfrm>
                  <a:off x="4110861" y="1813763"/>
                  <a:ext cx="203394" cy="542342"/>
                  <a:chOff x="4110861" y="1813763"/>
                  <a:chExt cx="203394" cy="542342"/>
                </a:xfrm>
              </p:grpSpPr>
              <p:sp>
                <p:nvSpPr>
                  <p:cNvPr id="7249" name="Google Shape;7249;p90"/>
                  <p:cNvSpPr/>
                  <p:nvPr/>
                </p:nvSpPr>
                <p:spPr>
                  <a:xfrm>
                    <a:off x="4137017" y="2221182"/>
                    <a:ext cx="144163" cy="105509"/>
                  </a:xfrm>
                  <a:custGeom>
                    <a:avLst/>
                    <a:gdLst/>
                    <a:ahLst/>
                    <a:cxnLst/>
                    <a:rect l="l" t="t" r="r" b="b"/>
                    <a:pathLst>
                      <a:path w="5710" h="4179" extrusionOk="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0"/>
                  <p:cNvSpPr/>
                  <p:nvPr/>
                </p:nvSpPr>
                <p:spPr>
                  <a:xfrm>
                    <a:off x="4115128" y="2184851"/>
                    <a:ext cx="197334" cy="171254"/>
                  </a:xfrm>
                  <a:custGeom>
                    <a:avLst/>
                    <a:gdLst/>
                    <a:ahLst/>
                    <a:cxnLst/>
                    <a:rect l="l" t="t" r="r" b="b"/>
                    <a:pathLst>
                      <a:path w="7816" h="6783" extrusionOk="0">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0"/>
                  <p:cNvSpPr/>
                  <p:nvPr/>
                </p:nvSpPr>
                <p:spPr>
                  <a:xfrm>
                    <a:off x="4181933" y="2108074"/>
                    <a:ext cx="132322" cy="113765"/>
                  </a:xfrm>
                  <a:custGeom>
                    <a:avLst/>
                    <a:gdLst/>
                    <a:ahLst/>
                    <a:cxnLst/>
                    <a:rect l="l" t="t" r="r" b="b"/>
                    <a:pathLst>
                      <a:path w="5241" h="4506" extrusionOk="0">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2" name="Google Shape;7252;p90"/>
                  <p:cNvGrpSpPr/>
                  <p:nvPr/>
                </p:nvGrpSpPr>
                <p:grpSpPr>
                  <a:xfrm>
                    <a:off x="4162846" y="1813763"/>
                    <a:ext cx="96622" cy="297542"/>
                    <a:chOff x="4162846" y="1813763"/>
                    <a:chExt cx="96622" cy="297542"/>
                  </a:xfrm>
                </p:grpSpPr>
                <p:sp>
                  <p:nvSpPr>
                    <p:cNvPr id="7253" name="Google Shape;7253;p90"/>
                    <p:cNvSpPr/>
                    <p:nvPr/>
                  </p:nvSpPr>
                  <p:spPr>
                    <a:xfrm>
                      <a:off x="4198899" y="1837951"/>
                      <a:ext cx="24692" cy="273355"/>
                    </a:xfrm>
                    <a:custGeom>
                      <a:avLst/>
                      <a:gdLst/>
                      <a:ahLst/>
                      <a:cxnLst/>
                      <a:rect l="l" t="t" r="r" b="b"/>
                      <a:pathLst>
                        <a:path w="978" h="10827" extrusionOk="0">
                          <a:moveTo>
                            <a:pt x="0" y="0"/>
                          </a:moveTo>
                          <a:lnTo>
                            <a:pt x="0" y="10826"/>
                          </a:lnTo>
                          <a:lnTo>
                            <a:pt x="978" y="10826"/>
                          </a:lnTo>
                          <a:lnTo>
                            <a:pt x="97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0"/>
                    <p:cNvSpPr/>
                    <p:nvPr/>
                  </p:nvSpPr>
                  <p:spPr>
                    <a:xfrm>
                      <a:off x="4162846" y="1813763"/>
                      <a:ext cx="96622" cy="60089"/>
                    </a:xfrm>
                    <a:custGeom>
                      <a:avLst/>
                      <a:gdLst/>
                      <a:ahLst/>
                      <a:cxnLst/>
                      <a:rect l="l" t="t" r="r" b="b"/>
                      <a:pathLst>
                        <a:path w="3827" h="2380" extrusionOk="0">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5" name="Google Shape;7255;p90"/>
                  <p:cNvSpPr/>
                  <p:nvPr/>
                </p:nvSpPr>
                <p:spPr>
                  <a:xfrm>
                    <a:off x="4110861" y="2098530"/>
                    <a:ext cx="171153" cy="103767"/>
                  </a:xfrm>
                  <a:custGeom>
                    <a:avLst/>
                    <a:gdLst/>
                    <a:ahLst/>
                    <a:cxnLst/>
                    <a:rect l="l" t="t" r="r" b="b"/>
                    <a:pathLst>
                      <a:path w="6779" h="4110" extrusionOk="0">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56" name="Google Shape;7256;p90"/>
              <p:cNvSpPr/>
              <p:nvPr/>
            </p:nvSpPr>
            <p:spPr>
              <a:xfrm>
                <a:off x="4006210" y="1542757"/>
                <a:ext cx="406939" cy="325163"/>
              </a:xfrm>
              <a:custGeom>
                <a:avLst/>
                <a:gdLst/>
                <a:ahLst/>
                <a:cxnLst/>
                <a:rect l="l" t="t" r="r" b="b"/>
                <a:pathLst>
                  <a:path w="16118" h="12879" extrusionOk="0">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57" name="Google Shape;7257;p90"/>
          <p:cNvGrpSpPr/>
          <p:nvPr/>
        </p:nvGrpSpPr>
        <p:grpSpPr>
          <a:xfrm>
            <a:off x="1920489" y="1542757"/>
            <a:ext cx="558020" cy="1310345"/>
            <a:chOff x="1920489" y="1542757"/>
            <a:chExt cx="558020" cy="1310345"/>
          </a:xfrm>
        </p:grpSpPr>
        <p:sp>
          <p:nvSpPr>
            <p:cNvPr id="7258" name="Google Shape;7258;p90"/>
            <p:cNvSpPr/>
            <p:nvPr/>
          </p:nvSpPr>
          <p:spPr>
            <a:xfrm>
              <a:off x="1970681" y="2803693"/>
              <a:ext cx="457636" cy="49409"/>
            </a:xfrm>
            <a:custGeom>
              <a:avLst/>
              <a:gdLst/>
              <a:ahLst/>
              <a:cxnLst/>
              <a:rect l="l" t="t" r="r" b="b"/>
              <a:pathLst>
                <a:path w="18126" h="1957" extrusionOk="0">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9" name="Google Shape;7259;p90"/>
            <p:cNvGrpSpPr/>
            <p:nvPr/>
          </p:nvGrpSpPr>
          <p:grpSpPr>
            <a:xfrm>
              <a:off x="1920489" y="1542757"/>
              <a:ext cx="558020" cy="1277423"/>
              <a:chOff x="1920489" y="1542757"/>
              <a:chExt cx="558020" cy="1277423"/>
            </a:xfrm>
          </p:grpSpPr>
          <p:sp>
            <p:nvSpPr>
              <p:cNvPr id="7260" name="Google Shape;7260;p90"/>
              <p:cNvSpPr/>
              <p:nvPr/>
            </p:nvSpPr>
            <p:spPr>
              <a:xfrm>
                <a:off x="2013955" y="1674397"/>
                <a:ext cx="366972" cy="342104"/>
              </a:xfrm>
              <a:custGeom>
                <a:avLst/>
                <a:gdLst/>
                <a:ahLst/>
                <a:cxnLst/>
                <a:rect l="l" t="t" r="r" b="b"/>
                <a:pathLst>
                  <a:path w="14535" h="13550" extrusionOk="0">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1" name="Google Shape;7261;p90"/>
              <p:cNvGrpSpPr/>
              <p:nvPr/>
            </p:nvGrpSpPr>
            <p:grpSpPr>
              <a:xfrm>
                <a:off x="1920489" y="1545534"/>
                <a:ext cx="558020" cy="1274645"/>
                <a:chOff x="1920489" y="1545534"/>
                <a:chExt cx="558020" cy="1274645"/>
              </a:xfrm>
            </p:grpSpPr>
            <p:sp>
              <p:nvSpPr>
                <p:cNvPr id="7262" name="Google Shape;7262;p90"/>
                <p:cNvSpPr/>
                <p:nvPr/>
              </p:nvSpPr>
              <p:spPr>
                <a:xfrm>
                  <a:off x="1920489" y="1545534"/>
                  <a:ext cx="558020" cy="1274645"/>
                </a:xfrm>
                <a:custGeom>
                  <a:avLst/>
                  <a:gdLst/>
                  <a:ahLst/>
                  <a:cxnLst/>
                  <a:rect l="l" t="t" r="r" b="b"/>
                  <a:pathLst>
                    <a:path w="22102" h="50486" extrusionOk="0">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3" name="Google Shape;7263;p90"/>
                <p:cNvGrpSpPr/>
                <p:nvPr/>
              </p:nvGrpSpPr>
              <p:grpSpPr>
                <a:xfrm>
                  <a:off x="1962122" y="1668313"/>
                  <a:ext cx="474931" cy="1079962"/>
                  <a:chOff x="1962122" y="1668313"/>
                  <a:chExt cx="474931" cy="1079962"/>
                </a:xfrm>
              </p:grpSpPr>
              <p:sp>
                <p:nvSpPr>
                  <p:cNvPr id="7264" name="Google Shape;7264;p90"/>
                  <p:cNvSpPr/>
                  <p:nvPr/>
                </p:nvSpPr>
                <p:spPr>
                  <a:xfrm>
                    <a:off x="2216238" y="2023419"/>
                    <a:ext cx="208469" cy="330591"/>
                  </a:xfrm>
                  <a:custGeom>
                    <a:avLst/>
                    <a:gdLst/>
                    <a:ahLst/>
                    <a:cxnLst/>
                    <a:rect l="l" t="t" r="r" b="b"/>
                    <a:pathLst>
                      <a:path w="8257" h="13094" extrusionOk="0">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0"/>
                  <p:cNvSpPr/>
                  <p:nvPr/>
                </p:nvSpPr>
                <p:spPr>
                  <a:xfrm>
                    <a:off x="2368581" y="2194344"/>
                    <a:ext cx="16461" cy="95158"/>
                  </a:xfrm>
                  <a:custGeom>
                    <a:avLst/>
                    <a:gdLst/>
                    <a:ahLst/>
                    <a:cxnLst/>
                    <a:rect l="l" t="t" r="r" b="b"/>
                    <a:pathLst>
                      <a:path w="652" h="3769" extrusionOk="0">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0"/>
                  <p:cNvSpPr/>
                  <p:nvPr/>
                </p:nvSpPr>
                <p:spPr>
                  <a:xfrm>
                    <a:off x="2394359" y="2265643"/>
                    <a:ext cx="37922" cy="41633"/>
                  </a:xfrm>
                  <a:custGeom>
                    <a:avLst/>
                    <a:gdLst/>
                    <a:ahLst/>
                    <a:cxnLst/>
                    <a:rect l="l" t="t" r="r" b="b"/>
                    <a:pathLst>
                      <a:path w="1502" h="1649" extrusionOk="0">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0"/>
                  <p:cNvSpPr/>
                  <p:nvPr/>
                </p:nvSpPr>
                <p:spPr>
                  <a:xfrm>
                    <a:off x="2340607" y="2111709"/>
                    <a:ext cx="19516" cy="47137"/>
                  </a:xfrm>
                  <a:custGeom>
                    <a:avLst/>
                    <a:gdLst/>
                    <a:ahLst/>
                    <a:cxnLst/>
                    <a:rect l="l" t="t" r="r" b="b"/>
                    <a:pathLst>
                      <a:path w="773" h="1867" extrusionOk="0">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0"/>
                  <p:cNvSpPr/>
                  <p:nvPr/>
                </p:nvSpPr>
                <p:spPr>
                  <a:xfrm>
                    <a:off x="2201393" y="2148823"/>
                    <a:ext cx="59104" cy="412519"/>
                  </a:xfrm>
                  <a:custGeom>
                    <a:avLst/>
                    <a:gdLst/>
                    <a:ahLst/>
                    <a:cxnLst/>
                    <a:rect l="l" t="t" r="r" b="b"/>
                    <a:pathLst>
                      <a:path w="2341" h="16339" extrusionOk="0">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0"/>
                  <p:cNvSpPr/>
                  <p:nvPr/>
                </p:nvSpPr>
                <p:spPr>
                  <a:xfrm>
                    <a:off x="2239239" y="2442679"/>
                    <a:ext cx="41482" cy="305596"/>
                  </a:xfrm>
                  <a:custGeom>
                    <a:avLst/>
                    <a:gdLst/>
                    <a:ahLst/>
                    <a:cxnLst/>
                    <a:rect l="l" t="t" r="r" b="b"/>
                    <a:pathLst>
                      <a:path w="1643" h="12104" extrusionOk="0">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0"/>
                  <p:cNvSpPr/>
                  <p:nvPr/>
                </p:nvSpPr>
                <p:spPr>
                  <a:xfrm>
                    <a:off x="2213991" y="2290184"/>
                    <a:ext cx="72814" cy="157115"/>
                  </a:xfrm>
                  <a:custGeom>
                    <a:avLst/>
                    <a:gdLst/>
                    <a:ahLst/>
                    <a:cxnLst/>
                    <a:rect l="l" t="t" r="r" b="b"/>
                    <a:pathLst>
                      <a:path w="2884" h="6223" extrusionOk="0">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0"/>
                  <p:cNvSpPr/>
                  <p:nvPr/>
                </p:nvSpPr>
                <p:spPr>
                  <a:xfrm>
                    <a:off x="2212729" y="1986709"/>
                    <a:ext cx="44309" cy="95284"/>
                  </a:xfrm>
                  <a:custGeom>
                    <a:avLst/>
                    <a:gdLst/>
                    <a:ahLst/>
                    <a:cxnLst/>
                    <a:rect l="l" t="t" r="r" b="b"/>
                    <a:pathLst>
                      <a:path w="1755" h="3774" extrusionOk="0">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0"/>
                  <p:cNvSpPr/>
                  <p:nvPr/>
                </p:nvSpPr>
                <p:spPr>
                  <a:xfrm>
                    <a:off x="2279054" y="1992188"/>
                    <a:ext cx="34968" cy="41608"/>
                  </a:xfrm>
                  <a:custGeom>
                    <a:avLst/>
                    <a:gdLst/>
                    <a:ahLst/>
                    <a:cxnLst/>
                    <a:rect l="l" t="t" r="r" b="b"/>
                    <a:pathLst>
                      <a:path w="1385" h="1648" extrusionOk="0">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0"/>
                  <p:cNvSpPr/>
                  <p:nvPr/>
                </p:nvSpPr>
                <p:spPr>
                  <a:xfrm>
                    <a:off x="2199777" y="2195405"/>
                    <a:ext cx="63346" cy="88492"/>
                  </a:xfrm>
                  <a:custGeom>
                    <a:avLst/>
                    <a:gdLst/>
                    <a:ahLst/>
                    <a:cxnLst/>
                    <a:rect l="l" t="t" r="r" b="b"/>
                    <a:pathLst>
                      <a:path w="2509" h="3505" extrusionOk="0">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0"/>
                  <p:cNvSpPr/>
                  <p:nvPr/>
                </p:nvSpPr>
                <p:spPr>
                  <a:xfrm>
                    <a:off x="2221792" y="2239411"/>
                    <a:ext cx="22294" cy="28050"/>
                  </a:xfrm>
                  <a:custGeom>
                    <a:avLst/>
                    <a:gdLst/>
                    <a:ahLst/>
                    <a:cxnLst/>
                    <a:rect l="l" t="t" r="r" b="b"/>
                    <a:pathLst>
                      <a:path w="883" h="1111" extrusionOk="0">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0"/>
                  <p:cNvSpPr/>
                  <p:nvPr/>
                </p:nvSpPr>
                <p:spPr>
                  <a:xfrm>
                    <a:off x="2210280" y="2374106"/>
                    <a:ext cx="38906" cy="52641"/>
                  </a:xfrm>
                  <a:custGeom>
                    <a:avLst/>
                    <a:gdLst/>
                    <a:ahLst/>
                    <a:cxnLst/>
                    <a:rect l="l" t="t" r="r" b="b"/>
                    <a:pathLst>
                      <a:path w="1541" h="2085" extrusionOk="0">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0"/>
                  <p:cNvSpPr/>
                  <p:nvPr/>
                </p:nvSpPr>
                <p:spPr>
                  <a:xfrm>
                    <a:off x="2218662" y="2617189"/>
                    <a:ext cx="41557" cy="54080"/>
                  </a:xfrm>
                  <a:custGeom>
                    <a:avLst/>
                    <a:gdLst/>
                    <a:ahLst/>
                    <a:cxnLst/>
                    <a:rect l="l" t="t" r="r" b="b"/>
                    <a:pathLst>
                      <a:path w="1646" h="2142" extrusionOk="0">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0"/>
                  <p:cNvSpPr/>
                  <p:nvPr/>
                </p:nvSpPr>
                <p:spPr>
                  <a:xfrm>
                    <a:off x="2211719" y="2047278"/>
                    <a:ext cx="225334" cy="286004"/>
                  </a:xfrm>
                  <a:custGeom>
                    <a:avLst/>
                    <a:gdLst/>
                    <a:ahLst/>
                    <a:cxnLst/>
                    <a:rect l="l" t="t" r="r" b="b"/>
                    <a:pathLst>
                      <a:path w="8925" h="11328" extrusionOk="0">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0"/>
                  <p:cNvSpPr/>
                  <p:nvPr/>
                </p:nvSpPr>
                <p:spPr>
                  <a:xfrm>
                    <a:off x="2206972" y="2154100"/>
                    <a:ext cx="77863" cy="447234"/>
                  </a:xfrm>
                  <a:custGeom>
                    <a:avLst/>
                    <a:gdLst/>
                    <a:ahLst/>
                    <a:cxnLst/>
                    <a:rect l="l" t="t" r="r" b="b"/>
                    <a:pathLst>
                      <a:path w="3084" h="17714" extrusionOk="0">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0"/>
                  <p:cNvSpPr/>
                  <p:nvPr/>
                </p:nvSpPr>
                <p:spPr>
                  <a:xfrm>
                    <a:off x="2192834" y="2298566"/>
                    <a:ext cx="26308" cy="34715"/>
                  </a:xfrm>
                  <a:custGeom>
                    <a:avLst/>
                    <a:gdLst/>
                    <a:ahLst/>
                    <a:cxnLst/>
                    <a:rect l="l" t="t" r="r" b="b"/>
                    <a:pathLst>
                      <a:path w="1042" h="1375" extrusionOk="0">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0"/>
                  <p:cNvSpPr/>
                  <p:nvPr/>
                </p:nvSpPr>
                <p:spPr>
                  <a:xfrm>
                    <a:off x="2265748" y="2512841"/>
                    <a:ext cx="26005" cy="78772"/>
                  </a:xfrm>
                  <a:custGeom>
                    <a:avLst/>
                    <a:gdLst/>
                    <a:ahLst/>
                    <a:cxnLst/>
                    <a:rect l="l" t="t" r="r" b="b"/>
                    <a:pathLst>
                      <a:path w="1030" h="3120" extrusionOk="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0"/>
                  <p:cNvSpPr/>
                  <p:nvPr/>
                </p:nvSpPr>
                <p:spPr>
                  <a:xfrm>
                    <a:off x="2219167" y="2412533"/>
                    <a:ext cx="34438" cy="45799"/>
                  </a:xfrm>
                  <a:custGeom>
                    <a:avLst/>
                    <a:gdLst/>
                    <a:ahLst/>
                    <a:cxnLst/>
                    <a:rect l="l" t="t" r="r" b="b"/>
                    <a:pathLst>
                      <a:path w="1364" h="1814" extrusionOk="0">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0"/>
                  <p:cNvSpPr/>
                  <p:nvPr/>
                </p:nvSpPr>
                <p:spPr>
                  <a:xfrm>
                    <a:off x="1974316" y="2023419"/>
                    <a:ext cx="208469" cy="330591"/>
                  </a:xfrm>
                  <a:custGeom>
                    <a:avLst/>
                    <a:gdLst/>
                    <a:ahLst/>
                    <a:cxnLst/>
                    <a:rect l="l" t="t" r="r" b="b"/>
                    <a:pathLst>
                      <a:path w="8257" h="13094" extrusionOk="0">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0"/>
                  <p:cNvSpPr/>
                  <p:nvPr/>
                </p:nvSpPr>
                <p:spPr>
                  <a:xfrm>
                    <a:off x="2013955" y="2194344"/>
                    <a:ext cx="16487" cy="95158"/>
                  </a:xfrm>
                  <a:custGeom>
                    <a:avLst/>
                    <a:gdLst/>
                    <a:ahLst/>
                    <a:cxnLst/>
                    <a:rect l="l" t="t" r="r" b="b"/>
                    <a:pathLst>
                      <a:path w="653" h="3769" extrusionOk="0">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0"/>
                  <p:cNvSpPr/>
                  <p:nvPr/>
                </p:nvSpPr>
                <p:spPr>
                  <a:xfrm>
                    <a:off x="1966894" y="2265643"/>
                    <a:ext cx="37922" cy="41633"/>
                  </a:xfrm>
                  <a:custGeom>
                    <a:avLst/>
                    <a:gdLst/>
                    <a:ahLst/>
                    <a:cxnLst/>
                    <a:rect l="l" t="t" r="r" b="b"/>
                    <a:pathLst>
                      <a:path w="1502" h="1649" extrusionOk="0">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0"/>
                  <p:cNvSpPr/>
                  <p:nvPr/>
                </p:nvSpPr>
                <p:spPr>
                  <a:xfrm>
                    <a:off x="2038571" y="2111532"/>
                    <a:ext cx="19845" cy="47314"/>
                  </a:xfrm>
                  <a:custGeom>
                    <a:avLst/>
                    <a:gdLst/>
                    <a:ahLst/>
                    <a:cxnLst/>
                    <a:rect l="l" t="t" r="r" b="b"/>
                    <a:pathLst>
                      <a:path w="786" h="1874" extrusionOk="0">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0"/>
                  <p:cNvSpPr/>
                  <p:nvPr/>
                </p:nvSpPr>
                <p:spPr>
                  <a:xfrm>
                    <a:off x="2138526" y="2148798"/>
                    <a:ext cx="59104" cy="412544"/>
                  </a:xfrm>
                  <a:custGeom>
                    <a:avLst/>
                    <a:gdLst/>
                    <a:ahLst/>
                    <a:cxnLst/>
                    <a:rect l="l" t="t" r="r" b="b"/>
                    <a:pathLst>
                      <a:path w="2341" h="16340" extrusionOk="0">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0"/>
                  <p:cNvSpPr/>
                  <p:nvPr/>
                </p:nvSpPr>
                <p:spPr>
                  <a:xfrm>
                    <a:off x="2118278" y="2442679"/>
                    <a:ext cx="41507" cy="305596"/>
                  </a:xfrm>
                  <a:custGeom>
                    <a:avLst/>
                    <a:gdLst/>
                    <a:ahLst/>
                    <a:cxnLst/>
                    <a:rect l="l" t="t" r="r" b="b"/>
                    <a:pathLst>
                      <a:path w="1644" h="12104" extrusionOk="0">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0"/>
                  <p:cNvSpPr/>
                  <p:nvPr/>
                </p:nvSpPr>
                <p:spPr>
                  <a:xfrm>
                    <a:off x="2112370" y="2290462"/>
                    <a:ext cx="72082" cy="156837"/>
                  </a:xfrm>
                  <a:custGeom>
                    <a:avLst/>
                    <a:gdLst/>
                    <a:ahLst/>
                    <a:cxnLst/>
                    <a:rect l="l" t="t" r="r" b="b"/>
                    <a:pathLst>
                      <a:path w="2855" h="6212" extrusionOk="0">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0"/>
                  <p:cNvSpPr/>
                  <p:nvPr/>
                </p:nvSpPr>
                <p:spPr>
                  <a:xfrm>
                    <a:off x="2141808" y="1986860"/>
                    <a:ext cx="44461" cy="95133"/>
                  </a:xfrm>
                  <a:custGeom>
                    <a:avLst/>
                    <a:gdLst/>
                    <a:ahLst/>
                    <a:cxnLst/>
                    <a:rect l="l" t="t" r="r" b="b"/>
                    <a:pathLst>
                      <a:path w="1761" h="3768" extrusionOk="0">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0"/>
                  <p:cNvSpPr/>
                  <p:nvPr/>
                </p:nvSpPr>
                <p:spPr>
                  <a:xfrm>
                    <a:off x="2085103" y="1992213"/>
                    <a:ext cx="34867" cy="41583"/>
                  </a:xfrm>
                  <a:custGeom>
                    <a:avLst/>
                    <a:gdLst/>
                    <a:ahLst/>
                    <a:cxnLst/>
                    <a:rect l="l" t="t" r="r" b="b"/>
                    <a:pathLst>
                      <a:path w="1381" h="1647" extrusionOk="0">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0"/>
                  <p:cNvSpPr/>
                  <p:nvPr/>
                </p:nvSpPr>
                <p:spPr>
                  <a:xfrm>
                    <a:off x="2135900" y="2195556"/>
                    <a:ext cx="63220" cy="88341"/>
                  </a:xfrm>
                  <a:custGeom>
                    <a:avLst/>
                    <a:gdLst/>
                    <a:ahLst/>
                    <a:cxnLst/>
                    <a:rect l="l" t="t" r="r" b="b"/>
                    <a:pathLst>
                      <a:path w="2504" h="3499" extrusionOk="0">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0"/>
                  <p:cNvSpPr/>
                  <p:nvPr/>
                </p:nvSpPr>
                <p:spPr>
                  <a:xfrm>
                    <a:off x="2155265" y="2239487"/>
                    <a:ext cx="22117" cy="27974"/>
                  </a:xfrm>
                  <a:custGeom>
                    <a:avLst/>
                    <a:gdLst/>
                    <a:ahLst/>
                    <a:cxnLst/>
                    <a:rect l="l" t="t" r="r" b="b"/>
                    <a:pathLst>
                      <a:path w="876" h="1108" extrusionOk="0">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0"/>
                  <p:cNvSpPr/>
                  <p:nvPr/>
                </p:nvSpPr>
                <p:spPr>
                  <a:xfrm>
                    <a:off x="2150090" y="2374233"/>
                    <a:ext cx="38654" cy="52515"/>
                  </a:xfrm>
                  <a:custGeom>
                    <a:avLst/>
                    <a:gdLst/>
                    <a:ahLst/>
                    <a:cxnLst/>
                    <a:rect l="l" t="t" r="r" b="b"/>
                    <a:pathLst>
                      <a:path w="1531" h="2080" extrusionOk="0">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0"/>
                  <p:cNvSpPr/>
                  <p:nvPr/>
                </p:nvSpPr>
                <p:spPr>
                  <a:xfrm>
                    <a:off x="2138779" y="2617265"/>
                    <a:ext cx="41583" cy="54004"/>
                  </a:xfrm>
                  <a:custGeom>
                    <a:avLst/>
                    <a:gdLst/>
                    <a:ahLst/>
                    <a:cxnLst/>
                    <a:rect l="l" t="t" r="r" b="b"/>
                    <a:pathLst>
                      <a:path w="1647" h="2139" extrusionOk="0">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0"/>
                  <p:cNvSpPr/>
                  <p:nvPr/>
                </p:nvSpPr>
                <p:spPr>
                  <a:xfrm>
                    <a:off x="1962122" y="2047252"/>
                    <a:ext cx="225309" cy="286029"/>
                  </a:xfrm>
                  <a:custGeom>
                    <a:avLst/>
                    <a:gdLst/>
                    <a:ahLst/>
                    <a:cxnLst/>
                    <a:rect l="l" t="t" r="r" b="b"/>
                    <a:pathLst>
                      <a:path w="8924" h="11329" extrusionOk="0">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0"/>
                  <p:cNvSpPr/>
                  <p:nvPr/>
                </p:nvSpPr>
                <p:spPr>
                  <a:xfrm>
                    <a:off x="2114339" y="2154403"/>
                    <a:ext cx="77863" cy="446755"/>
                  </a:xfrm>
                  <a:custGeom>
                    <a:avLst/>
                    <a:gdLst/>
                    <a:ahLst/>
                    <a:cxnLst/>
                    <a:rect l="l" t="t" r="r" b="b"/>
                    <a:pathLst>
                      <a:path w="3084" h="17695" extrusionOk="0">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0"/>
                  <p:cNvSpPr/>
                  <p:nvPr/>
                </p:nvSpPr>
                <p:spPr>
                  <a:xfrm>
                    <a:off x="2179907" y="2298490"/>
                    <a:ext cx="26283" cy="34791"/>
                  </a:xfrm>
                  <a:custGeom>
                    <a:avLst/>
                    <a:gdLst/>
                    <a:ahLst/>
                    <a:cxnLst/>
                    <a:rect l="l" t="t" r="r" b="b"/>
                    <a:pathLst>
                      <a:path w="1041" h="1378" extrusionOk="0">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0"/>
                  <p:cNvSpPr/>
                  <p:nvPr/>
                </p:nvSpPr>
                <p:spPr>
                  <a:xfrm>
                    <a:off x="2107270" y="2512841"/>
                    <a:ext cx="25980" cy="78772"/>
                  </a:xfrm>
                  <a:custGeom>
                    <a:avLst/>
                    <a:gdLst/>
                    <a:ahLst/>
                    <a:cxnLst/>
                    <a:rect l="l" t="t" r="r" b="b"/>
                    <a:pathLst>
                      <a:path w="1029" h="3120" extrusionOk="0">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0"/>
                  <p:cNvSpPr/>
                  <p:nvPr/>
                </p:nvSpPr>
                <p:spPr>
                  <a:xfrm>
                    <a:off x="2145394" y="2412533"/>
                    <a:ext cx="34463" cy="45799"/>
                  </a:xfrm>
                  <a:custGeom>
                    <a:avLst/>
                    <a:gdLst/>
                    <a:ahLst/>
                    <a:cxnLst/>
                    <a:rect l="l" t="t" r="r" b="b"/>
                    <a:pathLst>
                      <a:path w="1365" h="1814" extrusionOk="0">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0"/>
                  <p:cNvSpPr/>
                  <p:nvPr/>
                </p:nvSpPr>
                <p:spPr>
                  <a:xfrm>
                    <a:off x="2068262" y="1690152"/>
                    <a:ext cx="117199" cy="370128"/>
                  </a:xfrm>
                  <a:custGeom>
                    <a:avLst/>
                    <a:gdLst/>
                    <a:ahLst/>
                    <a:cxnLst/>
                    <a:rect l="l" t="t" r="r" b="b"/>
                    <a:pathLst>
                      <a:path w="4642" h="14660" extrusionOk="0">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0"/>
                  <p:cNvSpPr/>
                  <p:nvPr/>
                </p:nvSpPr>
                <p:spPr>
                  <a:xfrm>
                    <a:off x="2085380" y="1685632"/>
                    <a:ext cx="117174" cy="370381"/>
                  </a:xfrm>
                  <a:custGeom>
                    <a:avLst/>
                    <a:gdLst/>
                    <a:ahLst/>
                    <a:cxnLst/>
                    <a:rect l="l" t="t" r="r" b="b"/>
                    <a:pathLst>
                      <a:path w="4641" h="14670" extrusionOk="0">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0"/>
                  <p:cNvSpPr/>
                  <p:nvPr/>
                </p:nvSpPr>
                <p:spPr>
                  <a:xfrm>
                    <a:off x="2107093" y="1681315"/>
                    <a:ext cx="49106" cy="67966"/>
                  </a:xfrm>
                  <a:custGeom>
                    <a:avLst/>
                    <a:gdLst/>
                    <a:ahLst/>
                    <a:cxnLst/>
                    <a:rect l="l" t="t" r="r" b="b"/>
                    <a:pathLst>
                      <a:path w="1945" h="2692" extrusionOk="0">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0"/>
                  <p:cNvSpPr/>
                  <p:nvPr/>
                </p:nvSpPr>
                <p:spPr>
                  <a:xfrm>
                    <a:off x="2026629" y="1668313"/>
                    <a:ext cx="70617" cy="87710"/>
                  </a:xfrm>
                  <a:custGeom>
                    <a:avLst/>
                    <a:gdLst/>
                    <a:ahLst/>
                    <a:cxnLst/>
                    <a:rect l="l" t="t" r="r" b="b"/>
                    <a:pathLst>
                      <a:path w="2797" h="3474" extrusionOk="0">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0"/>
                  <p:cNvSpPr/>
                  <p:nvPr/>
                </p:nvSpPr>
                <p:spPr>
                  <a:xfrm>
                    <a:off x="2214067" y="1690025"/>
                    <a:ext cx="117022" cy="370255"/>
                  </a:xfrm>
                  <a:custGeom>
                    <a:avLst/>
                    <a:gdLst/>
                    <a:ahLst/>
                    <a:cxnLst/>
                    <a:rect l="l" t="t" r="r" b="b"/>
                    <a:pathLst>
                      <a:path w="4635" h="14665" extrusionOk="0">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0"/>
                  <p:cNvSpPr/>
                  <p:nvPr/>
                </p:nvSpPr>
                <p:spPr>
                  <a:xfrm>
                    <a:off x="2196949" y="1685683"/>
                    <a:ext cx="117022" cy="370330"/>
                  </a:xfrm>
                  <a:custGeom>
                    <a:avLst/>
                    <a:gdLst/>
                    <a:ahLst/>
                    <a:cxnLst/>
                    <a:rect l="l" t="t" r="r" b="b"/>
                    <a:pathLst>
                      <a:path w="4635" h="14668" extrusionOk="0">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0"/>
                  <p:cNvSpPr/>
                  <p:nvPr/>
                </p:nvSpPr>
                <p:spPr>
                  <a:xfrm>
                    <a:off x="2242874" y="1681315"/>
                    <a:ext cx="49207" cy="67966"/>
                  </a:xfrm>
                  <a:custGeom>
                    <a:avLst/>
                    <a:gdLst/>
                    <a:ahLst/>
                    <a:cxnLst/>
                    <a:rect l="l" t="t" r="r" b="b"/>
                    <a:pathLst>
                      <a:path w="1949" h="2692" extrusionOk="0">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0"/>
                  <p:cNvSpPr/>
                  <p:nvPr/>
                </p:nvSpPr>
                <p:spPr>
                  <a:xfrm>
                    <a:off x="2301751" y="1668313"/>
                    <a:ext cx="70643" cy="87710"/>
                  </a:xfrm>
                  <a:custGeom>
                    <a:avLst/>
                    <a:gdLst/>
                    <a:ahLst/>
                    <a:cxnLst/>
                    <a:rect l="l" t="t" r="r" b="b"/>
                    <a:pathLst>
                      <a:path w="2798" h="3474" extrusionOk="0">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0"/>
                  <p:cNvSpPr/>
                  <p:nvPr/>
                </p:nvSpPr>
                <p:spPr>
                  <a:xfrm>
                    <a:off x="2160239" y="2043314"/>
                    <a:ext cx="33276" cy="33907"/>
                  </a:xfrm>
                  <a:custGeom>
                    <a:avLst/>
                    <a:gdLst/>
                    <a:ahLst/>
                    <a:cxnLst/>
                    <a:rect l="l" t="t" r="r" b="b"/>
                    <a:pathLst>
                      <a:path w="1318" h="1343" extrusionOk="0">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0"/>
                  <p:cNvSpPr/>
                  <p:nvPr/>
                </p:nvSpPr>
                <p:spPr>
                  <a:xfrm>
                    <a:off x="2157942" y="2041168"/>
                    <a:ext cx="40346" cy="38376"/>
                  </a:xfrm>
                  <a:custGeom>
                    <a:avLst/>
                    <a:gdLst/>
                    <a:ahLst/>
                    <a:cxnLst/>
                    <a:rect l="l" t="t" r="r" b="b"/>
                    <a:pathLst>
                      <a:path w="1598" h="1520" extrusionOk="0">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0"/>
                  <p:cNvSpPr/>
                  <p:nvPr/>
                </p:nvSpPr>
                <p:spPr>
                  <a:xfrm>
                    <a:off x="2204675" y="2051368"/>
                    <a:ext cx="27520" cy="26182"/>
                  </a:xfrm>
                  <a:custGeom>
                    <a:avLst/>
                    <a:gdLst/>
                    <a:ahLst/>
                    <a:cxnLst/>
                    <a:rect l="l" t="t" r="r" b="b"/>
                    <a:pathLst>
                      <a:path w="1090" h="1037" extrusionOk="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0"/>
                  <p:cNvSpPr/>
                  <p:nvPr/>
                </p:nvSpPr>
                <p:spPr>
                  <a:xfrm>
                    <a:off x="2202529" y="2048565"/>
                    <a:ext cx="32620" cy="31458"/>
                  </a:xfrm>
                  <a:custGeom>
                    <a:avLst/>
                    <a:gdLst/>
                    <a:ahLst/>
                    <a:cxnLst/>
                    <a:rect l="l" t="t" r="r" b="b"/>
                    <a:pathLst>
                      <a:path w="1292" h="1246" extrusionOk="0">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0"/>
                  <p:cNvSpPr/>
                  <p:nvPr/>
                </p:nvSpPr>
                <p:spPr>
                  <a:xfrm>
                    <a:off x="2139183" y="2076388"/>
                    <a:ext cx="29489" cy="46102"/>
                  </a:xfrm>
                  <a:custGeom>
                    <a:avLst/>
                    <a:gdLst/>
                    <a:ahLst/>
                    <a:cxnLst/>
                    <a:rect l="l" t="t" r="r" b="b"/>
                    <a:pathLst>
                      <a:path w="1168" h="1826" extrusionOk="0">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0"/>
                  <p:cNvSpPr/>
                  <p:nvPr/>
                </p:nvSpPr>
                <p:spPr>
                  <a:xfrm>
                    <a:off x="2137213" y="2074242"/>
                    <a:ext cx="36053" cy="50041"/>
                  </a:xfrm>
                  <a:custGeom>
                    <a:avLst/>
                    <a:gdLst/>
                    <a:ahLst/>
                    <a:cxnLst/>
                    <a:rect l="l" t="t" r="r" b="b"/>
                    <a:pathLst>
                      <a:path w="1428" h="1982" extrusionOk="0">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0"/>
                  <p:cNvSpPr/>
                  <p:nvPr/>
                </p:nvSpPr>
                <p:spPr>
                  <a:xfrm>
                    <a:off x="2157134" y="2043642"/>
                    <a:ext cx="99399" cy="131666"/>
                  </a:xfrm>
                  <a:custGeom>
                    <a:avLst/>
                    <a:gdLst/>
                    <a:ahLst/>
                    <a:cxnLst/>
                    <a:rect l="l" t="t" r="r" b="b"/>
                    <a:pathLst>
                      <a:path w="3937" h="5215" extrusionOk="0">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0"/>
                  <p:cNvSpPr/>
                  <p:nvPr/>
                </p:nvSpPr>
                <p:spPr>
                  <a:xfrm>
                    <a:off x="2155139" y="2041168"/>
                    <a:ext cx="103363" cy="136286"/>
                  </a:xfrm>
                  <a:custGeom>
                    <a:avLst/>
                    <a:gdLst/>
                    <a:ahLst/>
                    <a:cxnLst/>
                    <a:rect l="l" t="t" r="r" b="b"/>
                    <a:pathLst>
                      <a:path w="4094" h="5398" extrusionOk="0">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16" name="Google Shape;7316;p90"/>
              <p:cNvSpPr/>
              <p:nvPr/>
            </p:nvSpPr>
            <p:spPr>
              <a:xfrm>
                <a:off x="1992394" y="1542757"/>
                <a:ext cx="406964" cy="325163"/>
              </a:xfrm>
              <a:custGeom>
                <a:avLst/>
                <a:gdLst/>
                <a:ahLst/>
                <a:cxnLst/>
                <a:rect l="l" t="t" r="r" b="b"/>
                <a:pathLst>
                  <a:path w="16119" h="12879" extrusionOk="0">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7" name="Google Shape;7317;p90"/>
          <p:cNvGrpSpPr/>
          <p:nvPr/>
        </p:nvGrpSpPr>
        <p:grpSpPr>
          <a:xfrm>
            <a:off x="2939074" y="1542757"/>
            <a:ext cx="557541" cy="1310345"/>
            <a:chOff x="2939074" y="1542757"/>
            <a:chExt cx="557541" cy="1310345"/>
          </a:xfrm>
        </p:grpSpPr>
        <p:sp>
          <p:nvSpPr>
            <p:cNvPr id="7318" name="Google Shape;7318;p90"/>
            <p:cNvSpPr/>
            <p:nvPr/>
          </p:nvSpPr>
          <p:spPr>
            <a:xfrm>
              <a:off x="2988761"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19" name="Google Shape;7319;p90"/>
            <p:cNvGrpSpPr/>
            <p:nvPr/>
          </p:nvGrpSpPr>
          <p:grpSpPr>
            <a:xfrm>
              <a:off x="2939074" y="1542757"/>
              <a:ext cx="557541" cy="1277423"/>
              <a:chOff x="2939074" y="1542757"/>
              <a:chExt cx="557541" cy="1277423"/>
            </a:xfrm>
          </p:grpSpPr>
          <p:sp>
            <p:nvSpPr>
              <p:cNvPr id="7320" name="Google Shape;7320;p90"/>
              <p:cNvSpPr/>
              <p:nvPr/>
            </p:nvSpPr>
            <p:spPr>
              <a:xfrm>
                <a:off x="3032035" y="1674397"/>
                <a:ext cx="366821" cy="342104"/>
              </a:xfrm>
              <a:custGeom>
                <a:avLst/>
                <a:gdLst/>
                <a:ahLst/>
                <a:cxnLst/>
                <a:rect l="l" t="t" r="r" b="b"/>
                <a:pathLst>
                  <a:path w="14529" h="13550" extrusionOk="0">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1" name="Google Shape;7321;p90"/>
              <p:cNvGrpSpPr/>
              <p:nvPr/>
            </p:nvGrpSpPr>
            <p:grpSpPr>
              <a:xfrm>
                <a:off x="2939074" y="1547529"/>
                <a:ext cx="557541" cy="1272651"/>
                <a:chOff x="2939074" y="1547529"/>
                <a:chExt cx="557541" cy="1272651"/>
              </a:xfrm>
            </p:grpSpPr>
            <p:sp>
              <p:nvSpPr>
                <p:cNvPr id="7322" name="Google Shape;7322;p90"/>
                <p:cNvSpPr/>
                <p:nvPr/>
              </p:nvSpPr>
              <p:spPr>
                <a:xfrm>
                  <a:off x="2939074" y="1547529"/>
                  <a:ext cx="557541" cy="1272651"/>
                </a:xfrm>
                <a:custGeom>
                  <a:avLst/>
                  <a:gdLst/>
                  <a:ahLst/>
                  <a:cxnLst/>
                  <a:rect l="l" t="t" r="r" b="b"/>
                  <a:pathLst>
                    <a:path w="22083" h="50407" extrusionOk="0">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3" name="Google Shape;7323;p90"/>
                <p:cNvGrpSpPr/>
                <p:nvPr/>
              </p:nvGrpSpPr>
              <p:grpSpPr>
                <a:xfrm>
                  <a:off x="2977425" y="1655184"/>
                  <a:ext cx="476218" cy="1085365"/>
                  <a:chOff x="2977425" y="1655184"/>
                  <a:chExt cx="476218" cy="1085365"/>
                </a:xfrm>
              </p:grpSpPr>
              <p:sp>
                <p:nvSpPr>
                  <p:cNvPr id="7324" name="Google Shape;7324;p90"/>
                  <p:cNvSpPr/>
                  <p:nvPr/>
                </p:nvSpPr>
                <p:spPr>
                  <a:xfrm>
                    <a:off x="2977425" y="2207549"/>
                    <a:ext cx="65871" cy="115179"/>
                  </a:xfrm>
                  <a:custGeom>
                    <a:avLst/>
                    <a:gdLst/>
                    <a:ahLst/>
                    <a:cxnLst/>
                    <a:rect l="l" t="t" r="r" b="b"/>
                    <a:pathLst>
                      <a:path w="2609" h="4562" extrusionOk="0">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0"/>
                  <p:cNvSpPr/>
                  <p:nvPr/>
                </p:nvSpPr>
                <p:spPr>
                  <a:xfrm>
                    <a:off x="3000198" y="2248172"/>
                    <a:ext cx="38124" cy="63422"/>
                  </a:xfrm>
                  <a:custGeom>
                    <a:avLst/>
                    <a:gdLst/>
                    <a:ahLst/>
                    <a:cxnLst/>
                    <a:rect l="l" t="t" r="r" b="b"/>
                    <a:pathLst>
                      <a:path w="1510" h="2512" extrusionOk="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0"/>
                  <p:cNvSpPr/>
                  <p:nvPr/>
                </p:nvSpPr>
                <p:spPr>
                  <a:xfrm>
                    <a:off x="3035772" y="2078231"/>
                    <a:ext cx="68698" cy="102581"/>
                  </a:xfrm>
                  <a:custGeom>
                    <a:avLst/>
                    <a:gdLst/>
                    <a:ahLst/>
                    <a:cxnLst/>
                    <a:rect l="l" t="t" r="r" b="b"/>
                    <a:pathLst>
                      <a:path w="2721" h="4063" extrusionOk="0">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0"/>
                  <p:cNvSpPr/>
                  <p:nvPr/>
                </p:nvSpPr>
                <p:spPr>
                  <a:xfrm>
                    <a:off x="3082934" y="1960300"/>
                    <a:ext cx="73546" cy="79100"/>
                  </a:xfrm>
                  <a:custGeom>
                    <a:avLst/>
                    <a:gdLst/>
                    <a:ahLst/>
                    <a:cxnLst/>
                    <a:rect l="l" t="t" r="r" b="b"/>
                    <a:pathLst>
                      <a:path w="2913" h="3133" extrusionOk="0">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0"/>
                  <p:cNvSpPr/>
                  <p:nvPr/>
                </p:nvSpPr>
                <p:spPr>
                  <a:xfrm>
                    <a:off x="3114494" y="2001327"/>
                    <a:ext cx="113992" cy="97481"/>
                  </a:xfrm>
                  <a:custGeom>
                    <a:avLst/>
                    <a:gdLst/>
                    <a:ahLst/>
                    <a:cxnLst/>
                    <a:rect l="l" t="t" r="r" b="b"/>
                    <a:pathLst>
                      <a:path w="4515" h="3861" extrusionOk="0">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0"/>
                  <p:cNvSpPr/>
                  <p:nvPr/>
                </p:nvSpPr>
                <p:spPr>
                  <a:xfrm>
                    <a:off x="3164383" y="1962345"/>
                    <a:ext cx="34968" cy="27520"/>
                  </a:xfrm>
                  <a:custGeom>
                    <a:avLst/>
                    <a:gdLst/>
                    <a:ahLst/>
                    <a:cxnLst/>
                    <a:rect l="l" t="t" r="r" b="b"/>
                    <a:pathLst>
                      <a:path w="1385" h="1090" extrusionOk="0">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0"/>
                  <p:cNvSpPr/>
                  <p:nvPr/>
                </p:nvSpPr>
                <p:spPr>
                  <a:xfrm>
                    <a:off x="3180794" y="1922782"/>
                    <a:ext cx="36407" cy="56504"/>
                  </a:xfrm>
                  <a:custGeom>
                    <a:avLst/>
                    <a:gdLst/>
                    <a:ahLst/>
                    <a:cxnLst/>
                    <a:rect l="l" t="t" r="r" b="b"/>
                    <a:pathLst>
                      <a:path w="1442" h="2238" extrusionOk="0">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0"/>
                  <p:cNvSpPr/>
                  <p:nvPr/>
                </p:nvSpPr>
                <p:spPr>
                  <a:xfrm>
                    <a:off x="3159131" y="2111002"/>
                    <a:ext cx="48526" cy="50091"/>
                  </a:xfrm>
                  <a:custGeom>
                    <a:avLst/>
                    <a:gdLst/>
                    <a:ahLst/>
                    <a:cxnLst/>
                    <a:rect l="l" t="t" r="r" b="b"/>
                    <a:pathLst>
                      <a:path w="1922" h="1984" extrusionOk="0">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0"/>
                  <p:cNvSpPr/>
                  <p:nvPr/>
                </p:nvSpPr>
                <p:spPr>
                  <a:xfrm>
                    <a:off x="3159131" y="2164148"/>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0"/>
                  <p:cNvSpPr/>
                  <p:nvPr/>
                </p:nvSpPr>
                <p:spPr>
                  <a:xfrm>
                    <a:off x="3159131" y="2217294"/>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0"/>
                  <p:cNvSpPr/>
                  <p:nvPr/>
                </p:nvSpPr>
                <p:spPr>
                  <a:xfrm>
                    <a:off x="3121916" y="2111532"/>
                    <a:ext cx="31585" cy="42795"/>
                  </a:xfrm>
                  <a:custGeom>
                    <a:avLst/>
                    <a:gdLst/>
                    <a:ahLst/>
                    <a:cxnLst/>
                    <a:rect l="l" t="t" r="r" b="b"/>
                    <a:pathLst>
                      <a:path w="1251" h="1695" extrusionOk="0">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0"/>
                  <p:cNvSpPr/>
                  <p:nvPr/>
                </p:nvSpPr>
                <p:spPr>
                  <a:xfrm>
                    <a:off x="3118760" y="2152635"/>
                    <a:ext cx="30524" cy="45849"/>
                  </a:xfrm>
                  <a:custGeom>
                    <a:avLst/>
                    <a:gdLst/>
                    <a:ahLst/>
                    <a:cxnLst/>
                    <a:rect l="l" t="t" r="r" b="b"/>
                    <a:pathLst>
                      <a:path w="1209" h="1816" extrusionOk="0">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0"/>
                  <p:cNvSpPr/>
                  <p:nvPr/>
                </p:nvSpPr>
                <p:spPr>
                  <a:xfrm>
                    <a:off x="3111186" y="2198561"/>
                    <a:ext cx="37543" cy="43198"/>
                  </a:xfrm>
                  <a:custGeom>
                    <a:avLst/>
                    <a:gdLst/>
                    <a:ahLst/>
                    <a:cxnLst/>
                    <a:rect l="l" t="t" r="r" b="b"/>
                    <a:pathLst>
                      <a:path w="1487" h="1711" extrusionOk="0">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0"/>
                  <p:cNvSpPr/>
                  <p:nvPr/>
                </p:nvSpPr>
                <p:spPr>
                  <a:xfrm>
                    <a:off x="3113812" y="2250924"/>
                    <a:ext cx="32620" cy="36028"/>
                  </a:xfrm>
                  <a:custGeom>
                    <a:avLst/>
                    <a:gdLst/>
                    <a:ahLst/>
                    <a:cxnLst/>
                    <a:rect l="l" t="t" r="r" b="b"/>
                    <a:pathLst>
                      <a:path w="1292" h="1427" extrusionOk="0">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0"/>
                  <p:cNvSpPr/>
                  <p:nvPr/>
                </p:nvSpPr>
                <p:spPr>
                  <a:xfrm>
                    <a:off x="3179152" y="2275717"/>
                    <a:ext cx="75717" cy="61377"/>
                  </a:xfrm>
                  <a:custGeom>
                    <a:avLst/>
                    <a:gdLst/>
                    <a:ahLst/>
                    <a:cxnLst/>
                    <a:rect l="l" t="t" r="r" b="b"/>
                    <a:pathLst>
                      <a:path w="2999" h="2431" extrusionOk="0">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0"/>
                  <p:cNvSpPr/>
                  <p:nvPr/>
                </p:nvSpPr>
                <p:spPr>
                  <a:xfrm>
                    <a:off x="3103460" y="2303136"/>
                    <a:ext cx="46632" cy="110155"/>
                  </a:xfrm>
                  <a:custGeom>
                    <a:avLst/>
                    <a:gdLst/>
                    <a:ahLst/>
                    <a:cxnLst/>
                    <a:rect l="l" t="t" r="r" b="b"/>
                    <a:pathLst>
                      <a:path w="1847" h="4363" extrusionOk="0">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0"/>
                  <p:cNvSpPr/>
                  <p:nvPr/>
                </p:nvSpPr>
                <p:spPr>
                  <a:xfrm>
                    <a:off x="3101314" y="2420915"/>
                    <a:ext cx="51985" cy="138331"/>
                  </a:xfrm>
                  <a:custGeom>
                    <a:avLst/>
                    <a:gdLst/>
                    <a:ahLst/>
                    <a:cxnLst/>
                    <a:rect l="l" t="t" r="r" b="b"/>
                    <a:pathLst>
                      <a:path w="2059" h="5479" extrusionOk="0">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0"/>
                  <p:cNvSpPr/>
                  <p:nvPr/>
                </p:nvSpPr>
                <p:spPr>
                  <a:xfrm>
                    <a:off x="3153577" y="2340073"/>
                    <a:ext cx="54080" cy="195416"/>
                  </a:xfrm>
                  <a:custGeom>
                    <a:avLst/>
                    <a:gdLst/>
                    <a:ahLst/>
                    <a:cxnLst/>
                    <a:rect l="l" t="t" r="r" b="b"/>
                    <a:pathLst>
                      <a:path w="2142" h="7740" extrusionOk="0">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0"/>
                  <p:cNvSpPr/>
                  <p:nvPr/>
                </p:nvSpPr>
                <p:spPr>
                  <a:xfrm>
                    <a:off x="3124037" y="2604843"/>
                    <a:ext cx="42138" cy="127348"/>
                  </a:xfrm>
                  <a:custGeom>
                    <a:avLst/>
                    <a:gdLst/>
                    <a:ahLst/>
                    <a:cxnLst/>
                    <a:rect l="l" t="t" r="r" b="b"/>
                    <a:pathLst>
                      <a:path w="1669" h="5044" extrusionOk="0">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0"/>
                  <p:cNvSpPr/>
                  <p:nvPr/>
                </p:nvSpPr>
                <p:spPr>
                  <a:xfrm>
                    <a:off x="3156682" y="2559398"/>
                    <a:ext cx="40446" cy="181151"/>
                  </a:xfrm>
                  <a:custGeom>
                    <a:avLst/>
                    <a:gdLst/>
                    <a:ahLst/>
                    <a:cxnLst/>
                    <a:rect l="l" t="t" r="r" b="b"/>
                    <a:pathLst>
                      <a:path w="1602" h="7175" extrusionOk="0">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0"/>
                  <p:cNvSpPr/>
                  <p:nvPr/>
                </p:nvSpPr>
                <p:spPr>
                  <a:xfrm>
                    <a:off x="3387773" y="2207549"/>
                    <a:ext cx="65871" cy="115179"/>
                  </a:xfrm>
                  <a:custGeom>
                    <a:avLst/>
                    <a:gdLst/>
                    <a:ahLst/>
                    <a:cxnLst/>
                    <a:rect l="l" t="t" r="r" b="b"/>
                    <a:pathLst>
                      <a:path w="2609" h="4562" extrusionOk="0">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0"/>
                  <p:cNvSpPr/>
                  <p:nvPr/>
                </p:nvSpPr>
                <p:spPr>
                  <a:xfrm>
                    <a:off x="3392746" y="2248172"/>
                    <a:ext cx="37997" cy="63422"/>
                  </a:xfrm>
                  <a:custGeom>
                    <a:avLst/>
                    <a:gdLst/>
                    <a:ahLst/>
                    <a:cxnLst/>
                    <a:rect l="l" t="t" r="r" b="b"/>
                    <a:pathLst>
                      <a:path w="1505" h="2512" extrusionOk="0">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0"/>
                  <p:cNvSpPr/>
                  <p:nvPr/>
                </p:nvSpPr>
                <p:spPr>
                  <a:xfrm>
                    <a:off x="3326598" y="2078231"/>
                    <a:ext cx="68522" cy="102581"/>
                  </a:xfrm>
                  <a:custGeom>
                    <a:avLst/>
                    <a:gdLst/>
                    <a:ahLst/>
                    <a:cxnLst/>
                    <a:rect l="l" t="t" r="r" b="b"/>
                    <a:pathLst>
                      <a:path w="2714" h="4063" extrusionOk="0">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0"/>
                  <p:cNvSpPr/>
                  <p:nvPr/>
                </p:nvSpPr>
                <p:spPr>
                  <a:xfrm>
                    <a:off x="3274588" y="1960300"/>
                    <a:ext cx="73571" cy="79100"/>
                  </a:xfrm>
                  <a:custGeom>
                    <a:avLst/>
                    <a:gdLst/>
                    <a:ahLst/>
                    <a:cxnLst/>
                    <a:rect l="l" t="t" r="r" b="b"/>
                    <a:pathLst>
                      <a:path w="2914" h="3133" extrusionOk="0">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0"/>
                  <p:cNvSpPr/>
                  <p:nvPr/>
                </p:nvSpPr>
                <p:spPr>
                  <a:xfrm>
                    <a:off x="3208642" y="2004306"/>
                    <a:ext cx="112048" cy="95688"/>
                  </a:xfrm>
                  <a:custGeom>
                    <a:avLst/>
                    <a:gdLst/>
                    <a:ahLst/>
                    <a:cxnLst/>
                    <a:rect l="l" t="t" r="r" b="b"/>
                    <a:pathLst>
                      <a:path w="4438" h="3790" extrusionOk="0">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0"/>
                  <p:cNvSpPr/>
                  <p:nvPr/>
                </p:nvSpPr>
                <p:spPr>
                  <a:xfrm>
                    <a:off x="3231894" y="1962345"/>
                    <a:ext cx="34816" cy="27520"/>
                  </a:xfrm>
                  <a:custGeom>
                    <a:avLst/>
                    <a:gdLst/>
                    <a:ahLst/>
                    <a:cxnLst/>
                    <a:rect l="l" t="t" r="r" b="b"/>
                    <a:pathLst>
                      <a:path w="1379" h="1090" extrusionOk="0">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0"/>
                  <p:cNvSpPr/>
                  <p:nvPr/>
                </p:nvSpPr>
                <p:spPr>
                  <a:xfrm>
                    <a:off x="3213716" y="1922782"/>
                    <a:ext cx="36887" cy="56504"/>
                  </a:xfrm>
                  <a:custGeom>
                    <a:avLst/>
                    <a:gdLst/>
                    <a:ahLst/>
                    <a:cxnLst/>
                    <a:rect l="l" t="t" r="r" b="b"/>
                    <a:pathLst>
                      <a:path w="1461" h="2238" extrusionOk="0">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0"/>
                  <p:cNvSpPr/>
                  <p:nvPr/>
                </p:nvSpPr>
                <p:spPr>
                  <a:xfrm>
                    <a:off x="3223260" y="2111002"/>
                    <a:ext cx="48677" cy="50091"/>
                  </a:xfrm>
                  <a:custGeom>
                    <a:avLst/>
                    <a:gdLst/>
                    <a:ahLst/>
                    <a:cxnLst/>
                    <a:rect l="l" t="t" r="r" b="b"/>
                    <a:pathLst>
                      <a:path w="1928" h="1984" extrusionOk="0">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0"/>
                  <p:cNvSpPr/>
                  <p:nvPr/>
                </p:nvSpPr>
                <p:spPr>
                  <a:xfrm>
                    <a:off x="3223260" y="2164148"/>
                    <a:ext cx="48677" cy="50116"/>
                  </a:xfrm>
                  <a:custGeom>
                    <a:avLst/>
                    <a:gdLst/>
                    <a:ahLst/>
                    <a:cxnLst/>
                    <a:rect l="l" t="t" r="r" b="b"/>
                    <a:pathLst>
                      <a:path w="1928" h="1985" extrusionOk="0">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0"/>
                  <p:cNvSpPr/>
                  <p:nvPr/>
                </p:nvSpPr>
                <p:spPr>
                  <a:xfrm>
                    <a:off x="3223260" y="2217294"/>
                    <a:ext cx="48677" cy="50116"/>
                  </a:xfrm>
                  <a:custGeom>
                    <a:avLst/>
                    <a:gdLst/>
                    <a:ahLst/>
                    <a:cxnLst/>
                    <a:rect l="l" t="t" r="r" b="b"/>
                    <a:pathLst>
                      <a:path w="1928" h="1985" extrusionOk="0">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0"/>
                  <p:cNvSpPr/>
                  <p:nvPr/>
                </p:nvSpPr>
                <p:spPr>
                  <a:xfrm>
                    <a:off x="3277567" y="2111532"/>
                    <a:ext cx="31585" cy="42795"/>
                  </a:xfrm>
                  <a:custGeom>
                    <a:avLst/>
                    <a:gdLst/>
                    <a:ahLst/>
                    <a:cxnLst/>
                    <a:rect l="l" t="t" r="r" b="b"/>
                    <a:pathLst>
                      <a:path w="1251" h="1695" extrusionOk="0">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0"/>
                  <p:cNvSpPr/>
                  <p:nvPr/>
                </p:nvSpPr>
                <p:spPr>
                  <a:xfrm>
                    <a:off x="3281632" y="2152635"/>
                    <a:ext cx="30499" cy="45849"/>
                  </a:xfrm>
                  <a:custGeom>
                    <a:avLst/>
                    <a:gdLst/>
                    <a:ahLst/>
                    <a:cxnLst/>
                    <a:rect l="l" t="t" r="r" b="b"/>
                    <a:pathLst>
                      <a:path w="1208" h="1816" extrusionOk="0">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0"/>
                  <p:cNvSpPr/>
                  <p:nvPr/>
                </p:nvSpPr>
                <p:spPr>
                  <a:xfrm>
                    <a:off x="3282339" y="2198561"/>
                    <a:ext cx="37366" cy="43198"/>
                  </a:xfrm>
                  <a:custGeom>
                    <a:avLst/>
                    <a:gdLst/>
                    <a:ahLst/>
                    <a:cxnLst/>
                    <a:rect l="l" t="t" r="r" b="b"/>
                    <a:pathLst>
                      <a:path w="1480" h="1711" extrusionOk="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0"/>
                  <p:cNvSpPr/>
                  <p:nvPr/>
                </p:nvSpPr>
                <p:spPr>
                  <a:xfrm>
                    <a:off x="3284636" y="2250924"/>
                    <a:ext cx="32595" cy="36028"/>
                  </a:xfrm>
                  <a:custGeom>
                    <a:avLst/>
                    <a:gdLst/>
                    <a:ahLst/>
                    <a:cxnLst/>
                    <a:rect l="l" t="t" r="r" b="b"/>
                    <a:pathLst>
                      <a:path w="1291" h="1427" extrusionOk="0">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0"/>
                  <p:cNvSpPr/>
                  <p:nvPr/>
                </p:nvSpPr>
                <p:spPr>
                  <a:xfrm>
                    <a:off x="3280900" y="2303136"/>
                    <a:ext cx="46708" cy="110155"/>
                  </a:xfrm>
                  <a:custGeom>
                    <a:avLst/>
                    <a:gdLst/>
                    <a:ahLst/>
                    <a:cxnLst/>
                    <a:rect l="l" t="t" r="r" b="b"/>
                    <a:pathLst>
                      <a:path w="1850" h="4363" extrusionOk="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0"/>
                  <p:cNvSpPr/>
                  <p:nvPr/>
                </p:nvSpPr>
                <p:spPr>
                  <a:xfrm>
                    <a:off x="3277668" y="2420915"/>
                    <a:ext cx="52086" cy="138331"/>
                  </a:xfrm>
                  <a:custGeom>
                    <a:avLst/>
                    <a:gdLst/>
                    <a:ahLst/>
                    <a:cxnLst/>
                    <a:rect l="l" t="t" r="r" b="b"/>
                    <a:pathLst>
                      <a:path w="2063" h="5479" extrusionOk="0">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0"/>
                  <p:cNvSpPr/>
                  <p:nvPr/>
                </p:nvSpPr>
                <p:spPr>
                  <a:xfrm>
                    <a:off x="3223260" y="2340073"/>
                    <a:ext cx="54232" cy="195416"/>
                  </a:xfrm>
                  <a:custGeom>
                    <a:avLst/>
                    <a:gdLst/>
                    <a:ahLst/>
                    <a:cxnLst/>
                    <a:rect l="l" t="t" r="r" b="b"/>
                    <a:pathLst>
                      <a:path w="2148" h="7740" extrusionOk="0">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0"/>
                  <p:cNvSpPr/>
                  <p:nvPr/>
                </p:nvSpPr>
                <p:spPr>
                  <a:xfrm>
                    <a:off x="3264893" y="2604843"/>
                    <a:ext cx="42138" cy="127348"/>
                  </a:xfrm>
                  <a:custGeom>
                    <a:avLst/>
                    <a:gdLst/>
                    <a:ahLst/>
                    <a:cxnLst/>
                    <a:rect l="l" t="t" r="r" b="b"/>
                    <a:pathLst>
                      <a:path w="1669" h="5044" extrusionOk="0">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0"/>
                  <p:cNvSpPr/>
                  <p:nvPr/>
                </p:nvSpPr>
                <p:spPr>
                  <a:xfrm>
                    <a:off x="3233965" y="2559398"/>
                    <a:ext cx="40270" cy="181151"/>
                  </a:xfrm>
                  <a:custGeom>
                    <a:avLst/>
                    <a:gdLst/>
                    <a:ahLst/>
                    <a:cxnLst/>
                    <a:rect l="l" t="t" r="r" b="b"/>
                    <a:pathLst>
                      <a:path w="1595" h="7175" extrusionOk="0">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0"/>
                  <p:cNvSpPr/>
                  <p:nvPr/>
                </p:nvSpPr>
                <p:spPr>
                  <a:xfrm>
                    <a:off x="3097199" y="1655184"/>
                    <a:ext cx="106342" cy="74834"/>
                  </a:xfrm>
                  <a:custGeom>
                    <a:avLst/>
                    <a:gdLst/>
                    <a:ahLst/>
                    <a:cxnLst/>
                    <a:rect l="l" t="t" r="r" b="b"/>
                    <a:pathLst>
                      <a:path w="4212" h="2964" extrusionOk="0">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0"/>
                  <p:cNvSpPr/>
                  <p:nvPr/>
                </p:nvSpPr>
                <p:spPr>
                  <a:xfrm>
                    <a:off x="3104117" y="1802074"/>
                    <a:ext cx="103868" cy="80994"/>
                  </a:xfrm>
                  <a:custGeom>
                    <a:avLst/>
                    <a:gdLst/>
                    <a:ahLst/>
                    <a:cxnLst/>
                    <a:rect l="l" t="t" r="r" b="b"/>
                    <a:pathLst>
                      <a:path w="4114" h="3208" extrusionOk="0">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0"/>
                  <p:cNvSpPr/>
                  <p:nvPr/>
                </p:nvSpPr>
                <p:spPr>
                  <a:xfrm>
                    <a:off x="3097199" y="1736910"/>
                    <a:ext cx="70617" cy="70617"/>
                  </a:xfrm>
                  <a:custGeom>
                    <a:avLst/>
                    <a:gdLst/>
                    <a:ahLst/>
                    <a:cxnLst/>
                    <a:rect l="l" t="t" r="r" b="b"/>
                    <a:pathLst>
                      <a:path w="2797" h="2797" fill="none" extrusionOk="0">
                        <a:moveTo>
                          <a:pt x="2797" y="1200"/>
                        </a:moveTo>
                        <a:cubicBezTo>
                          <a:pt x="2797" y="2262"/>
                          <a:pt x="1506" y="2797"/>
                          <a:pt x="757" y="2041"/>
                        </a:cubicBezTo>
                        <a:cubicBezTo>
                          <a:pt x="1" y="1291"/>
                          <a:pt x="535" y="1"/>
                          <a:pt x="1604" y="7"/>
                        </a:cubicBezTo>
                        <a:cubicBezTo>
                          <a:pt x="2263" y="7"/>
                          <a:pt x="2797" y="542"/>
                          <a:pt x="2797"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0"/>
                  <p:cNvSpPr/>
                  <p:nvPr/>
                </p:nvSpPr>
                <p:spPr>
                  <a:xfrm>
                    <a:off x="3227527" y="1655184"/>
                    <a:ext cx="106342" cy="74834"/>
                  </a:xfrm>
                  <a:custGeom>
                    <a:avLst/>
                    <a:gdLst/>
                    <a:ahLst/>
                    <a:cxnLst/>
                    <a:rect l="l" t="t" r="r" b="b"/>
                    <a:pathLst>
                      <a:path w="4212" h="2964" extrusionOk="0">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0"/>
                  <p:cNvSpPr/>
                  <p:nvPr/>
                </p:nvSpPr>
                <p:spPr>
                  <a:xfrm>
                    <a:off x="3223083" y="1802074"/>
                    <a:ext cx="103868" cy="80994"/>
                  </a:xfrm>
                  <a:custGeom>
                    <a:avLst/>
                    <a:gdLst/>
                    <a:ahLst/>
                    <a:cxnLst/>
                    <a:rect l="l" t="t" r="r" b="b"/>
                    <a:pathLst>
                      <a:path w="4114" h="3208" extrusionOk="0">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0"/>
                  <p:cNvSpPr/>
                  <p:nvPr/>
                </p:nvSpPr>
                <p:spPr>
                  <a:xfrm>
                    <a:off x="3263252" y="1736910"/>
                    <a:ext cx="70617" cy="70617"/>
                  </a:xfrm>
                  <a:custGeom>
                    <a:avLst/>
                    <a:gdLst/>
                    <a:ahLst/>
                    <a:cxnLst/>
                    <a:rect l="l" t="t" r="r" b="b"/>
                    <a:pathLst>
                      <a:path w="2797" h="2797" fill="none" extrusionOk="0">
                        <a:moveTo>
                          <a:pt x="0" y="1200"/>
                        </a:moveTo>
                        <a:cubicBezTo>
                          <a:pt x="0" y="2262"/>
                          <a:pt x="1291" y="2797"/>
                          <a:pt x="2040" y="2041"/>
                        </a:cubicBezTo>
                        <a:cubicBezTo>
                          <a:pt x="2796" y="1291"/>
                          <a:pt x="2262" y="7"/>
                          <a:pt x="1199" y="7"/>
                        </a:cubicBezTo>
                        <a:cubicBezTo>
                          <a:pt x="541" y="1"/>
                          <a:pt x="7" y="535"/>
                          <a:pt x="0"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69" name="Google Shape;7369;p90"/>
              <p:cNvSpPr/>
              <p:nvPr/>
            </p:nvSpPr>
            <p:spPr>
              <a:xfrm>
                <a:off x="3010499" y="1542757"/>
                <a:ext cx="406788" cy="325163"/>
              </a:xfrm>
              <a:custGeom>
                <a:avLst/>
                <a:gdLst/>
                <a:ahLst/>
                <a:cxnLst/>
                <a:rect l="l" t="t" r="r" b="b"/>
                <a:pathLst>
                  <a:path w="16112" h="12879" extrusionOk="0">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0" name="Google Shape;7370;p90"/>
          <p:cNvGrpSpPr/>
          <p:nvPr/>
        </p:nvGrpSpPr>
        <p:grpSpPr>
          <a:xfrm>
            <a:off x="4910904" y="1542757"/>
            <a:ext cx="558677" cy="1310345"/>
            <a:chOff x="4910904" y="1542757"/>
            <a:chExt cx="558677" cy="1310345"/>
          </a:xfrm>
        </p:grpSpPr>
        <p:sp>
          <p:nvSpPr>
            <p:cNvPr id="7371" name="Google Shape;7371;p90"/>
            <p:cNvSpPr/>
            <p:nvPr/>
          </p:nvSpPr>
          <p:spPr>
            <a:xfrm>
              <a:off x="496175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2" name="Google Shape;7372;p90"/>
            <p:cNvGrpSpPr/>
            <p:nvPr/>
          </p:nvGrpSpPr>
          <p:grpSpPr>
            <a:xfrm>
              <a:off x="4910904" y="1542757"/>
              <a:ext cx="558677" cy="1277423"/>
              <a:chOff x="4910904" y="1542757"/>
              <a:chExt cx="558677" cy="1277423"/>
            </a:xfrm>
          </p:grpSpPr>
          <p:sp>
            <p:nvSpPr>
              <p:cNvPr id="7373" name="Google Shape;7373;p90"/>
              <p:cNvSpPr/>
              <p:nvPr/>
            </p:nvSpPr>
            <p:spPr>
              <a:xfrm>
                <a:off x="5007172" y="1674397"/>
                <a:ext cx="366821" cy="342104"/>
              </a:xfrm>
              <a:custGeom>
                <a:avLst/>
                <a:gdLst/>
                <a:ahLst/>
                <a:cxnLst/>
                <a:rect l="l" t="t" r="r" b="b"/>
                <a:pathLst>
                  <a:path w="14529" h="13550" extrusionOk="0">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4" name="Google Shape;7374;p90"/>
              <p:cNvGrpSpPr/>
              <p:nvPr/>
            </p:nvGrpSpPr>
            <p:grpSpPr>
              <a:xfrm>
                <a:off x="4910904" y="1547529"/>
                <a:ext cx="558677" cy="1272651"/>
                <a:chOff x="4910904" y="1547529"/>
                <a:chExt cx="558677" cy="1272651"/>
              </a:xfrm>
            </p:grpSpPr>
            <p:sp>
              <p:nvSpPr>
                <p:cNvPr id="7375" name="Google Shape;7375;p90"/>
                <p:cNvSpPr/>
                <p:nvPr/>
              </p:nvSpPr>
              <p:spPr>
                <a:xfrm>
                  <a:off x="4910904" y="1547529"/>
                  <a:ext cx="558677" cy="1272651"/>
                </a:xfrm>
                <a:custGeom>
                  <a:avLst/>
                  <a:gdLst/>
                  <a:ahLst/>
                  <a:cxnLst/>
                  <a:rect l="l" t="t" r="r" b="b"/>
                  <a:pathLst>
                    <a:path w="22128" h="50407" extrusionOk="0">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6" name="Google Shape;7376;p90"/>
                <p:cNvGrpSpPr/>
                <p:nvPr/>
              </p:nvGrpSpPr>
              <p:grpSpPr>
                <a:xfrm>
                  <a:off x="5086525" y="1888799"/>
                  <a:ext cx="204808" cy="326677"/>
                  <a:chOff x="5086525" y="1888799"/>
                  <a:chExt cx="204808" cy="326677"/>
                </a:xfrm>
              </p:grpSpPr>
              <p:grpSp>
                <p:nvGrpSpPr>
                  <p:cNvPr id="7377" name="Google Shape;7377;p90"/>
                  <p:cNvGrpSpPr/>
                  <p:nvPr/>
                </p:nvGrpSpPr>
                <p:grpSpPr>
                  <a:xfrm>
                    <a:off x="5147044" y="1888799"/>
                    <a:ext cx="80312" cy="199127"/>
                    <a:chOff x="5147044" y="1888799"/>
                    <a:chExt cx="80312" cy="199127"/>
                  </a:xfrm>
                </p:grpSpPr>
                <p:sp>
                  <p:nvSpPr>
                    <p:cNvPr id="7378" name="Google Shape;7378;p90"/>
                    <p:cNvSpPr/>
                    <p:nvPr/>
                  </p:nvSpPr>
                  <p:spPr>
                    <a:xfrm>
                      <a:off x="5176002" y="1888799"/>
                      <a:ext cx="24717" cy="164235"/>
                    </a:xfrm>
                    <a:custGeom>
                      <a:avLst/>
                      <a:gdLst/>
                      <a:ahLst/>
                      <a:cxnLst/>
                      <a:rect l="l" t="t" r="r" b="b"/>
                      <a:pathLst>
                        <a:path w="979" h="6505" extrusionOk="0">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0"/>
                    <p:cNvSpPr/>
                    <p:nvPr/>
                  </p:nvSpPr>
                  <p:spPr>
                    <a:xfrm>
                      <a:off x="5147044" y="2033063"/>
                      <a:ext cx="80312" cy="54863"/>
                    </a:xfrm>
                    <a:custGeom>
                      <a:avLst/>
                      <a:gdLst/>
                      <a:ahLst/>
                      <a:cxnLst/>
                      <a:rect l="l" t="t" r="r" b="b"/>
                      <a:pathLst>
                        <a:path w="3181" h="2173" extrusionOk="0">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0" name="Google Shape;7380;p90"/>
                  <p:cNvSpPr/>
                  <p:nvPr/>
                </p:nvSpPr>
                <p:spPr>
                  <a:xfrm>
                    <a:off x="5086525" y="2017965"/>
                    <a:ext cx="91143" cy="197511"/>
                  </a:xfrm>
                  <a:custGeom>
                    <a:avLst/>
                    <a:gdLst/>
                    <a:ahLst/>
                    <a:cxnLst/>
                    <a:rect l="l" t="t" r="r" b="b"/>
                    <a:pathLst>
                      <a:path w="3610" h="7823" extrusionOk="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0"/>
                  <p:cNvSpPr/>
                  <p:nvPr/>
                </p:nvSpPr>
                <p:spPr>
                  <a:xfrm>
                    <a:off x="5200190" y="2017965"/>
                    <a:ext cx="91143" cy="197511"/>
                  </a:xfrm>
                  <a:custGeom>
                    <a:avLst/>
                    <a:gdLst/>
                    <a:ahLst/>
                    <a:cxnLst/>
                    <a:rect l="l" t="t" r="r" b="b"/>
                    <a:pathLst>
                      <a:path w="3610" h="7823" extrusionOk="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82" name="Google Shape;7382;p90"/>
              <p:cNvSpPr/>
              <p:nvPr/>
            </p:nvSpPr>
            <p:spPr>
              <a:xfrm>
                <a:off x="4983465" y="1542757"/>
                <a:ext cx="406813" cy="325163"/>
              </a:xfrm>
              <a:custGeom>
                <a:avLst/>
                <a:gdLst/>
                <a:ahLst/>
                <a:cxnLst/>
                <a:rect l="l" t="t" r="r" b="b"/>
                <a:pathLst>
                  <a:path w="16113" h="12879" extrusionOk="0">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83" name="Google Shape;7383;p90"/>
          <p:cNvGrpSpPr/>
          <p:nvPr/>
        </p:nvGrpSpPr>
        <p:grpSpPr>
          <a:xfrm>
            <a:off x="5901010" y="1542757"/>
            <a:ext cx="557541" cy="1310345"/>
            <a:chOff x="5901010" y="1542757"/>
            <a:chExt cx="557541" cy="1310345"/>
          </a:xfrm>
        </p:grpSpPr>
        <p:sp>
          <p:nvSpPr>
            <p:cNvPr id="7384" name="Google Shape;7384;p90"/>
            <p:cNvSpPr/>
            <p:nvPr/>
          </p:nvSpPr>
          <p:spPr>
            <a:xfrm>
              <a:off x="5950722"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5" name="Google Shape;7385;p90"/>
            <p:cNvGrpSpPr/>
            <p:nvPr/>
          </p:nvGrpSpPr>
          <p:grpSpPr>
            <a:xfrm>
              <a:off x="5901010" y="1542757"/>
              <a:ext cx="557541" cy="1277423"/>
              <a:chOff x="5901010" y="1542757"/>
              <a:chExt cx="557541" cy="1277423"/>
            </a:xfrm>
          </p:grpSpPr>
          <p:sp>
            <p:nvSpPr>
              <p:cNvPr id="7386" name="Google Shape;7386;p90"/>
              <p:cNvSpPr/>
              <p:nvPr/>
            </p:nvSpPr>
            <p:spPr>
              <a:xfrm>
                <a:off x="5993996"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0"/>
              <p:cNvSpPr/>
              <p:nvPr/>
            </p:nvSpPr>
            <p:spPr>
              <a:xfrm>
                <a:off x="6132554" y="1726054"/>
                <a:ext cx="682" cy="25"/>
              </a:xfrm>
              <a:custGeom>
                <a:avLst/>
                <a:gdLst/>
                <a:ahLst/>
                <a:cxnLst/>
                <a:rect l="l" t="t" r="r" b="b"/>
                <a:pathLst>
                  <a:path w="27" h="1" extrusionOk="0">
                    <a:moveTo>
                      <a:pt x="0" y="1"/>
                    </a:moveTo>
                    <a:lnTo>
                      <a:pt x="26" y="1"/>
                    </a:lnTo>
                    <a:cubicBezTo>
                      <a:pt x="13" y="1"/>
                      <a:pt x="7" y="1"/>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8" name="Google Shape;7388;p90"/>
              <p:cNvGrpSpPr/>
              <p:nvPr/>
            </p:nvGrpSpPr>
            <p:grpSpPr>
              <a:xfrm>
                <a:off x="5901010" y="1547529"/>
                <a:ext cx="557541" cy="1272651"/>
                <a:chOff x="5901010" y="1547529"/>
                <a:chExt cx="557541" cy="1272651"/>
              </a:xfrm>
            </p:grpSpPr>
            <p:sp>
              <p:nvSpPr>
                <p:cNvPr id="7389" name="Google Shape;7389;p90"/>
                <p:cNvSpPr/>
                <p:nvPr/>
              </p:nvSpPr>
              <p:spPr>
                <a:xfrm>
                  <a:off x="5901010" y="1547529"/>
                  <a:ext cx="557541" cy="1272651"/>
                </a:xfrm>
                <a:custGeom>
                  <a:avLst/>
                  <a:gdLst/>
                  <a:ahLst/>
                  <a:cxnLst/>
                  <a:rect l="l" t="t" r="r" b="b"/>
                  <a:pathLst>
                    <a:path w="22083" h="50407" extrusionOk="0">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0" name="Google Shape;7390;p90"/>
                <p:cNvGrpSpPr/>
                <p:nvPr/>
              </p:nvGrpSpPr>
              <p:grpSpPr>
                <a:xfrm>
                  <a:off x="5939032" y="1575982"/>
                  <a:ext cx="472785" cy="1194182"/>
                  <a:chOff x="5939032" y="1575983"/>
                  <a:chExt cx="472785" cy="1194182"/>
                </a:xfrm>
              </p:grpSpPr>
              <p:grpSp>
                <p:nvGrpSpPr>
                  <p:cNvPr id="7391" name="Google Shape;7391;p90"/>
                  <p:cNvGrpSpPr/>
                  <p:nvPr/>
                </p:nvGrpSpPr>
                <p:grpSpPr>
                  <a:xfrm>
                    <a:off x="5939032" y="1717495"/>
                    <a:ext cx="472785" cy="1052669"/>
                    <a:chOff x="5939032" y="1717495"/>
                    <a:chExt cx="472785" cy="1052669"/>
                  </a:xfrm>
                </p:grpSpPr>
                <p:sp>
                  <p:nvSpPr>
                    <p:cNvPr id="7392" name="Google Shape;7392;p90"/>
                    <p:cNvSpPr/>
                    <p:nvPr/>
                  </p:nvSpPr>
                  <p:spPr>
                    <a:xfrm>
                      <a:off x="5971930" y="1961992"/>
                      <a:ext cx="207560" cy="288352"/>
                    </a:xfrm>
                    <a:custGeom>
                      <a:avLst/>
                      <a:gdLst/>
                      <a:ahLst/>
                      <a:cxnLst/>
                      <a:rect l="l" t="t" r="r" b="b"/>
                      <a:pathLst>
                        <a:path w="8221" h="11421" extrusionOk="0">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0"/>
                    <p:cNvSpPr/>
                    <p:nvPr/>
                  </p:nvSpPr>
                  <p:spPr>
                    <a:xfrm>
                      <a:off x="5961907" y="2188537"/>
                      <a:ext cx="52010" cy="152293"/>
                    </a:xfrm>
                    <a:custGeom>
                      <a:avLst/>
                      <a:gdLst/>
                      <a:ahLst/>
                      <a:cxnLst/>
                      <a:rect l="l" t="t" r="r" b="b"/>
                      <a:pathLst>
                        <a:path w="2060" h="6032" extrusionOk="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0"/>
                    <p:cNvSpPr/>
                    <p:nvPr/>
                  </p:nvSpPr>
                  <p:spPr>
                    <a:xfrm>
                      <a:off x="5939032" y="2264810"/>
                      <a:ext cx="58195" cy="53499"/>
                    </a:xfrm>
                    <a:custGeom>
                      <a:avLst/>
                      <a:gdLst/>
                      <a:ahLst/>
                      <a:cxnLst/>
                      <a:rect l="l" t="t" r="r" b="b"/>
                      <a:pathLst>
                        <a:path w="2305" h="2119" extrusionOk="0">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0"/>
                    <p:cNvSpPr/>
                    <p:nvPr/>
                  </p:nvSpPr>
                  <p:spPr>
                    <a:xfrm>
                      <a:off x="5992683" y="2128978"/>
                      <a:ext cx="45849" cy="36786"/>
                    </a:xfrm>
                    <a:custGeom>
                      <a:avLst/>
                      <a:gdLst/>
                      <a:ahLst/>
                      <a:cxnLst/>
                      <a:rect l="l" t="t" r="r" b="b"/>
                      <a:pathLst>
                        <a:path w="1816" h="1457" extrusionOk="0">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0"/>
                    <p:cNvSpPr/>
                    <p:nvPr/>
                  </p:nvSpPr>
                  <p:spPr>
                    <a:xfrm>
                      <a:off x="6042042" y="1957699"/>
                      <a:ext cx="140654" cy="63901"/>
                    </a:xfrm>
                    <a:custGeom>
                      <a:avLst/>
                      <a:gdLst/>
                      <a:ahLst/>
                      <a:cxnLst/>
                      <a:rect l="l" t="t" r="r" b="b"/>
                      <a:pathLst>
                        <a:path w="5571" h="2531" extrusionOk="0">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0"/>
                    <p:cNvSpPr/>
                    <p:nvPr/>
                  </p:nvSpPr>
                  <p:spPr>
                    <a:xfrm>
                      <a:off x="6010937" y="2054751"/>
                      <a:ext cx="54206" cy="51278"/>
                    </a:xfrm>
                    <a:custGeom>
                      <a:avLst/>
                      <a:gdLst/>
                      <a:ahLst/>
                      <a:cxnLst/>
                      <a:rect l="l" t="t" r="r" b="b"/>
                      <a:pathLst>
                        <a:path w="2147" h="2031" extrusionOk="0">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0"/>
                    <p:cNvSpPr/>
                    <p:nvPr/>
                  </p:nvSpPr>
                  <p:spPr>
                    <a:xfrm>
                      <a:off x="6080545" y="1991077"/>
                      <a:ext cx="98112" cy="100460"/>
                    </a:xfrm>
                    <a:custGeom>
                      <a:avLst/>
                      <a:gdLst/>
                      <a:ahLst/>
                      <a:cxnLst/>
                      <a:rect l="l" t="t" r="r" b="b"/>
                      <a:pathLst>
                        <a:path w="3886" h="3979" extrusionOk="0">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0"/>
                    <p:cNvSpPr/>
                    <p:nvPr/>
                  </p:nvSpPr>
                  <p:spPr>
                    <a:xfrm>
                      <a:off x="6079055" y="2034073"/>
                      <a:ext cx="106342" cy="106999"/>
                    </a:xfrm>
                    <a:custGeom>
                      <a:avLst/>
                      <a:gdLst/>
                      <a:ahLst/>
                      <a:cxnLst/>
                      <a:rect l="l" t="t" r="r" b="b"/>
                      <a:pathLst>
                        <a:path w="4212" h="4238" extrusionOk="0">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0"/>
                    <p:cNvSpPr/>
                    <p:nvPr/>
                  </p:nvSpPr>
                  <p:spPr>
                    <a:xfrm>
                      <a:off x="6079055" y="2075378"/>
                      <a:ext cx="110281" cy="119168"/>
                    </a:xfrm>
                    <a:custGeom>
                      <a:avLst/>
                      <a:gdLst/>
                      <a:ahLst/>
                      <a:cxnLst/>
                      <a:rect l="l" t="t" r="r" b="b"/>
                      <a:pathLst>
                        <a:path w="4368" h="4720" extrusionOk="0">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0"/>
                    <p:cNvSpPr/>
                    <p:nvPr/>
                  </p:nvSpPr>
                  <p:spPr>
                    <a:xfrm>
                      <a:off x="6074940" y="2138977"/>
                      <a:ext cx="105434" cy="88644"/>
                    </a:xfrm>
                    <a:custGeom>
                      <a:avLst/>
                      <a:gdLst/>
                      <a:ahLst/>
                      <a:cxnLst/>
                      <a:rect l="l" t="t" r="r" b="b"/>
                      <a:pathLst>
                        <a:path w="4176" h="3511" extrusionOk="0">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0"/>
                    <p:cNvSpPr/>
                    <p:nvPr/>
                  </p:nvSpPr>
                  <p:spPr>
                    <a:xfrm>
                      <a:off x="6070496" y="2176419"/>
                      <a:ext cx="111417" cy="96622"/>
                    </a:xfrm>
                    <a:custGeom>
                      <a:avLst/>
                      <a:gdLst/>
                      <a:ahLst/>
                      <a:cxnLst/>
                      <a:rect l="l" t="t" r="r" b="b"/>
                      <a:pathLst>
                        <a:path w="4413" h="3827" extrusionOk="0">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0"/>
                    <p:cNvSpPr/>
                    <p:nvPr/>
                  </p:nvSpPr>
                  <p:spPr>
                    <a:xfrm>
                      <a:off x="6070850" y="2217572"/>
                      <a:ext cx="111569" cy="96622"/>
                    </a:xfrm>
                    <a:custGeom>
                      <a:avLst/>
                      <a:gdLst/>
                      <a:ahLst/>
                      <a:cxnLst/>
                      <a:rect l="l" t="t" r="r" b="b"/>
                      <a:pathLst>
                        <a:path w="4419" h="3827" extrusionOk="0">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0"/>
                    <p:cNvSpPr/>
                    <p:nvPr/>
                  </p:nvSpPr>
                  <p:spPr>
                    <a:xfrm>
                      <a:off x="6093875" y="2268370"/>
                      <a:ext cx="90134" cy="393356"/>
                    </a:xfrm>
                    <a:custGeom>
                      <a:avLst/>
                      <a:gdLst/>
                      <a:ahLst/>
                      <a:cxnLst/>
                      <a:rect l="l" t="t" r="r" b="b"/>
                      <a:pathLst>
                        <a:path w="3570" h="15580" extrusionOk="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0"/>
                    <p:cNvSpPr/>
                    <p:nvPr/>
                  </p:nvSpPr>
                  <p:spPr>
                    <a:xfrm>
                      <a:off x="6104631" y="2464821"/>
                      <a:ext cx="36003" cy="133711"/>
                    </a:xfrm>
                    <a:custGeom>
                      <a:avLst/>
                      <a:gdLst/>
                      <a:ahLst/>
                      <a:cxnLst/>
                      <a:rect l="l" t="t" r="r" b="b"/>
                      <a:pathLst>
                        <a:path w="1426" h="5296" extrusionOk="0">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0"/>
                    <p:cNvSpPr/>
                    <p:nvPr/>
                  </p:nvSpPr>
                  <p:spPr>
                    <a:xfrm>
                      <a:off x="6111321" y="2647587"/>
                      <a:ext cx="27015" cy="122577"/>
                    </a:xfrm>
                    <a:custGeom>
                      <a:avLst/>
                      <a:gdLst/>
                      <a:ahLst/>
                      <a:cxnLst/>
                      <a:rect l="l" t="t" r="r" b="b"/>
                      <a:pathLst>
                        <a:path w="1070" h="4855" extrusionOk="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0"/>
                    <p:cNvSpPr/>
                    <p:nvPr/>
                  </p:nvSpPr>
                  <p:spPr>
                    <a:xfrm>
                      <a:off x="6109655" y="2649077"/>
                      <a:ext cx="29817" cy="63497"/>
                    </a:xfrm>
                    <a:custGeom>
                      <a:avLst/>
                      <a:gdLst/>
                      <a:ahLst/>
                      <a:cxnLst/>
                      <a:rect l="l" t="t" r="r" b="b"/>
                      <a:pathLst>
                        <a:path w="1181" h="2515" extrusionOk="0">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0"/>
                    <p:cNvSpPr/>
                    <p:nvPr/>
                  </p:nvSpPr>
                  <p:spPr>
                    <a:xfrm>
                      <a:off x="6083170" y="2514407"/>
                      <a:ext cx="31913" cy="78520"/>
                    </a:xfrm>
                    <a:custGeom>
                      <a:avLst/>
                      <a:gdLst/>
                      <a:ahLst/>
                      <a:cxnLst/>
                      <a:rect l="l" t="t" r="r" b="b"/>
                      <a:pathLst>
                        <a:path w="1264" h="3110" extrusionOk="0">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0"/>
                    <p:cNvSpPr/>
                    <p:nvPr/>
                  </p:nvSpPr>
                  <p:spPr>
                    <a:xfrm>
                      <a:off x="6063099" y="2396148"/>
                      <a:ext cx="57691" cy="73218"/>
                    </a:xfrm>
                    <a:custGeom>
                      <a:avLst/>
                      <a:gdLst/>
                      <a:ahLst/>
                      <a:cxnLst/>
                      <a:rect l="l" t="t" r="r" b="b"/>
                      <a:pathLst>
                        <a:path w="2285" h="2900" extrusionOk="0">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0"/>
                    <p:cNvSpPr/>
                    <p:nvPr/>
                  </p:nvSpPr>
                  <p:spPr>
                    <a:xfrm>
                      <a:off x="6107458" y="2398496"/>
                      <a:ext cx="39765" cy="70870"/>
                    </a:xfrm>
                    <a:custGeom>
                      <a:avLst/>
                      <a:gdLst/>
                      <a:ahLst/>
                      <a:cxnLst/>
                      <a:rect l="l" t="t" r="r" b="b"/>
                      <a:pathLst>
                        <a:path w="1575" h="2807" extrusionOk="0">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0"/>
                    <p:cNvSpPr/>
                    <p:nvPr/>
                  </p:nvSpPr>
                  <p:spPr>
                    <a:xfrm>
                      <a:off x="6084660" y="2269784"/>
                      <a:ext cx="96269" cy="88341"/>
                    </a:xfrm>
                    <a:custGeom>
                      <a:avLst/>
                      <a:gdLst/>
                      <a:ahLst/>
                      <a:cxnLst/>
                      <a:rect l="l" t="t" r="r" b="b"/>
                      <a:pathLst>
                        <a:path w="3813" h="3499" extrusionOk="0">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0"/>
                    <p:cNvSpPr/>
                    <p:nvPr/>
                  </p:nvSpPr>
                  <p:spPr>
                    <a:xfrm>
                      <a:off x="6171612" y="1962168"/>
                      <a:ext cx="207459" cy="288175"/>
                    </a:xfrm>
                    <a:custGeom>
                      <a:avLst/>
                      <a:gdLst/>
                      <a:ahLst/>
                      <a:cxnLst/>
                      <a:rect l="l" t="t" r="r" b="b"/>
                      <a:pathLst>
                        <a:path w="8217" h="11414" extrusionOk="0">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0"/>
                    <p:cNvSpPr/>
                    <p:nvPr/>
                  </p:nvSpPr>
                  <p:spPr>
                    <a:xfrm>
                      <a:off x="6336908" y="2188765"/>
                      <a:ext cx="51858" cy="152066"/>
                    </a:xfrm>
                    <a:custGeom>
                      <a:avLst/>
                      <a:gdLst/>
                      <a:ahLst/>
                      <a:cxnLst/>
                      <a:rect l="l" t="t" r="r" b="b"/>
                      <a:pathLst>
                        <a:path w="2054" h="6023" extrusionOk="0">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0"/>
                    <p:cNvSpPr/>
                    <p:nvPr/>
                  </p:nvSpPr>
                  <p:spPr>
                    <a:xfrm>
                      <a:off x="6353596" y="2264861"/>
                      <a:ext cx="58221" cy="53449"/>
                    </a:xfrm>
                    <a:custGeom>
                      <a:avLst/>
                      <a:gdLst/>
                      <a:ahLst/>
                      <a:cxnLst/>
                      <a:rect l="l" t="t" r="r" b="b"/>
                      <a:pathLst>
                        <a:path w="2306" h="2117" extrusionOk="0">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0"/>
                    <p:cNvSpPr/>
                    <p:nvPr/>
                  </p:nvSpPr>
                  <p:spPr>
                    <a:xfrm>
                      <a:off x="6311938" y="2128802"/>
                      <a:ext cx="46228" cy="36962"/>
                    </a:xfrm>
                    <a:custGeom>
                      <a:avLst/>
                      <a:gdLst/>
                      <a:ahLst/>
                      <a:cxnLst/>
                      <a:rect l="l" t="t" r="r" b="b"/>
                      <a:pathLst>
                        <a:path w="1831" h="1464" extrusionOk="0">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0"/>
                    <p:cNvSpPr/>
                    <p:nvPr/>
                  </p:nvSpPr>
                  <p:spPr>
                    <a:xfrm>
                      <a:off x="6168153" y="1957699"/>
                      <a:ext cx="140654" cy="63901"/>
                    </a:xfrm>
                    <a:custGeom>
                      <a:avLst/>
                      <a:gdLst/>
                      <a:ahLst/>
                      <a:cxnLst/>
                      <a:rect l="l" t="t" r="r" b="b"/>
                      <a:pathLst>
                        <a:path w="5571" h="2531" extrusionOk="0">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0"/>
                    <p:cNvSpPr/>
                    <p:nvPr/>
                  </p:nvSpPr>
                  <p:spPr>
                    <a:xfrm>
                      <a:off x="6285554" y="2054751"/>
                      <a:ext cx="54181" cy="51278"/>
                    </a:xfrm>
                    <a:custGeom>
                      <a:avLst/>
                      <a:gdLst/>
                      <a:ahLst/>
                      <a:cxnLst/>
                      <a:rect l="l" t="t" r="r" b="b"/>
                      <a:pathLst>
                        <a:path w="2146" h="2031" extrusionOk="0">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0"/>
                    <p:cNvSpPr/>
                    <p:nvPr/>
                  </p:nvSpPr>
                  <p:spPr>
                    <a:xfrm>
                      <a:off x="6171865" y="1990698"/>
                      <a:ext cx="97935" cy="100839"/>
                    </a:xfrm>
                    <a:custGeom>
                      <a:avLst/>
                      <a:gdLst/>
                      <a:ahLst/>
                      <a:cxnLst/>
                      <a:rect l="l" t="t" r="r" b="b"/>
                      <a:pathLst>
                        <a:path w="3879" h="3994" extrusionOk="0">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0"/>
                    <p:cNvSpPr/>
                    <p:nvPr/>
                  </p:nvSpPr>
                  <p:spPr>
                    <a:xfrm>
                      <a:off x="6165452" y="2034199"/>
                      <a:ext cx="106999" cy="106873"/>
                    </a:xfrm>
                    <a:custGeom>
                      <a:avLst/>
                      <a:gdLst/>
                      <a:ahLst/>
                      <a:cxnLst/>
                      <a:rect l="l" t="t" r="r" b="b"/>
                      <a:pathLst>
                        <a:path w="4238" h="4233" extrusionOk="0">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0"/>
                    <p:cNvSpPr/>
                    <p:nvPr/>
                  </p:nvSpPr>
                  <p:spPr>
                    <a:xfrm>
                      <a:off x="6161665" y="2075378"/>
                      <a:ext cx="110104" cy="119168"/>
                    </a:xfrm>
                    <a:custGeom>
                      <a:avLst/>
                      <a:gdLst/>
                      <a:ahLst/>
                      <a:cxnLst/>
                      <a:rect l="l" t="t" r="r" b="b"/>
                      <a:pathLst>
                        <a:path w="4361" h="4720" extrusionOk="0">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0"/>
                    <p:cNvSpPr/>
                    <p:nvPr/>
                  </p:nvSpPr>
                  <p:spPr>
                    <a:xfrm>
                      <a:off x="6170956" y="2139279"/>
                      <a:ext cx="105434" cy="88341"/>
                    </a:xfrm>
                    <a:custGeom>
                      <a:avLst/>
                      <a:gdLst/>
                      <a:ahLst/>
                      <a:cxnLst/>
                      <a:rect l="l" t="t" r="r" b="b"/>
                      <a:pathLst>
                        <a:path w="4176" h="3499" extrusionOk="0">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0"/>
                    <p:cNvSpPr/>
                    <p:nvPr/>
                  </p:nvSpPr>
                  <p:spPr>
                    <a:xfrm>
                      <a:off x="6168936" y="2176419"/>
                      <a:ext cx="111569" cy="96622"/>
                    </a:xfrm>
                    <a:custGeom>
                      <a:avLst/>
                      <a:gdLst/>
                      <a:ahLst/>
                      <a:cxnLst/>
                      <a:rect l="l" t="t" r="r" b="b"/>
                      <a:pathLst>
                        <a:path w="4419" h="3827" extrusionOk="0">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0"/>
                    <p:cNvSpPr/>
                    <p:nvPr/>
                  </p:nvSpPr>
                  <p:spPr>
                    <a:xfrm>
                      <a:off x="6168229" y="2217496"/>
                      <a:ext cx="112099" cy="96698"/>
                    </a:xfrm>
                    <a:custGeom>
                      <a:avLst/>
                      <a:gdLst/>
                      <a:ahLst/>
                      <a:cxnLst/>
                      <a:rect l="l" t="t" r="r" b="b"/>
                      <a:pathLst>
                        <a:path w="4440" h="3830" extrusionOk="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0"/>
                    <p:cNvSpPr/>
                    <p:nvPr/>
                  </p:nvSpPr>
                  <p:spPr>
                    <a:xfrm>
                      <a:off x="6166487" y="2268193"/>
                      <a:ext cx="90487" cy="393533"/>
                    </a:xfrm>
                    <a:custGeom>
                      <a:avLst/>
                      <a:gdLst/>
                      <a:ahLst/>
                      <a:cxnLst/>
                      <a:rect l="l" t="t" r="r" b="b"/>
                      <a:pathLst>
                        <a:path w="3584" h="15587" extrusionOk="0">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0"/>
                    <p:cNvSpPr/>
                    <p:nvPr/>
                  </p:nvSpPr>
                  <p:spPr>
                    <a:xfrm>
                      <a:off x="6210216" y="2464896"/>
                      <a:ext cx="36003" cy="133635"/>
                    </a:xfrm>
                    <a:custGeom>
                      <a:avLst/>
                      <a:gdLst/>
                      <a:ahLst/>
                      <a:cxnLst/>
                      <a:rect l="l" t="t" r="r" b="b"/>
                      <a:pathLst>
                        <a:path w="1426" h="5293" extrusionOk="0">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0"/>
                    <p:cNvSpPr/>
                    <p:nvPr/>
                  </p:nvSpPr>
                  <p:spPr>
                    <a:xfrm>
                      <a:off x="6212513" y="2647537"/>
                      <a:ext cx="27015" cy="122627"/>
                    </a:xfrm>
                    <a:custGeom>
                      <a:avLst/>
                      <a:gdLst/>
                      <a:ahLst/>
                      <a:cxnLst/>
                      <a:rect l="l" t="t" r="r" b="b"/>
                      <a:pathLst>
                        <a:path w="1070" h="4857" extrusionOk="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0"/>
                    <p:cNvSpPr/>
                    <p:nvPr/>
                  </p:nvSpPr>
                  <p:spPr>
                    <a:xfrm>
                      <a:off x="6211377" y="2649102"/>
                      <a:ext cx="29944" cy="63472"/>
                    </a:xfrm>
                    <a:custGeom>
                      <a:avLst/>
                      <a:gdLst/>
                      <a:ahLst/>
                      <a:cxnLst/>
                      <a:rect l="l" t="t" r="r" b="b"/>
                      <a:pathLst>
                        <a:path w="1186" h="2514" extrusionOk="0">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0"/>
                    <p:cNvSpPr/>
                    <p:nvPr/>
                  </p:nvSpPr>
                  <p:spPr>
                    <a:xfrm>
                      <a:off x="6235564" y="2514382"/>
                      <a:ext cx="32115" cy="78671"/>
                    </a:xfrm>
                    <a:custGeom>
                      <a:avLst/>
                      <a:gdLst/>
                      <a:ahLst/>
                      <a:cxnLst/>
                      <a:rect l="l" t="t" r="r" b="b"/>
                      <a:pathLst>
                        <a:path w="1272" h="3116" extrusionOk="0">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0"/>
                    <p:cNvSpPr/>
                    <p:nvPr/>
                  </p:nvSpPr>
                  <p:spPr>
                    <a:xfrm>
                      <a:off x="6230010" y="2395996"/>
                      <a:ext cx="57893" cy="73369"/>
                    </a:xfrm>
                    <a:custGeom>
                      <a:avLst/>
                      <a:gdLst/>
                      <a:ahLst/>
                      <a:cxnLst/>
                      <a:rect l="l" t="t" r="r" b="b"/>
                      <a:pathLst>
                        <a:path w="2293" h="2906" extrusionOk="0">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0"/>
                    <p:cNvSpPr/>
                    <p:nvPr/>
                  </p:nvSpPr>
                  <p:spPr>
                    <a:xfrm>
                      <a:off x="6203626" y="2399228"/>
                      <a:ext cx="38502" cy="70138"/>
                    </a:xfrm>
                    <a:custGeom>
                      <a:avLst/>
                      <a:gdLst/>
                      <a:ahLst/>
                      <a:cxnLst/>
                      <a:rect l="l" t="t" r="r" b="b"/>
                      <a:pathLst>
                        <a:path w="1525" h="2778" extrusionOk="0">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0"/>
                    <p:cNvSpPr/>
                    <p:nvPr/>
                  </p:nvSpPr>
                  <p:spPr>
                    <a:xfrm>
                      <a:off x="6169668" y="2269708"/>
                      <a:ext cx="96521" cy="88417"/>
                    </a:xfrm>
                    <a:custGeom>
                      <a:avLst/>
                      <a:gdLst/>
                      <a:ahLst/>
                      <a:cxnLst/>
                      <a:rect l="l" t="t" r="r" b="b"/>
                      <a:pathLst>
                        <a:path w="3823" h="3502" extrusionOk="0">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0"/>
                    <p:cNvSpPr/>
                    <p:nvPr/>
                  </p:nvSpPr>
                  <p:spPr>
                    <a:xfrm>
                      <a:off x="6083019" y="1717495"/>
                      <a:ext cx="184862" cy="609020"/>
                    </a:xfrm>
                    <a:custGeom>
                      <a:avLst/>
                      <a:gdLst/>
                      <a:ahLst/>
                      <a:cxnLst/>
                      <a:rect l="l" t="t" r="r" b="b"/>
                      <a:pathLst>
                        <a:path w="7322" h="24122" extrusionOk="0">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33" name="Google Shape;7433;p90"/>
                  <p:cNvSpPr/>
                  <p:nvPr/>
                </p:nvSpPr>
                <p:spPr>
                  <a:xfrm>
                    <a:off x="6020658" y="1575983"/>
                    <a:ext cx="321880" cy="161054"/>
                  </a:xfrm>
                  <a:custGeom>
                    <a:avLst/>
                    <a:gdLst/>
                    <a:ahLst/>
                    <a:cxnLst/>
                    <a:rect l="l" t="t" r="r" b="b"/>
                    <a:pathLst>
                      <a:path w="12749" h="6379" extrusionOk="0">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34" name="Google Shape;7434;p90"/>
              <p:cNvSpPr/>
              <p:nvPr/>
            </p:nvSpPr>
            <p:spPr>
              <a:xfrm>
                <a:off x="5970289"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5" name="Google Shape;7435;p90"/>
          <p:cNvGrpSpPr/>
          <p:nvPr/>
        </p:nvGrpSpPr>
        <p:grpSpPr>
          <a:xfrm>
            <a:off x="1924124" y="3064707"/>
            <a:ext cx="550774" cy="1310497"/>
            <a:chOff x="1924124" y="3050537"/>
            <a:chExt cx="550774" cy="1310497"/>
          </a:xfrm>
        </p:grpSpPr>
        <p:sp>
          <p:nvSpPr>
            <p:cNvPr id="7436" name="Google Shape;7436;p90"/>
            <p:cNvSpPr/>
            <p:nvPr/>
          </p:nvSpPr>
          <p:spPr>
            <a:xfrm>
              <a:off x="1972978" y="4311978"/>
              <a:ext cx="453041" cy="49056"/>
            </a:xfrm>
            <a:custGeom>
              <a:avLst/>
              <a:gdLst/>
              <a:ahLst/>
              <a:cxnLst/>
              <a:rect l="l" t="t" r="r" b="b"/>
              <a:pathLst>
                <a:path w="17944" h="1943" extrusionOk="0">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0"/>
            <p:cNvSpPr/>
            <p:nvPr/>
          </p:nvSpPr>
          <p:spPr>
            <a:xfrm>
              <a:off x="1924124" y="3050537"/>
              <a:ext cx="550774" cy="1278256"/>
            </a:xfrm>
            <a:custGeom>
              <a:avLst/>
              <a:gdLst/>
              <a:ahLst/>
              <a:cxnLst/>
              <a:rect l="l" t="t" r="r" b="b"/>
              <a:pathLst>
                <a:path w="21815" h="50629" extrusionOk="0">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38" name="Google Shape;7438;p90"/>
            <p:cNvGrpSpPr/>
            <p:nvPr/>
          </p:nvGrpSpPr>
          <p:grpSpPr>
            <a:xfrm>
              <a:off x="1959824" y="3177406"/>
              <a:ext cx="474931" cy="1079810"/>
              <a:chOff x="1959824" y="3177406"/>
              <a:chExt cx="474931" cy="1079810"/>
            </a:xfrm>
          </p:grpSpPr>
          <p:sp>
            <p:nvSpPr>
              <p:cNvPr id="7439" name="Google Shape;7439;p90"/>
              <p:cNvSpPr/>
              <p:nvPr/>
            </p:nvSpPr>
            <p:spPr>
              <a:xfrm>
                <a:off x="2214193" y="3532512"/>
                <a:ext cx="208368" cy="330439"/>
              </a:xfrm>
              <a:custGeom>
                <a:avLst/>
                <a:gdLst/>
                <a:ahLst/>
                <a:cxnLst/>
                <a:rect l="l" t="t" r="r" b="b"/>
                <a:pathLst>
                  <a:path w="8253" h="13088" extrusionOk="0">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0"/>
              <p:cNvSpPr/>
              <p:nvPr/>
            </p:nvSpPr>
            <p:spPr>
              <a:xfrm>
                <a:off x="2369061" y="3697530"/>
                <a:ext cx="14517" cy="91850"/>
              </a:xfrm>
              <a:custGeom>
                <a:avLst/>
                <a:gdLst/>
                <a:ahLst/>
                <a:cxnLst/>
                <a:rect l="l" t="t" r="r" b="b"/>
                <a:pathLst>
                  <a:path w="575" h="3638" extrusionOk="0">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0"/>
              <p:cNvSpPr/>
              <p:nvPr/>
            </p:nvSpPr>
            <p:spPr>
              <a:xfrm>
                <a:off x="2392238" y="3774560"/>
                <a:ext cx="37745" cy="41658"/>
              </a:xfrm>
              <a:custGeom>
                <a:avLst/>
                <a:gdLst/>
                <a:ahLst/>
                <a:cxnLst/>
                <a:rect l="l" t="t" r="r" b="b"/>
                <a:pathLst>
                  <a:path w="1495" h="1650" extrusionOk="0">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0"/>
              <p:cNvSpPr/>
              <p:nvPr/>
            </p:nvSpPr>
            <p:spPr>
              <a:xfrm>
                <a:off x="2342072" y="3613405"/>
                <a:ext cx="19415" cy="47137"/>
              </a:xfrm>
              <a:custGeom>
                <a:avLst/>
                <a:gdLst/>
                <a:ahLst/>
                <a:cxnLst/>
                <a:rect l="l" t="t" r="r" b="b"/>
                <a:pathLst>
                  <a:path w="769" h="1867" extrusionOk="0">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0"/>
              <p:cNvSpPr/>
              <p:nvPr/>
            </p:nvSpPr>
            <p:spPr>
              <a:xfrm>
                <a:off x="2199246" y="3657891"/>
                <a:ext cx="59104" cy="412393"/>
              </a:xfrm>
              <a:custGeom>
                <a:avLst/>
                <a:gdLst/>
                <a:ahLst/>
                <a:cxnLst/>
                <a:rect l="l" t="t" r="r" b="b"/>
                <a:pathLst>
                  <a:path w="2341" h="16334" extrusionOk="0">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0"/>
              <p:cNvSpPr/>
              <p:nvPr/>
            </p:nvSpPr>
            <p:spPr>
              <a:xfrm>
                <a:off x="2237092" y="3951444"/>
                <a:ext cx="41330" cy="305772"/>
              </a:xfrm>
              <a:custGeom>
                <a:avLst/>
                <a:gdLst/>
                <a:ahLst/>
                <a:cxnLst/>
                <a:rect l="l" t="t" r="r" b="b"/>
                <a:pathLst>
                  <a:path w="1637" h="12111" extrusionOk="0">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0"/>
              <p:cNvSpPr/>
              <p:nvPr/>
            </p:nvSpPr>
            <p:spPr>
              <a:xfrm>
                <a:off x="2212097" y="3799176"/>
                <a:ext cx="72587" cy="157065"/>
              </a:xfrm>
              <a:custGeom>
                <a:avLst/>
                <a:gdLst/>
                <a:ahLst/>
                <a:cxnLst/>
                <a:rect l="l" t="t" r="r" b="b"/>
                <a:pathLst>
                  <a:path w="2875" h="6221" extrusionOk="0">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0"/>
              <p:cNvSpPr/>
              <p:nvPr/>
            </p:nvSpPr>
            <p:spPr>
              <a:xfrm>
                <a:off x="2210608" y="3495626"/>
                <a:ext cx="44284" cy="95158"/>
              </a:xfrm>
              <a:custGeom>
                <a:avLst/>
                <a:gdLst/>
                <a:ahLst/>
                <a:cxnLst/>
                <a:rect l="l" t="t" r="r" b="b"/>
                <a:pathLst>
                  <a:path w="1754" h="3769" extrusionOk="0">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0"/>
              <p:cNvSpPr/>
              <p:nvPr/>
            </p:nvSpPr>
            <p:spPr>
              <a:xfrm>
                <a:off x="2276756" y="3501104"/>
                <a:ext cx="35145" cy="41608"/>
              </a:xfrm>
              <a:custGeom>
                <a:avLst/>
                <a:gdLst/>
                <a:ahLst/>
                <a:cxnLst/>
                <a:rect l="l" t="t" r="r" b="b"/>
                <a:pathLst>
                  <a:path w="1392" h="1648" extrusionOk="0">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0"/>
              <p:cNvSpPr/>
              <p:nvPr/>
            </p:nvSpPr>
            <p:spPr>
              <a:xfrm>
                <a:off x="2197959" y="3704574"/>
                <a:ext cx="63018" cy="88265"/>
              </a:xfrm>
              <a:custGeom>
                <a:avLst/>
                <a:gdLst/>
                <a:ahLst/>
                <a:cxnLst/>
                <a:rect l="l" t="t" r="r" b="b"/>
                <a:pathLst>
                  <a:path w="2496" h="3496" extrusionOk="0">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0"/>
              <p:cNvSpPr/>
              <p:nvPr/>
            </p:nvSpPr>
            <p:spPr>
              <a:xfrm>
                <a:off x="2219646" y="3748252"/>
                <a:ext cx="22319" cy="27974"/>
              </a:xfrm>
              <a:custGeom>
                <a:avLst/>
                <a:gdLst/>
                <a:ahLst/>
                <a:cxnLst/>
                <a:rect l="l" t="t" r="r" b="b"/>
                <a:pathLst>
                  <a:path w="884" h="1108" extrusionOk="0">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0"/>
              <p:cNvSpPr/>
              <p:nvPr/>
            </p:nvSpPr>
            <p:spPr>
              <a:xfrm>
                <a:off x="2208134" y="3883023"/>
                <a:ext cx="38906" cy="52641"/>
              </a:xfrm>
              <a:custGeom>
                <a:avLst/>
                <a:gdLst/>
                <a:ahLst/>
                <a:cxnLst/>
                <a:rect l="l" t="t" r="r" b="b"/>
                <a:pathLst>
                  <a:path w="1541" h="2085" extrusionOk="0">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0"/>
              <p:cNvSpPr/>
              <p:nvPr/>
            </p:nvSpPr>
            <p:spPr>
              <a:xfrm>
                <a:off x="2209573" y="3556194"/>
                <a:ext cx="225182" cy="286004"/>
              </a:xfrm>
              <a:custGeom>
                <a:avLst/>
                <a:gdLst/>
                <a:ahLst/>
                <a:cxnLst/>
                <a:rect l="l" t="t" r="r" b="b"/>
                <a:pathLst>
                  <a:path w="8919" h="11328" extrusionOk="0">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0"/>
              <p:cNvSpPr/>
              <p:nvPr/>
            </p:nvSpPr>
            <p:spPr>
              <a:xfrm>
                <a:off x="2204675" y="3663471"/>
                <a:ext cx="77863" cy="446780"/>
              </a:xfrm>
              <a:custGeom>
                <a:avLst/>
                <a:gdLst/>
                <a:ahLst/>
                <a:cxnLst/>
                <a:rect l="l" t="t" r="r" b="b"/>
                <a:pathLst>
                  <a:path w="3084" h="17696" extrusionOk="0">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0"/>
              <p:cNvSpPr/>
              <p:nvPr/>
            </p:nvSpPr>
            <p:spPr>
              <a:xfrm>
                <a:off x="2190688" y="3807432"/>
                <a:ext cx="26257" cy="34766"/>
              </a:xfrm>
              <a:custGeom>
                <a:avLst/>
                <a:gdLst/>
                <a:ahLst/>
                <a:cxnLst/>
                <a:rect l="l" t="t" r="r" b="b"/>
                <a:pathLst>
                  <a:path w="1040" h="1377" extrusionOk="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0"/>
              <p:cNvSpPr/>
              <p:nvPr/>
            </p:nvSpPr>
            <p:spPr>
              <a:xfrm>
                <a:off x="2263628" y="4021784"/>
                <a:ext cx="25980" cy="78772"/>
              </a:xfrm>
              <a:custGeom>
                <a:avLst/>
                <a:gdLst/>
                <a:ahLst/>
                <a:cxnLst/>
                <a:rect l="l" t="t" r="r" b="b"/>
                <a:pathLst>
                  <a:path w="1029" h="3120" extrusionOk="0">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0"/>
              <p:cNvSpPr/>
              <p:nvPr/>
            </p:nvSpPr>
            <p:spPr>
              <a:xfrm>
                <a:off x="2217021" y="3921475"/>
                <a:ext cx="34438" cy="45799"/>
              </a:xfrm>
              <a:custGeom>
                <a:avLst/>
                <a:gdLst/>
                <a:ahLst/>
                <a:cxnLst/>
                <a:rect l="l" t="t" r="r" b="b"/>
                <a:pathLst>
                  <a:path w="1364" h="1814" extrusionOk="0">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0"/>
              <p:cNvSpPr/>
              <p:nvPr/>
            </p:nvSpPr>
            <p:spPr>
              <a:xfrm>
                <a:off x="1971994" y="3532411"/>
                <a:ext cx="208393" cy="330540"/>
              </a:xfrm>
              <a:custGeom>
                <a:avLst/>
                <a:gdLst/>
                <a:ahLst/>
                <a:cxnLst/>
                <a:rect l="l" t="t" r="r" b="b"/>
                <a:pathLst>
                  <a:path w="8254" h="13092" extrusionOk="0">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0"/>
              <p:cNvSpPr/>
              <p:nvPr/>
            </p:nvSpPr>
            <p:spPr>
              <a:xfrm>
                <a:off x="2011481" y="3703135"/>
                <a:ext cx="16815" cy="95133"/>
              </a:xfrm>
              <a:custGeom>
                <a:avLst/>
                <a:gdLst/>
                <a:ahLst/>
                <a:cxnLst/>
                <a:rect l="l" t="t" r="r" b="b"/>
                <a:pathLst>
                  <a:path w="666" h="3768" extrusionOk="0">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0"/>
              <p:cNvSpPr/>
              <p:nvPr/>
            </p:nvSpPr>
            <p:spPr>
              <a:xfrm>
                <a:off x="1964748" y="3774560"/>
                <a:ext cx="37770" cy="41658"/>
              </a:xfrm>
              <a:custGeom>
                <a:avLst/>
                <a:gdLst/>
                <a:ahLst/>
                <a:cxnLst/>
                <a:rect l="l" t="t" r="r" b="b"/>
                <a:pathLst>
                  <a:path w="1496" h="1650" extrusionOk="0">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0"/>
              <p:cNvSpPr/>
              <p:nvPr/>
            </p:nvSpPr>
            <p:spPr>
              <a:xfrm>
                <a:off x="2036602" y="3620651"/>
                <a:ext cx="19516" cy="47137"/>
              </a:xfrm>
              <a:custGeom>
                <a:avLst/>
                <a:gdLst/>
                <a:ahLst/>
                <a:cxnLst/>
                <a:rect l="l" t="t" r="r" b="b"/>
                <a:pathLst>
                  <a:path w="773" h="1867" extrusionOk="0">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0"/>
              <p:cNvSpPr/>
              <p:nvPr/>
            </p:nvSpPr>
            <p:spPr>
              <a:xfrm>
                <a:off x="2136380" y="3657715"/>
                <a:ext cx="59104" cy="412569"/>
              </a:xfrm>
              <a:custGeom>
                <a:avLst/>
                <a:gdLst/>
                <a:ahLst/>
                <a:cxnLst/>
                <a:rect l="l" t="t" r="r" b="b"/>
                <a:pathLst>
                  <a:path w="2341" h="16341" extrusionOk="0">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0"/>
              <p:cNvSpPr/>
              <p:nvPr/>
            </p:nvSpPr>
            <p:spPr>
              <a:xfrm>
                <a:off x="2116157" y="3951747"/>
                <a:ext cx="41482" cy="305470"/>
              </a:xfrm>
              <a:custGeom>
                <a:avLst/>
                <a:gdLst/>
                <a:ahLst/>
                <a:cxnLst/>
                <a:rect l="l" t="t" r="r" b="b"/>
                <a:pathLst>
                  <a:path w="1643" h="12099" extrusionOk="0">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0"/>
              <p:cNvSpPr/>
              <p:nvPr/>
            </p:nvSpPr>
            <p:spPr>
              <a:xfrm>
                <a:off x="2110072" y="3799227"/>
                <a:ext cx="72435" cy="157014"/>
              </a:xfrm>
              <a:custGeom>
                <a:avLst/>
                <a:gdLst/>
                <a:ahLst/>
                <a:cxnLst/>
                <a:rect l="l" t="t" r="r" b="b"/>
                <a:pathLst>
                  <a:path w="2869" h="6219" extrusionOk="0">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0"/>
              <p:cNvSpPr/>
              <p:nvPr/>
            </p:nvSpPr>
            <p:spPr>
              <a:xfrm>
                <a:off x="2139688" y="3495626"/>
                <a:ext cx="44284" cy="95158"/>
              </a:xfrm>
              <a:custGeom>
                <a:avLst/>
                <a:gdLst/>
                <a:ahLst/>
                <a:cxnLst/>
                <a:rect l="l" t="t" r="r" b="b"/>
                <a:pathLst>
                  <a:path w="1754" h="3769" extrusionOk="0">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0"/>
              <p:cNvSpPr/>
              <p:nvPr/>
            </p:nvSpPr>
            <p:spPr>
              <a:xfrm>
                <a:off x="2082956" y="3501155"/>
                <a:ext cx="34867" cy="41557"/>
              </a:xfrm>
              <a:custGeom>
                <a:avLst/>
                <a:gdLst/>
                <a:ahLst/>
                <a:cxnLst/>
                <a:rect l="l" t="t" r="r" b="b"/>
                <a:pathLst>
                  <a:path w="1381" h="1646" extrusionOk="0">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0"/>
              <p:cNvSpPr/>
              <p:nvPr/>
            </p:nvSpPr>
            <p:spPr>
              <a:xfrm>
                <a:off x="2133603" y="3704624"/>
                <a:ext cx="63119" cy="88215"/>
              </a:xfrm>
              <a:custGeom>
                <a:avLst/>
                <a:gdLst/>
                <a:ahLst/>
                <a:cxnLst/>
                <a:rect l="l" t="t" r="r" b="b"/>
                <a:pathLst>
                  <a:path w="2500" h="3494" extrusionOk="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0"/>
              <p:cNvSpPr/>
              <p:nvPr/>
            </p:nvSpPr>
            <p:spPr>
              <a:xfrm>
                <a:off x="2153372" y="3748479"/>
                <a:ext cx="21713" cy="27747"/>
              </a:xfrm>
              <a:custGeom>
                <a:avLst/>
                <a:gdLst/>
                <a:ahLst/>
                <a:cxnLst/>
                <a:rect l="l" t="t" r="r" b="b"/>
                <a:pathLst>
                  <a:path w="860" h="1099" extrusionOk="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0"/>
              <p:cNvSpPr/>
              <p:nvPr/>
            </p:nvSpPr>
            <p:spPr>
              <a:xfrm>
                <a:off x="2147691" y="3883023"/>
                <a:ext cx="38755" cy="52641"/>
              </a:xfrm>
              <a:custGeom>
                <a:avLst/>
                <a:gdLst/>
                <a:ahLst/>
                <a:cxnLst/>
                <a:rect l="l" t="t" r="r" b="b"/>
                <a:pathLst>
                  <a:path w="1535" h="2085" extrusionOk="0">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0"/>
              <p:cNvSpPr/>
              <p:nvPr/>
            </p:nvSpPr>
            <p:spPr>
              <a:xfrm>
                <a:off x="1959824" y="3556194"/>
                <a:ext cx="225561" cy="286004"/>
              </a:xfrm>
              <a:custGeom>
                <a:avLst/>
                <a:gdLst/>
                <a:ahLst/>
                <a:cxnLst/>
                <a:rect l="l" t="t" r="r" b="b"/>
                <a:pathLst>
                  <a:path w="8934" h="11328" extrusionOk="0">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0"/>
              <p:cNvSpPr/>
              <p:nvPr/>
            </p:nvSpPr>
            <p:spPr>
              <a:xfrm>
                <a:off x="2112042" y="3663320"/>
                <a:ext cx="78015" cy="446780"/>
              </a:xfrm>
              <a:custGeom>
                <a:avLst/>
                <a:gdLst/>
                <a:ahLst/>
                <a:cxnLst/>
                <a:rect l="l" t="t" r="r" b="b"/>
                <a:pathLst>
                  <a:path w="3090" h="17696" extrusionOk="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0"/>
              <p:cNvSpPr/>
              <p:nvPr/>
            </p:nvSpPr>
            <p:spPr>
              <a:xfrm>
                <a:off x="2177786" y="3807407"/>
                <a:ext cx="26257" cy="34791"/>
              </a:xfrm>
              <a:custGeom>
                <a:avLst/>
                <a:gdLst/>
                <a:ahLst/>
                <a:cxnLst/>
                <a:rect l="l" t="t" r="r" b="b"/>
                <a:pathLst>
                  <a:path w="1040" h="1378" extrusionOk="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0"/>
              <p:cNvSpPr/>
              <p:nvPr/>
            </p:nvSpPr>
            <p:spPr>
              <a:xfrm>
                <a:off x="2104947" y="4021784"/>
                <a:ext cx="26005" cy="78772"/>
              </a:xfrm>
              <a:custGeom>
                <a:avLst/>
                <a:gdLst/>
                <a:ahLst/>
                <a:cxnLst/>
                <a:rect l="l" t="t" r="r" b="b"/>
                <a:pathLst>
                  <a:path w="1030" h="3120" extrusionOk="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0"/>
              <p:cNvSpPr/>
              <p:nvPr/>
            </p:nvSpPr>
            <p:spPr>
              <a:xfrm>
                <a:off x="2143273" y="3921475"/>
                <a:ext cx="34438" cy="45799"/>
              </a:xfrm>
              <a:custGeom>
                <a:avLst/>
                <a:gdLst/>
                <a:ahLst/>
                <a:cxnLst/>
                <a:rect l="l" t="t" r="r" b="b"/>
                <a:pathLst>
                  <a:path w="1364" h="1814" extrusionOk="0">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0"/>
              <p:cNvSpPr/>
              <p:nvPr/>
            </p:nvSpPr>
            <p:spPr>
              <a:xfrm>
                <a:off x="2065965" y="3199069"/>
                <a:ext cx="117350" cy="370154"/>
              </a:xfrm>
              <a:custGeom>
                <a:avLst/>
                <a:gdLst/>
                <a:ahLst/>
                <a:cxnLst/>
                <a:rect l="l" t="t" r="r" b="b"/>
                <a:pathLst>
                  <a:path w="4648" h="14661" extrusionOk="0">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0"/>
              <p:cNvSpPr/>
              <p:nvPr/>
            </p:nvSpPr>
            <p:spPr>
              <a:xfrm>
                <a:off x="2083234" y="3194499"/>
                <a:ext cx="117350" cy="370431"/>
              </a:xfrm>
              <a:custGeom>
                <a:avLst/>
                <a:gdLst/>
                <a:ahLst/>
                <a:cxnLst/>
                <a:rect l="l" t="t" r="r" b="b"/>
                <a:pathLst>
                  <a:path w="4648" h="14672" extrusionOk="0">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0"/>
              <p:cNvSpPr/>
              <p:nvPr/>
            </p:nvSpPr>
            <p:spPr>
              <a:xfrm>
                <a:off x="2104796" y="3190257"/>
                <a:ext cx="49359" cy="67966"/>
              </a:xfrm>
              <a:custGeom>
                <a:avLst/>
                <a:gdLst/>
                <a:ahLst/>
                <a:cxnLst/>
                <a:rect l="l" t="t" r="r" b="b"/>
                <a:pathLst>
                  <a:path w="1955" h="2692" extrusionOk="0">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0"/>
              <p:cNvSpPr/>
              <p:nvPr/>
            </p:nvSpPr>
            <p:spPr>
              <a:xfrm>
                <a:off x="2024483" y="3177406"/>
                <a:ext cx="70617" cy="87558"/>
              </a:xfrm>
              <a:custGeom>
                <a:avLst/>
                <a:gdLst/>
                <a:ahLst/>
                <a:cxnLst/>
                <a:rect l="l" t="t" r="r" b="b"/>
                <a:pathLst>
                  <a:path w="2797" h="3468" extrusionOk="0">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0"/>
              <p:cNvSpPr/>
              <p:nvPr/>
            </p:nvSpPr>
            <p:spPr>
              <a:xfrm>
                <a:off x="2211921" y="3198816"/>
                <a:ext cx="117174" cy="370406"/>
              </a:xfrm>
              <a:custGeom>
                <a:avLst/>
                <a:gdLst/>
                <a:ahLst/>
                <a:cxnLst/>
                <a:rect l="l" t="t" r="r" b="b"/>
                <a:pathLst>
                  <a:path w="4641" h="14671" extrusionOk="0">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0"/>
              <p:cNvSpPr/>
              <p:nvPr/>
            </p:nvSpPr>
            <p:spPr>
              <a:xfrm>
                <a:off x="2194651" y="3194600"/>
                <a:ext cx="117022" cy="370330"/>
              </a:xfrm>
              <a:custGeom>
                <a:avLst/>
                <a:gdLst/>
                <a:ahLst/>
                <a:cxnLst/>
                <a:rect l="l" t="t" r="r" b="b"/>
                <a:pathLst>
                  <a:path w="4635" h="14668" extrusionOk="0">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0"/>
              <p:cNvSpPr/>
              <p:nvPr/>
            </p:nvSpPr>
            <p:spPr>
              <a:xfrm>
                <a:off x="2240753" y="3190358"/>
                <a:ext cx="49182" cy="67865"/>
              </a:xfrm>
              <a:custGeom>
                <a:avLst/>
                <a:gdLst/>
                <a:ahLst/>
                <a:cxnLst/>
                <a:rect l="l" t="t" r="r" b="b"/>
                <a:pathLst>
                  <a:path w="1948" h="2688" extrusionOk="0">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0"/>
              <p:cNvSpPr/>
              <p:nvPr/>
            </p:nvSpPr>
            <p:spPr>
              <a:xfrm>
                <a:off x="2299504" y="3177507"/>
                <a:ext cx="70743" cy="87281"/>
              </a:xfrm>
              <a:custGeom>
                <a:avLst/>
                <a:gdLst/>
                <a:ahLst/>
                <a:cxnLst/>
                <a:rect l="l" t="t" r="r" b="b"/>
                <a:pathLst>
                  <a:path w="2802" h="3457" extrusionOk="0">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0"/>
              <p:cNvSpPr/>
              <p:nvPr/>
            </p:nvSpPr>
            <p:spPr>
              <a:xfrm>
                <a:off x="2158118" y="3552180"/>
                <a:ext cx="33099" cy="33983"/>
              </a:xfrm>
              <a:custGeom>
                <a:avLst/>
                <a:gdLst/>
                <a:ahLst/>
                <a:cxnLst/>
                <a:rect l="l" t="t" r="r" b="b"/>
                <a:pathLst>
                  <a:path w="1311" h="1346" extrusionOk="0">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0"/>
              <p:cNvSpPr/>
              <p:nvPr/>
            </p:nvSpPr>
            <p:spPr>
              <a:xfrm>
                <a:off x="2155796" y="3550110"/>
                <a:ext cx="40194" cy="38351"/>
              </a:xfrm>
              <a:custGeom>
                <a:avLst/>
                <a:gdLst/>
                <a:ahLst/>
                <a:cxnLst/>
                <a:rect l="l" t="t" r="r" b="b"/>
                <a:pathLst>
                  <a:path w="1592" h="1519" extrusionOk="0">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0"/>
              <p:cNvSpPr/>
              <p:nvPr/>
            </p:nvSpPr>
            <p:spPr>
              <a:xfrm>
                <a:off x="2202529" y="3560310"/>
                <a:ext cx="27520" cy="26182"/>
              </a:xfrm>
              <a:custGeom>
                <a:avLst/>
                <a:gdLst/>
                <a:ahLst/>
                <a:cxnLst/>
                <a:rect l="l" t="t" r="r" b="b"/>
                <a:pathLst>
                  <a:path w="1090" h="1037" extrusionOk="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0"/>
              <p:cNvSpPr/>
              <p:nvPr/>
            </p:nvSpPr>
            <p:spPr>
              <a:xfrm>
                <a:off x="2200408" y="3557507"/>
                <a:ext cx="32443" cy="31458"/>
              </a:xfrm>
              <a:custGeom>
                <a:avLst/>
                <a:gdLst/>
                <a:ahLst/>
                <a:cxnLst/>
                <a:rect l="l" t="t" r="r" b="b"/>
                <a:pathLst>
                  <a:path w="1285" h="1246" extrusionOk="0">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0"/>
              <p:cNvSpPr/>
              <p:nvPr/>
            </p:nvSpPr>
            <p:spPr>
              <a:xfrm>
                <a:off x="2137037" y="3585330"/>
                <a:ext cx="29338" cy="46077"/>
              </a:xfrm>
              <a:custGeom>
                <a:avLst/>
                <a:gdLst/>
                <a:ahLst/>
                <a:cxnLst/>
                <a:rect l="l" t="t" r="r" b="b"/>
                <a:pathLst>
                  <a:path w="1162" h="1825" extrusionOk="0">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0"/>
              <p:cNvSpPr/>
              <p:nvPr/>
            </p:nvSpPr>
            <p:spPr>
              <a:xfrm>
                <a:off x="2134916" y="3583184"/>
                <a:ext cx="36053" cy="50217"/>
              </a:xfrm>
              <a:custGeom>
                <a:avLst/>
                <a:gdLst/>
                <a:ahLst/>
                <a:cxnLst/>
                <a:rect l="l" t="t" r="r" b="b"/>
                <a:pathLst>
                  <a:path w="1428" h="1989" extrusionOk="0">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0"/>
              <p:cNvSpPr/>
              <p:nvPr/>
            </p:nvSpPr>
            <p:spPr>
              <a:xfrm>
                <a:off x="2154811" y="3552584"/>
                <a:ext cx="99576" cy="131666"/>
              </a:xfrm>
              <a:custGeom>
                <a:avLst/>
                <a:gdLst/>
                <a:ahLst/>
                <a:cxnLst/>
                <a:rect l="l" t="t" r="r" b="b"/>
                <a:pathLst>
                  <a:path w="3944" h="5215" extrusionOk="0">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0"/>
              <p:cNvSpPr/>
              <p:nvPr/>
            </p:nvSpPr>
            <p:spPr>
              <a:xfrm>
                <a:off x="2152842" y="3550110"/>
                <a:ext cx="103540" cy="136109"/>
              </a:xfrm>
              <a:custGeom>
                <a:avLst/>
                <a:gdLst/>
                <a:ahLst/>
                <a:cxnLst/>
                <a:rect l="l" t="t" r="r" b="b"/>
                <a:pathLst>
                  <a:path w="4101" h="5391" extrusionOk="0">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9" name="Google Shape;7489;p90"/>
          <p:cNvGrpSpPr/>
          <p:nvPr/>
        </p:nvGrpSpPr>
        <p:grpSpPr>
          <a:xfrm>
            <a:off x="2942205" y="3064707"/>
            <a:ext cx="550623" cy="1310497"/>
            <a:chOff x="2942205" y="3050537"/>
            <a:chExt cx="550623" cy="1310497"/>
          </a:xfrm>
        </p:grpSpPr>
        <p:sp>
          <p:nvSpPr>
            <p:cNvPr id="7490" name="Google Shape;7490;p90"/>
            <p:cNvSpPr/>
            <p:nvPr/>
          </p:nvSpPr>
          <p:spPr>
            <a:xfrm>
              <a:off x="2991084" y="4311978"/>
              <a:ext cx="453016" cy="49056"/>
            </a:xfrm>
            <a:custGeom>
              <a:avLst/>
              <a:gdLst/>
              <a:ahLst/>
              <a:cxnLst/>
              <a:rect l="l" t="t" r="r" b="b"/>
              <a:pathLst>
                <a:path w="17943" h="1943" extrusionOk="0">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1" name="Google Shape;7491;p90"/>
            <p:cNvGrpSpPr/>
            <p:nvPr/>
          </p:nvGrpSpPr>
          <p:grpSpPr>
            <a:xfrm>
              <a:off x="2942205" y="3050537"/>
              <a:ext cx="550623" cy="1278079"/>
              <a:chOff x="2942205" y="3050537"/>
              <a:chExt cx="550623" cy="1278079"/>
            </a:xfrm>
          </p:grpSpPr>
          <p:sp>
            <p:nvSpPr>
              <p:cNvPr id="7492" name="Google Shape;7492;p90"/>
              <p:cNvSpPr/>
              <p:nvPr/>
            </p:nvSpPr>
            <p:spPr>
              <a:xfrm>
                <a:off x="2942205" y="3050537"/>
                <a:ext cx="550623" cy="1278079"/>
              </a:xfrm>
              <a:custGeom>
                <a:avLst/>
                <a:gdLst/>
                <a:ahLst/>
                <a:cxnLst/>
                <a:rect l="l" t="t" r="r" b="b"/>
                <a:pathLst>
                  <a:path w="21809" h="50622" extrusionOk="0">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3" name="Google Shape;7493;p90"/>
              <p:cNvGrpSpPr/>
              <p:nvPr/>
            </p:nvGrpSpPr>
            <p:grpSpPr>
              <a:xfrm>
                <a:off x="2976264" y="3168065"/>
                <a:ext cx="478718" cy="1086021"/>
                <a:chOff x="2976264" y="3168065"/>
                <a:chExt cx="478718" cy="1086021"/>
              </a:xfrm>
            </p:grpSpPr>
            <p:sp>
              <p:nvSpPr>
                <p:cNvPr id="7494" name="Google Shape;7494;p90"/>
                <p:cNvSpPr/>
                <p:nvPr/>
              </p:nvSpPr>
              <p:spPr>
                <a:xfrm>
                  <a:off x="2976264" y="3716491"/>
                  <a:ext cx="68522" cy="119951"/>
                </a:xfrm>
                <a:custGeom>
                  <a:avLst/>
                  <a:gdLst/>
                  <a:ahLst/>
                  <a:cxnLst/>
                  <a:rect l="l" t="t" r="r" b="b"/>
                  <a:pathLst>
                    <a:path w="2714" h="4751" extrusionOk="0">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0"/>
                <p:cNvSpPr/>
                <p:nvPr/>
              </p:nvSpPr>
              <p:spPr>
                <a:xfrm>
                  <a:off x="3000047" y="3758831"/>
                  <a:ext cx="39588" cy="65871"/>
                </a:xfrm>
                <a:custGeom>
                  <a:avLst/>
                  <a:gdLst/>
                  <a:ahLst/>
                  <a:cxnLst/>
                  <a:rect l="l" t="t" r="r" b="b"/>
                  <a:pathLst>
                    <a:path w="1568" h="2609" extrusionOk="0">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0"/>
                <p:cNvSpPr/>
                <p:nvPr/>
              </p:nvSpPr>
              <p:spPr>
                <a:xfrm>
                  <a:off x="3021684" y="3580659"/>
                  <a:ext cx="59912" cy="110205"/>
                </a:xfrm>
                <a:custGeom>
                  <a:avLst/>
                  <a:gdLst/>
                  <a:ahLst/>
                  <a:cxnLst/>
                  <a:rect l="l" t="t" r="r" b="b"/>
                  <a:pathLst>
                    <a:path w="2373" h="4365" extrusionOk="0">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0"/>
                <p:cNvSpPr/>
                <p:nvPr/>
              </p:nvSpPr>
              <p:spPr>
                <a:xfrm>
                  <a:off x="3064554" y="3484820"/>
                  <a:ext cx="76626" cy="82383"/>
                </a:xfrm>
                <a:custGeom>
                  <a:avLst/>
                  <a:gdLst/>
                  <a:ahLst/>
                  <a:cxnLst/>
                  <a:rect l="l" t="t" r="r" b="b"/>
                  <a:pathLst>
                    <a:path w="3035" h="3263" extrusionOk="0">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0"/>
                <p:cNvSpPr/>
                <p:nvPr/>
              </p:nvSpPr>
              <p:spPr>
                <a:xfrm>
                  <a:off x="3110378" y="3514536"/>
                  <a:ext cx="118764" cy="101596"/>
                </a:xfrm>
                <a:custGeom>
                  <a:avLst/>
                  <a:gdLst/>
                  <a:ahLst/>
                  <a:cxnLst/>
                  <a:rect l="l" t="t" r="r" b="b"/>
                  <a:pathLst>
                    <a:path w="4704" h="4024" extrusionOk="0">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0"/>
                <p:cNvSpPr/>
                <p:nvPr/>
              </p:nvSpPr>
              <p:spPr>
                <a:xfrm>
                  <a:off x="3162388" y="3474090"/>
                  <a:ext cx="36104" cy="28504"/>
                </a:xfrm>
                <a:custGeom>
                  <a:avLst/>
                  <a:gdLst/>
                  <a:ahLst/>
                  <a:cxnLst/>
                  <a:rect l="l" t="t" r="r" b="b"/>
                  <a:pathLst>
                    <a:path w="1430" h="1129" extrusionOk="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0"/>
                <p:cNvSpPr/>
                <p:nvPr/>
              </p:nvSpPr>
              <p:spPr>
                <a:xfrm>
                  <a:off x="3179001" y="3433012"/>
                  <a:ext cx="38351" cy="58675"/>
                </a:xfrm>
                <a:custGeom>
                  <a:avLst/>
                  <a:gdLst/>
                  <a:ahLst/>
                  <a:cxnLst/>
                  <a:rect l="l" t="t" r="r" b="b"/>
                  <a:pathLst>
                    <a:path w="1519" h="2324" extrusionOk="0">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0"/>
                <p:cNvSpPr/>
                <p:nvPr/>
              </p:nvSpPr>
              <p:spPr>
                <a:xfrm>
                  <a:off x="3156859" y="3628907"/>
                  <a:ext cx="50621" cy="52212"/>
                </a:xfrm>
                <a:custGeom>
                  <a:avLst/>
                  <a:gdLst/>
                  <a:ahLst/>
                  <a:cxnLst/>
                  <a:rect l="l" t="t" r="r" b="b"/>
                  <a:pathLst>
                    <a:path w="2005" h="2068" extrusionOk="0">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0"/>
                <p:cNvSpPr/>
                <p:nvPr/>
              </p:nvSpPr>
              <p:spPr>
                <a:xfrm>
                  <a:off x="3156859" y="3684098"/>
                  <a:ext cx="50621" cy="52288"/>
                </a:xfrm>
                <a:custGeom>
                  <a:avLst/>
                  <a:gdLst/>
                  <a:ahLst/>
                  <a:cxnLst/>
                  <a:rect l="l" t="t" r="r" b="b"/>
                  <a:pathLst>
                    <a:path w="2005" h="2071" extrusionOk="0">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0"/>
                <p:cNvSpPr/>
                <p:nvPr/>
              </p:nvSpPr>
              <p:spPr>
                <a:xfrm>
                  <a:off x="3156859" y="3739491"/>
                  <a:ext cx="50621" cy="52187"/>
                </a:xfrm>
                <a:custGeom>
                  <a:avLst/>
                  <a:gdLst/>
                  <a:ahLst/>
                  <a:cxnLst/>
                  <a:rect l="l" t="t" r="r" b="b"/>
                  <a:pathLst>
                    <a:path w="2005" h="2067" extrusionOk="0">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0"/>
                <p:cNvSpPr/>
                <p:nvPr/>
              </p:nvSpPr>
              <p:spPr>
                <a:xfrm>
                  <a:off x="3118129" y="3629437"/>
                  <a:ext cx="32923" cy="44511"/>
                </a:xfrm>
                <a:custGeom>
                  <a:avLst/>
                  <a:gdLst/>
                  <a:ahLst/>
                  <a:cxnLst/>
                  <a:rect l="l" t="t" r="r" b="b"/>
                  <a:pathLst>
                    <a:path w="1304" h="1763" extrusionOk="0">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0"/>
                <p:cNvSpPr/>
                <p:nvPr/>
              </p:nvSpPr>
              <p:spPr>
                <a:xfrm>
                  <a:off x="3114872" y="3672282"/>
                  <a:ext cx="31761" cy="47667"/>
                </a:xfrm>
                <a:custGeom>
                  <a:avLst/>
                  <a:gdLst/>
                  <a:ahLst/>
                  <a:cxnLst/>
                  <a:rect l="l" t="t" r="r" b="b"/>
                  <a:pathLst>
                    <a:path w="1258" h="1888" extrusionOk="0">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0"/>
                <p:cNvSpPr/>
                <p:nvPr/>
              </p:nvSpPr>
              <p:spPr>
                <a:xfrm>
                  <a:off x="3107071" y="3719823"/>
                  <a:ext cx="39033" cy="45143"/>
                </a:xfrm>
                <a:custGeom>
                  <a:avLst/>
                  <a:gdLst/>
                  <a:ahLst/>
                  <a:cxnLst/>
                  <a:rect l="l" t="t" r="r" b="b"/>
                  <a:pathLst>
                    <a:path w="1546" h="1788" extrusionOk="0">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0"/>
                <p:cNvSpPr/>
                <p:nvPr/>
              </p:nvSpPr>
              <p:spPr>
                <a:xfrm>
                  <a:off x="3109697" y="3774535"/>
                  <a:ext cx="33933" cy="37619"/>
                </a:xfrm>
                <a:custGeom>
                  <a:avLst/>
                  <a:gdLst/>
                  <a:ahLst/>
                  <a:cxnLst/>
                  <a:rect l="l" t="t" r="r" b="b"/>
                  <a:pathLst>
                    <a:path w="1344" h="1490" extrusionOk="0">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0"/>
                <p:cNvSpPr/>
                <p:nvPr/>
              </p:nvSpPr>
              <p:spPr>
                <a:xfrm>
                  <a:off x="3177688" y="3800363"/>
                  <a:ext cx="78823" cy="63775"/>
                </a:xfrm>
                <a:custGeom>
                  <a:avLst/>
                  <a:gdLst/>
                  <a:ahLst/>
                  <a:cxnLst/>
                  <a:rect l="l" t="t" r="r" b="b"/>
                  <a:pathLst>
                    <a:path w="3122" h="2526" extrusionOk="0">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0"/>
                <p:cNvSpPr/>
                <p:nvPr/>
              </p:nvSpPr>
              <p:spPr>
                <a:xfrm>
                  <a:off x="3111843" y="3828792"/>
                  <a:ext cx="48500" cy="114649"/>
                </a:xfrm>
                <a:custGeom>
                  <a:avLst/>
                  <a:gdLst/>
                  <a:ahLst/>
                  <a:cxnLst/>
                  <a:rect l="l" t="t" r="r" b="b"/>
                  <a:pathLst>
                    <a:path w="1921" h="4541" extrusionOk="0">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0"/>
                <p:cNvSpPr/>
                <p:nvPr/>
              </p:nvSpPr>
              <p:spPr>
                <a:xfrm>
                  <a:off x="3106414" y="3951495"/>
                  <a:ext cx="48526" cy="129141"/>
                </a:xfrm>
                <a:custGeom>
                  <a:avLst/>
                  <a:gdLst/>
                  <a:ahLst/>
                  <a:cxnLst/>
                  <a:rect l="l" t="t" r="r" b="b"/>
                  <a:pathLst>
                    <a:path w="1922" h="5115" extrusionOk="0">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0"/>
                <p:cNvSpPr/>
                <p:nvPr/>
              </p:nvSpPr>
              <p:spPr>
                <a:xfrm>
                  <a:off x="3155344" y="3867471"/>
                  <a:ext cx="47869" cy="172491"/>
                </a:xfrm>
                <a:custGeom>
                  <a:avLst/>
                  <a:gdLst/>
                  <a:ahLst/>
                  <a:cxnLst/>
                  <a:rect l="l" t="t" r="r" b="b"/>
                  <a:pathLst>
                    <a:path w="1896" h="6832" extrusionOk="0">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0"/>
                <p:cNvSpPr/>
                <p:nvPr/>
              </p:nvSpPr>
              <p:spPr>
                <a:xfrm>
                  <a:off x="3386283" y="3720783"/>
                  <a:ext cx="68698" cy="119926"/>
                </a:xfrm>
                <a:custGeom>
                  <a:avLst/>
                  <a:gdLst/>
                  <a:ahLst/>
                  <a:cxnLst/>
                  <a:rect l="l" t="t" r="r" b="b"/>
                  <a:pathLst>
                    <a:path w="2721" h="4750" extrusionOk="0">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0"/>
                <p:cNvSpPr/>
                <p:nvPr/>
              </p:nvSpPr>
              <p:spPr>
                <a:xfrm>
                  <a:off x="3391585" y="3763148"/>
                  <a:ext cx="39487" cy="65845"/>
                </a:xfrm>
                <a:custGeom>
                  <a:avLst/>
                  <a:gdLst/>
                  <a:ahLst/>
                  <a:cxnLst/>
                  <a:rect l="l" t="t" r="r" b="b"/>
                  <a:pathLst>
                    <a:path w="1564" h="2608" extrusionOk="0">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0"/>
                <p:cNvSpPr/>
                <p:nvPr/>
              </p:nvSpPr>
              <p:spPr>
                <a:xfrm>
                  <a:off x="3350457" y="3580558"/>
                  <a:ext cx="58599" cy="110609"/>
                </a:xfrm>
                <a:custGeom>
                  <a:avLst/>
                  <a:gdLst/>
                  <a:ahLst/>
                  <a:cxnLst/>
                  <a:rect l="l" t="t" r="r" b="b"/>
                  <a:pathLst>
                    <a:path w="2321" h="4381" extrusionOk="0">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0"/>
                <p:cNvSpPr/>
                <p:nvPr/>
              </p:nvSpPr>
              <p:spPr>
                <a:xfrm>
                  <a:off x="3289913" y="3480452"/>
                  <a:ext cx="76500" cy="82433"/>
                </a:xfrm>
                <a:custGeom>
                  <a:avLst/>
                  <a:gdLst/>
                  <a:ahLst/>
                  <a:cxnLst/>
                  <a:rect l="l" t="t" r="r" b="b"/>
                  <a:pathLst>
                    <a:path w="3030" h="3265" extrusionOk="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0"/>
                <p:cNvSpPr/>
                <p:nvPr/>
              </p:nvSpPr>
              <p:spPr>
                <a:xfrm>
                  <a:off x="3208515" y="3517843"/>
                  <a:ext cx="116467" cy="99551"/>
                </a:xfrm>
                <a:custGeom>
                  <a:avLst/>
                  <a:gdLst/>
                  <a:ahLst/>
                  <a:cxnLst/>
                  <a:rect l="l" t="t" r="r" b="b"/>
                  <a:pathLst>
                    <a:path w="4613" h="3943" extrusionOk="0">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0"/>
                <p:cNvSpPr/>
                <p:nvPr/>
              </p:nvSpPr>
              <p:spPr>
                <a:xfrm>
                  <a:off x="3232576" y="3474090"/>
                  <a:ext cx="36255" cy="28504"/>
                </a:xfrm>
                <a:custGeom>
                  <a:avLst/>
                  <a:gdLst/>
                  <a:ahLst/>
                  <a:cxnLst/>
                  <a:rect l="l" t="t" r="r" b="b"/>
                  <a:pathLst>
                    <a:path w="1436" h="1129" extrusionOk="0">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0"/>
                <p:cNvSpPr/>
                <p:nvPr/>
              </p:nvSpPr>
              <p:spPr>
                <a:xfrm>
                  <a:off x="3213716" y="3433012"/>
                  <a:ext cx="38528" cy="58675"/>
                </a:xfrm>
                <a:custGeom>
                  <a:avLst/>
                  <a:gdLst/>
                  <a:ahLst/>
                  <a:cxnLst/>
                  <a:rect l="l" t="t" r="r" b="b"/>
                  <a:pathLst>
                    <a:path w="1526" h="2324" extrusionOk="0">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0"/>
                <p:cNvSpPr/>
                <p:nvPr/>
              </p:nvSpPr>
              <p:spPr>
                <a:xfrm>
                  <a:off x="3223740" y="3628907"/>
                  <a:ext cx="50621" cy="52212"/>
                </a:xfrm>
                <a:custGeom>
                  <a:avLst/>
                  <a:gdLst/>
                  <a:ahLst/>
                  <a:cxnLst/>
                  <a:rect l="l" t="t" r="r" b="b"/>
                  <a:pathLst>
                    <a:path w="2005" h="2068" extrusionOk="0">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0"/>
                <p:cNvSpPr/>
                <p:nvPr/>
              </p:nvSpPr>
              <p:spPr>
                <a:xfrm>
                  <a:off x="3223740" y="3684098"/>
                  <a:ext cx="50621" cy="52288"/>
                </a:xfrm>
                <a:custGeom>
                  <a:avLst/>
                  <a:gdLst/>
                  <a:ahLst/>
                  <a:cxnLst/>
                  <a:rect l="l" t="t" r="r" b="b"/>
                  <a:pathLst>
                    <a:path w="2005" h="2071" extrusionOk="0">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0"/>
                <p:cNvSpPr/>
                <p:nvPr/>
              </p:nvSpPr>
              <p:spPr>
                <a:xfrm>
                  <a:off x="3223740" y="3739491"/>
                  <a:ext cx="50621" cy="52187"/>
                </a:xfrm>
                <a:custGeom>
                  <a:avLst/>
                  <a:gdLst/>
                  <a:ahLst/>
                  <a:cxnLst/>
                  <a:rect l="l" t="t" r="r" b="b"/>
                  <a:pathLst>
                    <a:path w="2005" h="2067" extrusionOk="0">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0"/>
                <p:cNvSpPr/>
                <p:nvPr/>
              </p:nvSpPr>
              <p:spPr>
                <a:xfrm>
                  <a:off x="3280016" y="3629437"/>
                  <a:ext cx="32923" cy="44511"/>
                </a:xfrm>
                <a:custGeom>
                  <a:avLst/>
                  <a:gdLst/>
                  <a:ahLst/>
                  <a:cxnLst/>
                  <a:rect l="l" t="t" r="r" b="b"/>
                  <a:pathLst>
                    <a:path w="1304" h="1763" extrusionOk="0">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0"/>
                <p:cNvSpPr/>
                <p:nvPr/>
              </p:nvSpPr>
              <p:spPr>
                <a:xfrm>
                  <a:off x="3284460" y="3672282"/>
                  <a:ext cx="31787" cy="47667"/>
                </a:xfrm>
                <a:custGeom>
                  <a:avLst/>
                  <a:gdLst/>
                  <a:ahLst/>
                  <a:cxnLst/>
                  <a:rect l="l" t="t" r="r" b="b"/>
                  <a:pathLst>
                    <a:path w="1259" h="1888" extrusionOk="0">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0"/>
                <p:cNvSpPr/>
                <p:nvPr/>
              </p:nvSpPr>
              <p:spPr>
                <a:xfrm>
                  <a:off x="3285141" y="3719823"/>
                  <a:ext cx="39007" cy="45143"/>
                </a:xfrm>
                <a:custGeom>
                  <a:avLst/>
                  <a:gdLst/>
                  <a:ahLst/>
                  <a:cxnLst/>
                  <a:rect l="l" t="t" r="r" b="b"/>
                  <a:pathLst>
                    <a:path w="1545" h="1788" extrusionOk="0">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0"/>
                <p:cNvSpPr/>
                <p:nvPr/>
              </p:nvSpPr>
              <p:spPr>
                <a:xfrm>
                  <a:off x="3287439" y="3774535"/>
                  <a:ext cx="34084" cy="37619"/>
                </a:xfrm>
                <a:custGeom>
                  <a:avLst/>
                  <a:gdLst/>
                  <a:ahLst/>
                  <a:cxnLst/>
                  <a:rect l="l" t="t" r="r" b="b"/>
                  <a:pathLst>
                    <a:path w="1350" h="1490" extrusionOk="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0"/>
                <p:cNvSpPr/>
                <p:nvPr/>
              </p:nvSpPr>
              <p:spPr>
                <a:xfrm>
                  <a:off x="3275169" y="3828792"/>
                  <a:ext cx="48500" cy="114649"/>
                </a:xfrm>
                <a:custGeom>
                  <a:avLst/>
                  <a:gdLst/>
                  <a:ahLst/>
                  <a:cxnLst/>
                  <a:rect l="l" t="t" r="r" b="b"/>
                  <a:pathLst>
                    <a:path w="1921" h="4541" extrusionOk="0">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0"/>
                <p:cNvSpPr/>
                <p:nvPr/>
              </p:nvSpPr>
              <p:spPr>
                <a:xfrm>
                  <a:off x="3280723" y="3951495"/>
                  <a:ext cx="43602" cy="116214"/>
                </a:xfrm>
                <a:custGeom>
                  <a:avLst/>
                  <a:gdLst/>
                  <a:ahLst/>
                  <a:cxnLst/>
                  <a:rect l="l" t="t" r="r" b="b"/>
                  <a:pathLst>
                    <a:path w="1727" h="4603" extrusionOk="0">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0"/>
                <p:cNvSpPr/>
                <p:nvPr/>
              </p:nvSpPr>
              <p:spPr>
                <a:xfrm>
                  <a:off x="3232298" y="3867471"/>
                  <a:ext cx="47718" cy="172163"/>
                </a:xfrm>
                <a:custGeom>
                  <a:avLst/>
                  <a:gdLst/>
                  <a:ahLst/>
                  <a:cxnLst/>
                  <a:rect l="l" t="t" r="r" b="b"/>
                  <a:pathLst>
                    <a:path w="1890" h="6819" extrusionOk="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0"/>
                <p:cNvSpPr/>
                <p:nvPr/>
              </p:nvSpPr>
              <p:spPr>
                <a:xfrm>
                  <a:off x="3147063" y="4072304"/>
                  <a:ext cx="31307" cy="181782"/>
                </a:xfrm>
                <a:custGeom>
                  <a:avLst/>
                  <a:gdLst/>
                  <a:ahLst/>
                  <a:cxnLst/>
                  <a:rect l="l" t="t" r="r" b="b"/>
                  <a:pathLst>
                    <a:path w="1240" h="7200" extrusionOk="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0"/>
                <p:cNvSpPr/>
                <p:nvPr/>
              </p:nvSpPr>
              <p:spPr>
                <a:xfrm>
                  <a:off x="3113989" y="4102121"/>
                  <a:ext cx="40093" cy="120986"/>
                </a:xfrm>
                <a:custGeom>
                  <a:avLst/>
                  <a:gdLst/>
                  <a:ahLst/>
                  <a:cxnLst/>
                  <a:rect l="l" t="t" r="r" b="b"/>
                  <a:pathLst>
                    <a:path w="1588" h="4792" extrusionOk="0">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0"/>
                <p:cNvSpPr/>
                <p:nvPr/>
              </p:nvSpPr>
              <p:spPr>
                <a:xfrm>
                  <a:off x="3253052" y="4072304"/>
                  <a:ext cx="31282" cy="181782"/>
                </a:xfrm>
                <a:custGeom>
                  <a:avLst/>
                  <a:gdLst/>
                  <a:ahLst/>
                  <a:cxnLst/>
                  <a:rect l="l" t="t" r="r" b="b"/>
                  <a:pathLst>
                    <a:path w="1239" h="7200" extrusionOk="0">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0"/>
                <p:cNvSpPr/>
                <p:nvPr/>
              </p:nvSpPr>
              <p:spPr>
                <a:xfrm>
                  <a:off x="3277491" y="4102121"/>
                  <a:ext cx="40068" cy="120986"/>
                </a:xfrm>
                <a:custGeom>
                  <a:avLst/>
                  <a:gdLst/>
                  <a:ahLst/>
                  <a:cxnLst/>
                  <a:rect l="l" t="t" r="r" b="b"/>
                  <a:pathLst>
                    <a:path w="1587" h="4792" extrusionOk="0">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0"/>
                <p:cNvSpPr/>
                <p:nvPr/>
              </p:nvSpPr>
              <p:spPr>
                <a:xfrm>
                  <a:off x="3097199" y="3168065"/>
                  <a:ext cx="106494" cy="74859"/>
                </a:xfrm>
                <a:custGeom>
                  <a:avLst/>
                  <a:gdLst/>
                  <a:ahLst/>
                  <a:cxnLst/>
                  <a:rect l="l" t="t" r="r" b="b"/>
                  <a:pathLst>
                    <a:path w="4218" h="2965" extrusionOk="0">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0"/>
                <p:cNvSpPr/>
                <p:nvPr/>
              </p:nvSpPr>
              <p:spPr>
                <a:xfrm>
                  <a:off x="3104117" y="3314955"/>
                  <a:ext cx="103868" cy="80994"/>
                </a:xfrm>
                <a:custGeom>
                  <a:avLst/>
                  <a:gdLst/>
                  <a:ahLst/>
                  <a:cxnLst/>
                  <a:rect l="l" t="t" r="r" b="b"/>
                  <a:pathLst>
                    <a:path w="4114" h="3208" extrusionOk="0">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0"/>
                <p:cNvSpPr/>
                <p:nvPr/>
              </p:nvSpPr>
              <p:spPr>
                <a:xfrm>
                  <a:off x="3097199" y="3249967"/>
                  <a:ext cx="70617" cy="70441"/>
                </a:xfrm>
                <a:custGeom>
                  <a:avLst/>
                  <a:gdLst/>
                  <a:ahLst/>
                  <a:cxnLst/>
                  <a:rect l="l" t="t" r="r" b="b"/>
                  <a:pathLst>
                    <a:path w="2797" h="2790" fill="none" extrusionOk="0">
                      <a:moveTo>
                        <a:pt x="2797" y="1193"/>
                      </a:moveTo>
                      <a:cubicBezTo>
                        <a:pt x="2797" y="2255"/>
                        <a:pt x="1513" y="2790"/>
                        <a:pt x="757" y="2040"/>
                      </a:cubicBezTo>
                      <a:cubicBezTo>
                        <a:pt x="1" y="1291"/>
                        <a:pt x="535" y="0"/>
                        <a:pt x="1604" y="0"/>
                      </a:cubicBezTo>
                      <a:cubicBezTo>
                        <a:pt x="2256" y="0"/>
                        <a:pt x="2790" y="535"/>
                        <a:pt x="279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0"/>
                <p:cNvSpPr/>
                <p:nvPr/>
              </p:nvSpPr>
              <p:spPr>
                <a:xfrm>
                  <a:off x="3227527" y="3168065"/>
                  <a:ext cx="106342" cy="74859"/>
                </a:xfrm>
                <a:custGeom>
                  <a:avLst/>
                  <a:gdLst/>
                  <a:ahLst/>
                  <a:cxnLst/>
                  <a:rect l="l" t="t" r="r" b="b"/>
                  <a:pathLst>
                    <a:path w="4212" h="2965" extrusionOk="0">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0"/>
                <p:cNvSpPr/>
                <p:nvPr/>
              </p:nvSpPr>
              <p:spPr>
                <a:xfrm>
                  <a:off x="3223083" y="3314955"/>
                  <a:ext cx="103868" cy="80994"/>
                </a:xfrm>
                <a:custGeom>
                  <a:avLst/>
                  <a:gdLst/>
                  <a:ahLst/>
                  <a:cxnLst/>
                  <a:rect l="l" t="t" r="r" b="b"/>
                  <a:pathLst>
                    <a:path w="4114" h="3208" extrusionOk="0">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0"/>
                <p:cNvSpPr/>
                <p:nvPr/>
              </p:nvSpPr>
              <p:spPr>
                <a:xfrm>
                  <a:off x="3263252" y="3249967"/>
                  <a:ext cx="70617" cy="70441"/>
                </a:xfrm>
                <a:custGeom>
                  <a:avLst/>
                  <a:gdLst/>
                  <a:ahLst/>
                  <a:cxnLst/>
                  <a:rect l="l" t="t" r="r" b="b"/>
                  <a:pathLst>
                    <a:path w="2797" h="2790" fill="none" extrusionOk="0">
                      <a:moveTo>
                        <a:pt x="7" y="1193"/>
                      </a:moveTo>
                      <a:cubicBezTo>
                        <a:pt x="0" y="2255"/>
                        <a:pt x="1284" y="2790"/>
                        <a:pt x="2040" y="2040"/>
                      </a:cubicBezTo>
                      <a:cubicBezTo>
                        <a:pt x="2796" y="1291"/>
                        <a:pt x="2262" y="0"/>
                        <a:pt x="1199" y="0"/>
                      </a:cubicBezTo>
                      <a:cubicBezTo>
                        <a:pt x="541" y="0"/>
                        <a:pt x="7" y="535"/>
                        <a:pt x="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39" name="Google Shape;7539;p90"/>
          <p:cNvGrpSpPr/>
          <p:nvPr/>
        </p:nvGrpSpPr>
        <p:grpSpPr>
          <a:xfrm>
            <a:off x="3928852" y="3064707"/>
            <a:ext cx="550799" cy="1310497"/>
            <a:chOff x="3928852" y="3050537"/>
            <a:chExt cx="550799" cy="1310497"/>
          </a:xfrm>
        </p:grpSpPr>
        <p:sp>
          <p:nvSpPr>
            <p:cNvPr id="7540" name="Google Shape;7540;p90"/>
            <p:cNvSpPr/>
            <p:nvPr/>
          </p:nvSpPr>
          <p:spPr>
            <a:xfrm>
              <a:off x="3977731" y="4311978"/>
              <a:ext cx="453041" cy="49056"/>
            </a:xfrm>
            <a:custGeom>
              <a:avLst/>
              <a:gdLst/>
              <a:ahLst/>
              <a:cxnLst/>
              <a:rect l="l" t="t" r="r" b="b"/>
              <a:pathLst>
                <a:path w="17944" h="1943" extrusionOk="0">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1" name="Google Shape;7541;p90"/>
            <p:cNvGrpSpPr/>
            <p:nvPr/>
          </p:nvGrpSpPr>
          <p:grpSpPr>
            <a:xfrm>
              <a:off x="3928852" y="3050537"/>
              <a:ext cx="550799" cy="1278256"/>
              <a:chOff x="3928852" y="3050537"/>
              <a:chExt cx="550799" cy="1278256"/>
            </a:xfrm>
          </p:grpSpPr>
          <p:sp>
            <p:nvSpPr>
              <p:cNvPr id="7542" name="Google Shape;7542;p90"/>
              <p:cNvSpPr/>
              <p:nvPr/>
            </p:nvSpPr>
            <p:spPr>
              <a:xfrm>
                <a:off x="3928852" y="3050537"/>
                <a:ext cx="550799" cy="1278256"/>
              </a:xfrm>
              <a:custGeom>
                <a:avLst/>
                <a:gdLst/>
                <a:ahLst/>
                <a:cxnLst/>
                <a:rect l="l" t="t" r="r" b="b"/>
                <a:pathLst>
                  <a:path w="21816" h="50629" extrusionOk="0">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3" name="Google Shape;7543;p90"/>
              <p:cNvGrpSpPr/>
              <p:nvPr/>
            </p:nvGrpSpPr>
            <p:grpSpPr>
              <a:xfrm>
                <a:off x="4097202" y="3317252"/>
                <a:ext cx="209832" cy="593417"/>
                <a:chOff x="4097202" y="3317252"/>
                <a:chExt cx="209832" cy="593417"/>
              </a:xfrm>
            </p:grpSpPr>
            <p:grpSp>
              <p:nvGrpSpPr>
                <p:cNvPr id="7544" name="Google Shape;7544;p90"/>
                <p:cNvGrpSpPr/>
                <p:nvPr/>
              </p:nvGrpSpPr>
              <p:grpSpPr>
                <a:xfrm>
                  <a:off x="4155271" y="3317252"/>
                  <a:ext cx="96622" cy="294739"/>
                  <a:chOff x="4155271" y="3317252"/>
                  <a:chExt cx="96622" cy="294739"/>
                </a:xfrm>
              </p:grpSpPr>
              <p:sp>
                <p:nvSpPr>
                  <p:cNvPr id="7545" name="Google Shape;7545;p90"/>
                  <p:cNvSpPr/>
                  <p:nvPr/>
                </p:nvSpPr>
                <p:spPr>
                  <a:xfrm>
                    <a:off x="4191804" y="3350175"/>
                    <a:ext cx="21435" cy="261817"/>
                  </a:xfrm>
                  <a:custGeom>
                    <a:avLst/>
                    <a:gdLst/>
                    <a:ahLst/>
                    <a:cxnLst/>
                    <a:rect l="l" t="t" r="r" b="b"/>
                    <a:pathLst>
                      <a:path w="849" h="10370" extrusionOk="0">
                        <a:moveTo>
                          <a:pt x="1" y="0"/>
                        </a:moveTo>
                        <a:lnTo>
                          <a:pt x="1" y="10370"/>
                        </a:lnTo>
                        <a:lnTo>
                          <a:pt x="848" y="10370"/>
                        </a:lnTo>
                        <a:lnTo>
                          <a:pt x="84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0"/>
                  <p:cNvSpPr/>
                  <p:nvPr/>
                </p:nvSpPr>
                <p:spPr>
                  <a:xfrm>
                    <a:off x="4155271" y="3317252"/>
                    <a:ext cx="96622" cy="60089"/>
                  </a:xfrm>
                  <a:custGeom>
                    <a:avLst/>
                    <a:gdLst/>
                    <a:ahLst/>
                    <a:cxnLst/>
                    <a:rect l="l" t="t" r="r" b="b"/>
                    <a:pathLst>
                      <a:path w="3827" h="2380" extrusionOk="0">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7" name="Google Shape;7547;p90"/>
                <p:cNvSpPr/>
                <p:nvPr/>
              </p:nvSpPr>
              <p:spPr>
                <a:xfrm>
                  <a:off x="4138835" y="3605149"/>
                  <a:ext cx="148455" cy="137346"/>
                </a:xfrm>
                <a:custGeom>
                  <a:avLst/>
                  <a:gdLst/>
                  <a:ahLst/>
                  <a:cxnLst/>
                  <a:rect l="l" t="t" r="r" b="b"/>
                  <a:pathLst>
                    <a:path w="5880" h="5440" extrusionOk="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0"/>
                <p:cNvSpPr/>
                <p:nvPr/>
              </p:nvSpPr>
              <p:spPr>
                <a:xfrm>
                  <a:off x="4100005" y="3582275"/>
                  <a:ext cx="167694" cy="101646"/>
                </a:xfrm>
                <a:custGeom>
                  <a:avLst/>
                  <a:gdLst/>
                  <a:ahLst/>
                  <a:cxnLst/>
                  <a:rect l="l" t="t" r="r" b="b"/>
                  <a:pathLst>
                    <a:path w="6642" h="4026" extrusionOk="0">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0"/>
                <p:cNvSpPr/>
                <p:nvPr/>
              </p:nvSpPr>
              <p:spPr>
                <a:xfrm>
                  <a:off x="4122046" y="3755473"/>
                  <a:ext cx="151258" cy="124091"/>
                </a:xfrm>
                <a:custGeom>
                  <a:avLst/>
                  <a:gdLst/>
                  <a:ahLst/>
                  <a:cxnLst/>
                  <a:rect l="l" t="t" r="r" b="b"/>
                  <a:pathLst>
                    <a:path w="5991" h="4915" extrusionOk="0">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0"/>
                <p:cNvSpPr/>
                <p:nvPr/>
              </p:nvSpPr>
              <p:spPr>
                <a:xfrm>
                  <a:off x="4097202" y="3724545"/>
                  <a:ext cx="209832" cy="186125"/>
                </a:xfrm>
                <a:custGeom>
                  <a:avLst/>
                  <a:gdLst/>
                  <a:ahLst/>
                  <a:cxnLst/>
                  <a:rect l="l" t="t" r="r" b="b"/>
                  <a:pathLst>
                    <a:path w="8311" h="7372" extrusionOk="0">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51" name="Google Shape;7551;p90"/>
          <p:cNvGrpSpPr/>
          <p:nvPr/>
        </p:nvGrpSpPr>
        <p:grpSpPr>
          <a:xfrm>
            <a:off x="6797170" y="3064707"/>
            <a:ext cx="550623" cy="1310497"/>
            <a:chOff x="6797170" y="3050537"/>
            <a:chExt cx="550623" cy="1310497"/>
          </a:xfrm>
        </p:grpSpPr>
        <p:sp>
          <p:nvSpPr>
            <p:cNvPr id="7552" name="Google Shape;7552;p90"/>
            <p:cNvSpPr/>
            <p:nvPr/>
          </p:nvSpPr>
          <p:spPr>
            <a:xfrm>
              <a:off x="6846049" y="4311978"/>
              <a:ext cx="453041" cy="49056"/>
            </a:xfrm>
            <a:custGeom>
              <a:avLst/>
              <a:gdLst/>
              <a:ahLst/>
              <a:cxnLst/>
              <a:rect l="l" t="t" r="r" b="b"/>
              <a:pathLst>
                <a:path w="17944" h="1943" extrusionOk="0">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3" name="Google Shape;7553;p90"/>
            <p:cNvGrpSpPr/>
            <p:nvPr/>
          </p:nvGrpSpPr>
          <p:grpSpPr>
            <a:xfrm>
              <a:off x="6797170" y="3050537"/>
              <a:ext cx="550623" cy="1278079"/>
              <a:chOff x="6797170" y="3050537"/>
              <a:chExt cx="550623" cy="1278079"/>
            </a:xfrm>
          </p:grpSpPr>
          <p:sp>
            <p:nvSpPr>
              <p:cNvPr id="7554" name="Google Shape;7554;p90"/>
              <p:cNvSpPr/>
              <p:nvPr/>
            </p:nvSpPr>
            <p:spPr>
              <a:xfrm>
                <a:off x="6797170" y="3050537"/>
                <a:ext cx="550623" cy="1278079"/>
              </a:xfrm>
              <a:custGeom>
                <a:avLst/>
                <a:gdLst/>
                <a:ahLst/>
                <a:cxnLst/>
                <a:rect l="l" t="t" r="r" b="b"/>
                <a:pathLst>
                  <a:path w="21809" h="50622" extrusionOk="0">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5" name="Google Shape;7555;p90"/>
              <p:cNvGrpSpPr/>
              <p:nvPr/>
            </p:nvGrpSpPr>
            <p:grpSpPr>
              <a:xfrm>
                <a:off x="6810728" y="3444626"/>
                <a:ext cx="524340" cy="876265"/>
                <a:chOff x="6810728" y="3444626"/>
                <a:chExt cx="524340" cy="876265"/>
              </a:xfrm>
            </p:grpSpPr>
            <p:sp>
              <p:nvSpPr>
                <p:cNvPr id="7556" name="Google Shape;7556;p90"/>
                <p:cNvSpPr/>
                <p:nvPr/>
              </p:nvSpPr>
              <p:spPr>
                <a:xfrm>
                  <a:off x="6952997" y="3487572"/>
                  <a:ext cx="235988" cy="25702"/>
                </a:xfrm>
                <a:custGeom>
                  <a:avLst/>
                  <a:gdLst/>
                  <a:ahLst/>
                  <a:cxnLst/>
                  <a:rect l="l" t="t" r="r" b="b"/>
                  <a:pathLst>
                    <a:path w="9347" h="1018" extrusionOk="0">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0"/>
                <p:cNvSpPr/>
                <p:nvPr/>
              </p:nvSpPr>
              <p:spPr>
                <a:xfrm>
                  <a:off x="7038738" y="3444626"/>
                  <a:ext cx="64356" cy="25702"/>
                </a:xfrm>
                <a:custGeom>
                  <a:avLst/>
                  <a:gdLst/>
                  <a:ahLst/>
                  <a:cxnLst/>
                  <a:rect l="l" t="t" r="r" b="b"/>
                  <a:pathLst>
                    <a:path w="2549" h="1018" extrusionOk="0">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0"/>
                <p:cNvSpPr/>
                <p:nvPr/>
              </p:nvSpPr>
              <p:spPr>
                <a:xfrm>
                  <a:off x="7038738" y="3787891"/>
                  <a:ext cx="64356" cy="25853"/>
                </a:xfrm>
                <a:custGeom>
                  <a:avLst/>
                  <a:gdLst/>
                  <a:ahLst/>
                  <a:cxnLst/>
                  <a:rect l="l" t="t" r="r" b="b"/>
                  <a:pathLst>
                    <a:path w="2549" h="1024" extrusionOk="0">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0"/>
                <p:cNvSpPr/>
                <p:nvPr/>
              </p:nvSpPr>
              <p:spPr>
                <a:xfrm>
                  <a:off x="7038738" y="3744945"/>
                  <a:ext cx="64356" cy="25853"/>
                </a:xfrm>
                <a:custGeom>
                  <a:avLst/>
                  <a:gdLst/>
                  <a:ahLst/>
                  <a:cxnLst/>
                  <a:rect l="l" t="t" r="r" b="b"/>
                  <a:pathLst>
                    <a:path w="2549" h="1024" extrusionOk="0">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0"/>
                <p:cNvSpPr/>
                <p:nvPr/>
              </p:nvSpPr>
              <p:spPr>
                <a:xfrm>
                  <a:off x="7038738" y="3706417"/>
                  <a:ext cx="64356" cy="25702"/>
                </a:xfrm>
                <a:custGeom>
                  <a:avLst/>
                  <a:gdLst/>
                  <a:ahLst/>
                  <a:cxnLst/>
                  <a:rect l="l" t="t" r="r" b="b"/>
                  <a:pathLst>
                    <a:path w="2549" h="1018" extrusionOk="0">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0"/>
                <p:cNvSpPr/>
                <p:nvPr/>
              </p:nvSpPr>
              <p:spPr>
                <a:xfrm>
                  <a:off x="7051563" y="3491864"/>
                  <a:ext cx="34412" cy="193042"/>
                </a:xfrm>
                <a:custGeom>
                  <a:avLst/>
                  <a:gdLst/>
                  <a:ahLst/>
                  <a:cxnLst/>
                  <a:rect l="l" t="t" r="r" b="b"/>
                  <a:pathLst>
                    <a:path w="1363" h="7646" extrusionOk="0">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0"/>
                <p:cNvSpPr/>
                <p:nvPr/>
              </p:nvSpPr>
              <p:spPr>
                <a:xfrm>
                  <a:off x="7055351" y="3540945"/>
                  <a:ext cx="106166" cy="44915"/>
                </a:xfrm>
                <a:custGeom>
                  <a:avLst/>
                  <a:gdLst/>
                  <a:ahLst/>
                  <a:cxnLst/>
                  <a:rect l="l" t="t" r="r" b="b"/>
                  <a:pathLst>
                    <a:path w="4205" h="1779" extrusionOk="0">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0"/>
                <p:cNvSpPr/>
                <p:nvPr/>
              </p:nvSpPr>
              <p:spPr>
                <a:xfrm>
                  <a:off x="7046792" y="3596717"/>
                  <a:ext cx="118335" cy="44739"/>
                </a:xfrm>
                <a:custGeom>
                  <a:avLst/>
                  <a:gdLst/>
                  <a:ahLst/>
                  <a:cxnLst/>
                  <a:rect l="l" t="t" r="r" b="b"/>
                  <a:pathLst>
                    <a:path w="4687" h="1772" extrusionOk="0">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0"/>
                <p:cNvSpPr/>
                <p:nvPr/>
              </p:nvSpPr>
              <p:spPr>
                <a:xfrm>
                  <a:off x="6983118" y="3540768"/>
                  <a:ext cx="99576" cy="44739"/>
                </a:xfrm>
                <a:custGeom>
                  <a:avLst/>
                  <a:gdLst/>
                  <a:ahLst/>
                  <a:cxnLst/>
                  <a:rect l="l" t="t" r="r" b="b"/>
                  <a:pathLst>
                    <a:path w="3944" h="1772" extrusionOk="0">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0"/>
                <p:cNvSpPr/>
                <p:nvPr/>
              </p:nvSpPr>
              <p:spPr>
                <a:xfrm>
                  <a:off x="7054871" y="3655619"/>
                  <a:ext cx="106645" cy="45244"/>
                </a:xfrm>
                <a:custGeom>
                  <a:avLst/>
                  <a:gdLst/>
                  <a:ahLst/>
                  <a:cxnLst/>
                  <a:rect l="l" t="t" r="r" b="b"/>
                  <a:pathLst>
                    <a:path w="4224" h="1792" extrusionOk="0">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0"/>
                <p:cNvSpPr/>
                <p:nvPr/>
              </p:nvSpPr>
              <p:spPr>
                <a:xfrm>
                  <a:off x="6983118" y="3655619"/>
                  <a:ext cx="99576" cy="44739"/>
                </a:xfrm>
                <a:custGeom>
                  <a:avLst/>
                  <a:gdLst/>
                  <a:ahLst/>
                  <a:cxnLst/>
                  <a:rect l="l" t="t" r="r" b="b"/>
                  <a:pathLst>
                    <a:path w="3944" h="1772" extrusionOk="0">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0"/>
                <p:cNvSpPr/>
                <p:nvPr/>
              </p:nvSpPr>
              <p:spPr>
                <a:xfrm>
                  <a:off x="6973725" y="3596464"/>
                  <a:ext cx="117527" cy="44335"/>
                </a:xfrm>
                <a:custGeom>
                  <a:avLst/>
                  <a:gdLst/>
                  <a:ahLst/>
                  <a:cxnLst/>
                  <a:rect l="l" t="t" r="r" b="b"/>
                  <a:pathLst>
                    <a:path w="4655" h="1756" extrusionOk="0">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0"/>
                <p:cNvSpPr/>
                <p:nvPr/>
              </p:nvSpPr>
              <p:spPr>
                <a:xfrm>
                  <a:off x="7118368" y="3906680"/>
                  <a:ext cx="38881" cy="118007"/>
                </a:xfrm>
                <a:custGeom>
                  <a:avLst/>
                  <a:gdLst/>
                  <a:ahLst/>
                  <a:cxnLst/>
                  <a:rect l="l" t="t" r="r" b="b"/>
                  <a:pathLst>
                    <a:path w="1540" h="4674" extrusionOk="0">
                      <a:moveTo>
                        <a:pt x="1018" y="1"/>
                      </a:moveTo>
                      <a:lnTo>
                        <a:pt x="1" y="118"/>
                      </a:lnTo>
                      <a:lnTo>
                        <a:pt x="529" y="4674"/>
                      </a:lnTo>
                      <a:lnTo>
                        <a:pt x="1539" y="4557"/>
                      </a:lnTo>
                      <a:lnTo>
                        <a:pt x="10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0"/>
                <p:cNvSpPr/>
                <p:nvPr/>
              </p:nvSpPr>
              <p:spPr>
                <a:xfrm>
                  <a:off x="7122332" y="3882695"/>
                  <a:ext cx="43830" cy="37063"/>
                </a:xfrm>
                <a:custGeom>
                  <a:avLst/>
                  <a:gdLst/>
                  <a:ahLst/>
                  <a:cxnLst/>
                  <a:rect l="l" t="t" r="r" b="b"/>
                  <a:pathLst>
                    <a:path w="1736" h="1468" extrusionOk="0">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0"/>
                <p:cNvSpPr/>
                <p:nvPr/>
              </p:nvSpPr>
              <p:spPr>
                <a:xfrm>
                  <a:off x="7096656" y="3885674"/>
                  <a:ext cx="43981" cy="37013"/>
                </a:xfrm>
                <a:custGeom>
                  <a:avLst/>
                  <a:gdLst/>
                  <a:ahLst/>
                  <a:cxnLst/>
                  <a:rect l="l" t="t" r="r" b="b"/>
                  <a:pathLst>
                    <a:path w="1742" h="1466" extrusionOk="0">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0"/>
                <p:cNvSpPr/>
                <p:nvPr/>
              </p:nvSpPr>
              <p:spPr>
                <a:xfrm>
                  <a:off x="7135991" y="4002015"/>
                  <a:ext cx="43855" cy="37063"/>
                </a:xfrm>
                <a:custGeom>
                  <a:avLst/>
                  <a:gdLst/>
                  <a:ahLst/>
                  <a:cxnLst/>
                  <a:rect l="l" t="t" r="r" b="b"/>
                  <a:pathLst>
                    <a:path w="1737" h="1468" extrusionOk="0">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0"/>
                <p:cNvSpPr/>
                <p:nvPr/>
              </p:nvSpPr>
              <p:spPr>
                <a:xfrm>
                  <a:off x="7110314" y="4004969"/>
                  <a:ext cx="43981" cy="37063"/>
                </a:xfrm>
                <a:custGeom>
                  <a:avLst/>
                  <a:gdLst/>
                  <a:ahLst/>
                  <a:cxnLst/>
                  <a:rect l="l" t="t" r="r" b="b"/>
                  <a:pathLst>
                    <a:path w="1742" h="1468" extrusionOk="0">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0"/>
                <p:cNvSpPr/>
                <p:nvPr/>
              </p:nvSpPr>
              <p:spPr>
                <a:xfrm>
                  <a:off x="7129906" y="4152515"/>
                  <a:ext cx="21890" cy="99753"/>
                </a:xfrm>
                <a:custGeom>
                  <a:avLst/>
                  <a:gdLst/>
                  <a:ahLst/>
                  <a:cxnLst/>
                  <a:rect l="l" t="t" r="r" b="b"/>
                  <a:pathLst>
                    <a:path w="867" h="3951" extrusionOk="0">
                      <a:moveTo>
                        <a:pt x="78" y="1"/>
                      </a:moveTo>
                      <a:lnTo>
                        <a:pt x="0" y="3938"/>
                      </a:lnTo>
                      <a:lnTo>
                        <a:pt x="789" y="3951"/>
                      </a:lnTo>
                      <a:lnTo>
                        <a:pt x="867" y="21"/>
                      </a:lnTo>
                      <a:lnTo>
                        <a:pt x="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0"/>
                <p:cNvSpPr/>
                <p:nvPr/>
              </p:nvSpPr>
              <p:spPr>
                <a:xfrm>
                  <a:off x="7140207" y="4137543"/>
                  <a:ext cx="36129" cy="30953"/>
                </a:xfrm>
                <a:custGeom>
                  <a:avLst/>
                  <a:gdLst/>
                  <a:ahLst/>
                  <a:cxnLst/>
                  <a:rect l="l" t="t" r="r" b="b"/>
                  <a:pathLst>
                    <a:path w="1431" h="1226" extrusionOk="0">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0"/>
                <p:cNvSpPr/>
                <p:nvPr/>
              </p:nvSpPr>
              <p:spPr>
                <a:xfrm>
                  <a:off x="7118924" y="4137215"/>
                  <a:ext cx="36180" cy="30802"/>
                </a:xfrm>
                <a:custGeom>
                  <a:avLst/>
                  <a:gdLst/>
                  <a:ahLst/>
                  <a:cxnLst/>
                  <a:rect l="l" t="t" r="r" b="b"/>
                  <a:pathLst>
                    <a:path w="1433" h="1220" extrusionOk="0">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0"/>
                <p:cNvSpPr/>
                <p:nvPr/>
              </p:nvSpPr>
              <p:spPr>
                <a:xfrm>
                  <a:off x="7138238" y="4237271"/>
                  <a:ext cx="36281" cy="30852"/>
                </a:xfrm>
                <a:custGeom>
                  <a:avLst/>
                  <a:gdLst/>
                  <a:ahLst/>
                  <a:cxnLst/>
                  <a:rect l="l" t="t" r="r" b="b"/>
                  <a:pathLst>
                    <a:path w="1437" h="1222" extrusionOk="0">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0"/>
                <p:cNvSpPr/>
                <p:nvPr/>
              </p:nvSpPr>
              <p:spPr>
                <a:xfrm>
                  <a:off x="7116828" y="4236766"/>
                  <a:ext cx="36306" cy="30878"/>
                </a:xfrm>
                <a:custGeom>
                  <a:avLst/>
                  <a:gdLst/>
                  <a:ahLst/>
                  <a:cxnLst/>
                  <a:rect l="l" t="t" r="r" b="b"/>
                  <a:pathLst>
                    <a:path w="1438" h="1223" extrusionOk="0">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0"/>
                <p:cNvSpPr/>
                <p:nvPr/>
              </p:nvSpPr>
              <p:spPr>
                <a:xfrm>
                  <a:off x="7245742" y="3712350"/>
                  <a:ext cx="54004" cy="108640"/>
                </a:xfrm>
                <a:custGeom>
                  <a:avLst/>
                  <a:gdLst/>
                  <a:ahLst/>
                  <a:cxnLst/>
                  <a:rect l="l" t="t" r="r" b="b"/>
                  <a:pathLst>
                    <a:path w="2139" h="4303" extrusionOk="0">
                      <a:moveTo>
                        <a:pt x="893" y="1"/>
                      </a:moveTo>
                      <a:lnTo>
                        <a:pt x="0" y="274"/>
                      </a:lnTo>
                      <a:lnTo>
                        <a:pt x="1245" y="4302"/>
                      </a:lnTo>
                      <a:lnTo>
                        <a:pt x="2138" y="4028"/>
                      </a:lnTo>
                      <a:lnTo>
                        <a:pt x="89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0"/>
                <p:cNvSpPr/>
                <p:nvPr/>
              </p:nvSpPr>
              <p:spPr>
                <a:xfrm>
                  <a:off x="7246398" y="3690183"/>
                  <a:ext cx="40472" cy="34185"/>
                </a:xfrm>
                <a:custGeom>
                  <a:avLst/>
                  <a:gdLst/>
                  <a:ahLst/>
                  <a:cxnLst/>
                  <a:rect l="l" t="t" r="r" b="b"/>
                  <a:pathLst>
                    <a:path w="1603" h="1354" extrusionOk="0">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0"/>
                <p:cNvSpPr/>
                <p:nvPr/>
              </p:nvSpPr>
              <p:spPr>
                <a:xfrm>
                  <a:off x="7223852" y="3697202"/>
                  <a:ext cx="40446" cy="34185"/>
                </a:xfrm>
                <a:custGeom>
                  <a:avLst/>
                  <a:gdLst/>
                  <a:ahLst/>
                  <a:cxnLst/>
                  <a:rect l="l" t="t" r="r" b="b"/>
                  <a:pathLst>
                    <a:path w="1602" h="1354" extrusionOk="0">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0"/>
                <p:cNvSpPr/>
                <p:nvPr/>
              </p:nvSpPr>
              <p:spPr>
                <a:xfrm>
                  <a:off x="7278993" y="3795642"/>
                  <a:ext cx="40598" cy="34261"/>
                </a:xfrm>
                <a:custGeom>
                  <a:avLst/>
                  <a:gdLst/>
                  <a:ahLst/>
                  <a:cxnLst/>
                  <a:rect l="l" t="t" r="r" b="b"/>
                  <a:pathLst>
                    <a:path w="1608" h="1357" extrusionOk="0">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0"/>
                <p:cNvSpPr/>
                <p:nvPr/>
              </p:nvSpPr>
              <p:spPr>
                <a:xfrm>
                  <a:off x="7256447" y="3802686"/>
                  <a:ext cx="40446" cy="34210"/>
                </a:xfrm>
                <a:custGeom>
                  <a:avLst/>
                  <a:gdLst/>
                  <a:ahLst/>
                  <a:cxnLst/>
                  <a:rect l="l" t="t" r="r" b="b"/>
                  <a:pathLst>
                    <a:path w="1602" h="1355" extrusionOk="0">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0"/>
                <p:cNvSpPr/>
                <p:nvPr/>
              </p:nvSpPr>
              <p:spPr>
                <a:xfrm>
                  <a:off x="7200498" y="3542207"/>
                  <a:ext cx="55469" cy="114220"/>
                </a:xfrm>
                <a:custGeom>
                  <a:avLst/>
                  <a:gdLst/>
                  <a:ahLst/>
                  <a:cxnLst/>
                  <a:rect l="l" t="t" r="r" b="b"/>
                  <a:pathLst>
                    <a:path w="2197" h="4524" extrusionOk="0">
                      <a:moveTo>
                        <a:pt x="945" y="0"/>
                      </a:moveTo>
                      <a:lnTo>
                        <a:pt x="0" y="281"/>
                      </a:lnTo>
                      <a:lnTo>
                        <a:pt x="1252" y="4524"/>
                      </a:lnTo>
                      <a:lnTo>
                        <a:pt x="2197" y="4243"/>
                      </a:lnTo>
                      <a:lnTo>
                        <a:pt x="9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0"/>
                <p:cNvSpPr/>
                <p:nvPr/>
              </p:nvSpPr>
              <p:spPr>
                <a:xfrm>
                  <a:off x="7201483" y="3519409"/>
                  <a:ext cx="42567" cy="35877"/>
                </a:xfrm>
                <a:custGeom>
                  <a:avLst/>
                  <a:gdLst/>
                  <a:ahLst/>
                  <a:cxnLst/>
                  <a:rect l="l" t="t" r="r" b="b"/>
                  <a:pathLst>
                    <a:path w="1686" h="1421" extrusionOk="0">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0"/>
                <p:cNvSpPr/>
                <p:nvPr/>
              </p:nvSpPr>
              <p:spPr>
                <a:xfrm>
                  <a:off x="7177776" y="3526428"/>
                  <a:ext cx="42416" cy="35927"/>
                </a:xfrm>
                <a:custGeom>
                  <a:avLst/>
                  <a:gdLst/>
                  <a:ahLst/>
                  <a:cxnLst/>
                  <a:rect l="l" t="t" r="r" b="b"/>
                  <a:pathLst>
                    <a:path w="1680" h="1423" extrusionOk="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0"/>
                <p:cNvSpPr/>
                <p:nvPr/>
              </p:nvSpPr>
              <p:spPr>
                <a:xfrm>
                  <a:off x="7234229" y="3630473"/>
                  <a:ext cx="42441" cy="35902"/>
                </a:xfrm>
                <a:custGeom>
                  <a:avLst/>
                  <a:gdLst/>
                  <a:ahLst/>
                  <a:cxnLst/>
                  <a:rect l="l" t="t" r="r" b="b"/>
                  <a:pathLst>
                    <a:path w="1681" h="1422" extrusionOk="0">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0"/>
                <p:cNvSpPr/>
                <p:nvPr/>
              </p:nvSpPr>
              <p:spPr>
                <a:xfrm>
                  <a:off x="7210370" y="3637517"/>
                  <a:ext cx="42391" cy="35826"/>
                </a:xfrm>
                <a:custGeom>
                  <a:avLst/>
                  <a:gdLst/>
                  <a:ahLst/>
                  <a:cxnLst/>
                  <a:rect l="l" t="t" r="r" b="b"/>
                  <a:pathLst>
                    <a:path w="1679" h="1419" extrusionOk="0">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0"/>
                <p:cNvSpPr/>
                <p:nvPr/>
              </p:nvSpPr>
              <p:spPr>
                <a:xfrm>
                  <a:off x="7278993" y="3842021"/>
                  <a:ext cx="47415" cy="37543"/>
                </a:xfrm>
                <a:custGeom>
                  <a:avLst/>
                  <a:gdLst/>
                  <a:ahLst/>
                  <a:cxnLst/>
                  <a:rect l="l" t="t" r="r" b="b"/>
                  <a:pathLst>
                    <a:path w="1878" h="1487" extrusionOk="0">
                      <a:moveTo>
                        <a:pt x="1030" y="0"/>
                      </a:moveTo>
                      <a:cubicBezTo>
                        <a:pt x="0" y="0"/>
                        <a:pt x="0" y="1486"/>
                        <a:pt x="1030" y="1486"/>
                      </a:cubicBezTo>
                      <a:cubicBezTo>
                        <a:pt x="1877" y="1486"/>
                        <a:pt x="1877" y="0"/>
                        <a:pt x="10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0"/>
                <p:cNvSpPr/>
                <p:nvPr/>
              </p:nvSpPr>
              <p:spPr>
                <a:xfrm>
                  <a:off x="7315829" y="3883074"/>
                  <a:ext cx="19239" cy="30045"/>
                </a:xfrm>
                <a:custGeom>
                  <a:avLst/>
                  <a:gdLst/>
                  <a:ahLst/>
                  <a:cxnLst/>
                  <a:rect l="l" t="t" r="r" b="b"/>
                  <a:pathLst>
                    <a:path w="762" h="1190" extrusionOk="0">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0"/>
                <p:cNvSpPr/>
                <p:nvPr/>
              </p:nvSpPr>
              <p:spPr>
                <a:xfrm>
                  <a:off x="7286719" y="3892920"/>
                  <a:ext cx="23379" cy="28479"/>
                </a:xfrm>
                <a:custGeom>
                  <a:avLst/>
                  <a:gdLst/>
                  <a:ahLst/>
                  <a:cxnLst/>
                  <a:rect l="l" t="t" r="r" b="b"/>
                  <a:pathLst>
                    <a:path w="926" h="1128" extrusionOk="0">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0"/>
                <p:cNvSpPr/>
                <p:nvPr/>
              </p:nvSpPr>
              <p:spPr>
                <a:xfrm>
                  <a:off x="7107512" y="4057585"/>
                  <a:ext cx="64381" cy="52843"/>
                </a:xfrm>
                <a:custGeom>
                  <a:avLst/>
                  <a:gdLst/>
                  <a:ahLst/>
                  <a:cxnLst/>
                  <a:rect l="l" t="t" r="r" b="b"/>
                  <a:pathLst>
                    <a:path w="2550" h="2093" extrusionOk="0">
                      <a:moveTo>
                        <a:pt x="1356" y="0"/>
                      </a:moveTo>
                      <a:cubicBezTo>
                        <a:pt x="1" y="0"/>
                        <a:pt x="1" y="2092"/>
                        <a:pt x="1356" y="2092"/>
                      </a:cubicBezTo>
                      <a:cubicBezTo>
                        <a:pt x="2549" y="2092"/>
                        <a:pt x="2549" y="0"/>
                        <a:pt x="13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0"/>
                <p:cNvSpPr/>
                <p:nvPr/>
              </p:nvSpPr>
              <p:spPr>
                <a:xfrm>
                  <a:off x="7116071" y="4284837"/>
                  <a:ext cx="47087" cy="36053"/>
                </a:xfrm>
                <a:custGeom>
                  <a:avLst/>
                  <a:gdLst/>
                  <a:ahLst/>
                  <a:cxnLst/>
                  <a:rect l="l" t="t" r="r" b="b"/>
                  <a:pathLst>
                    <a:path w="1865" h="1428" extrusionOk="0">
                      <a:moveTo>
                        <a:pt x="1017" y="0"/>
                      </a:moveTo>
                      <a:cubicBezTo>
                        <a:pt x="1" y="0"/>
                        <a:pt x="1" y="1427"/>
                        <a:pt x="1017" y="1427"/>
                      </a:cubicBezTo>
                      <a:cubicBezTo>
                        <a:pt x="1865" y="1427"/>
                        <a:pt x="1865" y="0"/>
                        <a:pt x="10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0"/>
                <p:cNvSpPr/>
                <p:nvPr/>
              </p:nvSpPr>
              <p:spPr>
                <a:xfrm>
                  <a:off x="7161819" y="4293598"/>
                  <a:ext cx="52767" cy="24010"/>
                </a:xfrm>
                <a:custGeom>
                  <a:avLst/>
                  <a:gdLst/>
                  <a:ahLst/>
                  <a:cxnLst/>
                  <a:rect l="l" t="t" r="r" b="b"/>
                  <a:pathLst>
                    <a:path w="2090" h="951" extrusionOk="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0"/>
                <p:cNvSpPr/>
                <p:nvPr/>
              </p:nvSpPr>
              <p:spPr>
                <a:xfrm>
                  <a:off x="6988394" y="3906857"/>
                  <a:ext cx="38856" cy="118007"/>
                </a:xfrm>
                <a:custGeom>
                  <a:avLst/>
                  <a:gdLst/>
                  <a:ahLst/>
                  <a:cxnLst/>
                  <a:rect l="l" t="t" r="r" b="b"/>
                  <a:pathLst>
                    <a:path w="1539" h="4674" extrusionOk="0">
                      <a:moveTo>
                        <a:pt x="528" y="0"/>
                      </a:moveTo>
                      <a:lnTo>
                        <a:pt x="0" y="4556"/>
                      </a:lnTo>
                      <a:lnTo>
                        <a:pt x="1017" y="4673"/>
                      </a:lnTo>
                      <a:lnTo>
                        <a:pt x="1538" y="111"/>
                      </a:lnTo>
                      <a:lnTo>
                        <a:pt x="52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0"/>
                <p:cNvSpPr/>
                <p:nvPr/>
              </p:nvSpPr>
              <p:spPr>
                <a:xfrm>
                  <a:off x="6979482" y="3882695"/>
                  <a:ext cx="43981" cy="37063"/>
                </a:xfrm>
                <a:custGeom>
                  <a:avLst/>
                  <a:gdLst/>
                  <a:ahLst/>
                  <a:cxnLst/>
                  <a:rect l="l" t="t" r="r" b="b"/>
                  <a:pathLst>
                    <a:path w="1742" h="1468" extrusionOk="0">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0"/>
                <p:cNvSpPr/>
                <p:nvPr/>
              </p:nvSpPr>
              <p:spPr>
                <a:xfrm>
                  <a:off x="7005133" y="3885674"/>
                  <a:ext cx="43830" cy="37013"/>
                </a:xfrm>
                <a:custGeom>
                  <a:avLst/>
                  <a:gdLst/>
                  <a:ahLst/>
                  <a:cxnLst/>
                  <a:rect l="l" t="t" r="r" b="b"/>
                  <a:pathLst>
                    <a:path w="1736" h="1466" extrusionOk="0">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0"/>
                <p:cNvSpPr/>
                <p:nvPr/>
              </p:nvSpPr>
              <p:spPr>
                <a:xfrm>
                  <a:off x="6965772" y="4002015"/>
                  <a:ext cx="43855" cy="37063"/>
                </a:xfrm>
                <a:custGeom>
                  <a:avLst/>
                  <a:gdLst/>
                  <a:ahLst/>
                  <a:cxnLst/>
                  <a:rect l="l" t="t" r="r" b="b"/>
                  <a:pathLst>
                    <a:path w="1737" h="1468" extrusionOk="0">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0"/>
                <p:cNvSpPr/>
                <p:nvPr/>
              </p:nvSpPr>
              <p:spPr>
                <a:xfrm>
                  <a:off x="6991323" y="4004969"/>
                  <a:ext cx="43981" cy="37063"/>
                </a:xfrm>
                <a:custGeom>
                  <a:avLst/>
                  <a:gdLst/>
                  <a:ahLst/>
                  <a:cxnLst/>
                  <a:rect l="l" t="t" r="r" b="b"/>
                  <a:pathLst>
                    <a:path w="1742" h="1468" extrusionOk="0">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0"/>
                <p:cNvSpPr/>
                <p:nvPr/>
              </p:nvSpPr>
              <p:spPr>
                <a:xfrm>
                  <a:off x="6990187" y="4156151"/>
                  <a:ext cx="21915" cy="99728"/>
                </a:xfrm>
                <a:custGeom>
                  <a:avLst/>
                  <a:gdLst/>
                  <a:ahLst/>
                  <a:cxnLst/>
                  <a:rect l="l" t="t" r="r" b="b"/>
                  <a:pathLst>
                    <a:path w="868" h="3950" extrusionOk="0">
                      <a:moveTo>
                        <a:pt x="783" y="0"/>
                      </a:moveTo>
                      <a:lnTo>
                        <a:pt x="1" y="20"/>
                      </a:lnTo>
                      <a:lnTo>
                        <a:pt x="79" y="3950"/>
                      </a:lnTo>
                      <a:lnTo>
                        <a:pt x="868" y="3937"/>
                      </a:lnTo>
                      <a:lnTo>
                        <a:pt x="7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0"/>
                <p:cNvSpPr/>
                <p:nvPr/>
              </p:nvSpPr>
              <p:spPr>
                <a:xfrm>
                  <a:off x="6969130" y="4137543"/>
                  <a:ext cx="36281" cy="30953"/>
                </a:xfrm>
                <a:custGeom>
                  <a:avLst/>
                  <a:gdLst/>
                  <a:ahLst/>
                  <a:cxnLst/>
                  <a:rect l="l" t="t" r="r" b="b"/>
                  <a:pathLst>
                    <a:path w="1437" h="1226" extrusionOk="0">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0"/>
                <p:cNvSpPr/>
                <p:nvPr/>
              </p:nvSpPr>
              <p:spPr>
                <a:xfrm>
                  <a:off x="6990515" y="4137215"/>
                  <a:ext cx="36306" cy="30878"/>
                </a:xfrm>
                <a:custGeom>
                  <a:avLst/>
                  <a:gdLst/>
                  <a:ahLst/>
                  <a:cxnLst/>
                  <a:rect l="l" t="t" r="r" b="b"/>
                  <a:pathLst>
                    <a:path w="1438" h="1223" extrusionOk="0">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0"/>
                <p:cNvSpPr/>
                <p:nvPr/>
              </p:nvSpPr>
              <p:spPr>
                <a:xfrm>
                  <a:off x="6971276" y="4237271"/>
                  <a:ext cx="36154" cy="30852"/>
                </a:xfrm>
                <a:custGeom>
                  <a:avLst/>
                  <a:gdLst/>
                  <a:ahLst/>
                  <a:cxnLst/>
                  <a:rect l="l" t="t" r="r" b="b"/>
                  <a:pathLst>
                    <a:path w="1432" h="1222" extrusionOk="0">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0"/>
                <p:cNvSpPr/>
                <p:nvPr/>
              </p:nvSpPr>
              <p:spPr>
                <a:xfrm>
                  <a:off x="6992661" y="4236766"/>
                  <a:ext cx="36180" cy="30878"/>
                </a:xfrm>
                <a:custGeom>
                  <a:avLst/>
                  <a:gdLst/>
                  <a:ahLst/>
                  <a:cxnLst/>
                  <a:rect l="l" t="t" r="r" b="b"/>
                  <a:pathLst>
                    <a:path w="1433" h="1223" extrusionOk="0">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0"/>
                <p:cNvSpPr/>
                <p:nvPr/>
              </p:nvSpPr>
              <p:spPr>
                <a:xfrm>
                  <a:off x="6845544" y="3711694"/>
                  <a:ext cx="54181" cy="108791"/>
                </a:xfrm>
                <a:custGeom>
                  <a:avLst/>
                  <a:gdLst/>
                  <a:ahLst/>
                  <a:cxnLst/>
                  <a:rect l="l" t="t" r="r" b="b"/>
                  <a:pathLst>
                    <a:path w="2146" h="4309" extrusionOk="0">
                      <a:moveTo>
                        <a:pt x="1246" y="0"/>
                      </a:moveTo>
                      <a:lnTo>
                        <a:pt x="1" y="4028"/>
                      </a:lnTo>
                      <a:lnTo>
                        <a:pt x="894" y="4309"/>
                      </a:lnTo>
                      <a:lnTo>
                        <a:pt x="2145" y="274"/>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0"/>
                <p:cNvSpPr/>
                <p:nvPr/>
              </p:nvSpPr>
              <p:spPr>
                <a:xfrm>
                  <a:off x="6858748" y="3690183"/>
                  <a:ext cx="40472" cy="34185"/>
                </a:xfrm>
                <a:custGeom>
                  <a:avLst/>
                  <a:gdLst/>
                  <a:ahLst/>
                  <a:cxnLst/>
                  <a:rect l="l" t="t" r="r" b="b"/>
                  <a:pathLst>
                    <a:path w="1603" h="1354" extrusionOk="0">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0"/>
                <p:cNvSpPr/>
                <p:nvPr/>
              </p:nvSpPr>
              <p:spPr>
                <a:xfrm>
                  <a:off x="6881345" y="3697202"/>
                  <a:ext cx="40573" cy="34185"/>
                </a:xfrm>
                <a:custGeom>
                  <a:avLst/>
                  <a:gdLst/>
                  <a:ahLst/>
                  <a:cxnLst/>
                  <a:rect l="l" t="t" r="r" b="b"/>
                  <a:pathLst>
                    <a:path w="1607" h="1354" extrusionOk="0">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0"/>
                <p:cNvSpPr/>
                <p:nvPr/>
              </p:nvSpPr>
              <p:spPr>
                <a:xfrm>
                  <a:off x="6826154" y="3795642"/>
                  <a:ext cx="40472" cy="34311"/>
                </a:xfrm>
                <a:custGeom>
                  <a:avLst/>
                  <a:gdLst/>
                  <a:ahLst/>
                  <a:cxnLst/>
                  <a:rect l="l" t="t" r="r" b="b"/>
                  <a:pathLst>
                    <a:path w="1603" h="1359" extrusionOk="0">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0"/>
                <p:cNvSpPr/>
                <p:nvPr/>
              </p:nvSpPr>
              <p:spPr>
                <a:xfrm>
                  <a:off x="6848725" y="3802686"/>
                  <a:ext cx="40446" cy="34210"/>
                </a:xfrm>
                <a:custGeom>
                  <a:avLst/>
                  <a:gdLst/>
                  <a:ahLst/>
                  <a:cxnLst/>
                  <a:rect l="l" t="t" r="r" b="b"/>
                  <a:pathLst>
                    <a:path w="1602" h="1355" extrusionOk="0">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0"/>
                <p:cNvSpPr/>
                <p:nvPr/>
              </p:nvSpPr>
              <p:spPr>
                <a:xfrm>
                  <a:off x="6889803" y="3542207"/>
                  <a:ext cx="55317" cy="114220"/>
                </a:xfrm>
                <a:custGeom>
                  <a:avLst/>
                  <a:gdLst/>
                  <a:ahLst/>
                  <a:cxnLst/>
                  <a:rect l="l" t="t" r="r" b="b"/>
                  <a:pathLst>
                    <a:path w="2191" h="4524" extrusionOk="0">
                      <a:moveTo>
                        <a:pt x="1246" y="0"/>
                      </a:moveTo>
                      <a:lnTo>
                        <a:pt x="1" y="4243"/>
                      </a:lnTo>
                      <a:lnTo>
                        <a:pt x="940" y="4524"/>
                      </a:lnTo>
                      <a:lnTo>
                        <a:pt x="2191" y="281"/>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0"/>
                <p:cNvSpPr/>
                <p:nvPr/>
              </p:nvSpPr>
              <p:spPr>
                <a:xfrm>
                  <a:off x="6901593" y="3519358"/>
                  <a:ext cx="42542" cy="35952"/>
                </a:xfrm>
                <a:custGeom>
                  <a:avLst/>
                  <a:gdLst/>
                  <a:ahLst/>
                  <a:cxnLst/>
                  <a:rect l="l" t="t" r="r" b="b"/>
                  <a:pathLst>
                    <a:path w="1685" h="1424" extrusionOk="0">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0"/>
                <p:cNvSpPr/>
                <p:nvPr/>
              </p:nvSpPr>
              <p:spPr>
                <a:xfrm>
                  <a:off x="6925452" y="3526428"/>
                  <a:ext cx="42542" cy="35851"/>
                </a:xfrm>
                <a:custGeom>
                  <a:avLst/>
                  <a:gdLst/>
                  <a:ahLst/>
                  <a:cxnLst/>
                  <a:rect l="l" t="t" r="r" b="b"/>
                  <a:pathLst>
                    <a:path w="1685" h="1420" extrusionOk="0">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0"/>
                <p:cNvSpPr/>
                <p:nvPr/>
              </p:nvSpPr>
              <p:spPr>
                <a:xfrm>
                  <a:off x="6868974" y="3630473"/>
                  <a:ext cx="42416" cy="35902"/>
                </a:xfrm>
                <a:custGeom>
                  <a:avLst/>
                  <a:gdLst/>
                  <a:ahLst/>
                  <a:cxnLst/>
                  <a:rect l="l" t="t" r="r" b="b"/>
                  <a:pathLst>
                    <a:path w="1680" h="1422" extrusionOk="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0"/>
                <p:cNvSpPr/>
                <p:nvPr/>
              </p:nvSpPr>
              <p:spPr>
                <a:xfrm>
                  <a:off x="6892858" y="3637517"/>
                  <a:ext cx="42391" cy="35826"/>
                </a:xfrm>
                <a:custGeom>
                  <a:avLst/>
                  <a:gdLst/>
                  <a:ahLst/>
                  <a:cxnLst/>
                  <a:rect l="l" t="t" r="r" b="b"/>
                  <a:pathLst>
                    <a:path w="1679" h="1419" extrusionOk="0">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0"/>
                <p:cNvSpPr/>
                <p:nvPr/>
              </p:nvSpPr>
              <p:spPr>
                <a:xfrm>
                  <a:off x="6819892" y="3842021"/>
                  <a:ext cx="47238" cy="37543"/>
                </a:xfrm>
                <a:custGeom>
                  <a:avLst/>
                  <a:gdLst/>
                  <a:ahLst/>
                  <a:cxnLst/>
                  <a:rect l="l" t="t" r="r" b="b"/>
                  <a:pathLst>
                    <a:path w="1871" h="1487" extrusionOk="0">
                      <a:moveTo>
                        <a:pt x="854" y="0"/>
                      </a:moveTo>
                      <a:cubicBezTo>
                        <a:pt x="0" y="0"/>
                        <a:pt x="0" y="1486"/>
                        <a:pt x="854" y="1486"/>
                      </a:cubicBezTo>
                      <a:cubicBezTo>
                        <a:pt x="1871" y="1486"/>
                        <a:pt x="1871" y="0"/>
                        <a:pt x="8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0"/>
                <p:cNvSpPr/>
                <p:nvPr/>
              </p:nvSpPr>
              <p:spPr>
                <a:xfrm>
                  <a:off x="6810728" y="3883074"/>
                  <a:ext cx="19062" cy="30045"/>
                </a:xfrm>
                <a:custGeom>
                  <a:avLst/>
                  <a:gdLst/>
                  <a:ahLst/>
                  <a:cxnLst/>
                  <a:rect l="l" t="t" r="r" b="b"/>
                  <a:pathLst>
                    <a:path w="755" h="1190" extrusionOk="0">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0"/>
                <p:cNvSpPr/>
                <p:nvPr/>
              </p:nvSpPr>
              <p:spPr>
                <a:xfrm>
                  <a:off x="6835672" y="3892920"/>
                  <a:ext cx="23404" cy="28479"/>
                </a:xfrm>
                <a:custGeom>
                  <a:avLst/>
                  <a:gdLst/>
                  <a:ahLst/>
                  <a:cxnLst/>
                  <a:rect l="l" t="t" r="r" b="b"/>
                  <a:pathLst>
                    <a:path w="927" h="1128" extrusionOk="0">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0"/>
                <p:cNvSpPr/>
                <p:nvPr/>
              </p:nvSpPr>
              <p:spPr>
                <a:xfrm>
                  <a:off x="6974407" y="4057585"/>
                  <a:ext cx="64356" cy="52843"/>
                </a:xfrm>
                <a:custGeom>
                  <a:avLst/>
                  <a:gdLst/>
                  <a:ahLst/>
                  <a:cxnLst/>
                  <a:rect l="l" t="t" r="r" b="b"/>
                  <a:pathLst>
                    <a:path w="2549" h="2093" extrusionOk="0">
                      <a:moveTo>
                        <a:pt x="1193" y="0"/>
                      </a:moveTo>
                      <a:cubicBezTo>
                        <a:pt x="0" y="0"/>
                        <a:pt x="0" y="2092"/>
                        <a:pt x="1193" y="2092"/>
                      </a:cubicBezTo>
                      <a:cubicBezTo>
                        <a:pt x="2548" y="2092"/>
                        <a:pt x="2548" y="0"/>
                        <a:pt x="11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0"/>
                <p:cNvSpPr/>
                <p:nvPr/>
              </p:nvSpPr>
              <p:spPr>
                <a:xfrm>
                  <a:off x="6982941" y="4284837"/>
                  <a:ext cx="47263" cy="36053"/>
                </a:xfrm>
                <a:custGeom>
                  <a:avLst/>
                  <a:gdLst/>
                  <a:ahLst/>
                  <a:cxnLst/>
                  <a:rect l="l" t="t" r="r" b="b"/>
                  <a:pathLst>
                    <a:path w="1872" h="1428" extrusionOk="0">
                      <a:moveTo>
                        <a:pt x="855" y="0"/>
                      </a:moveTo>
                      <a:cubicBezTo>
                        <a:pt x="1" y="0"/>
                        <a:pt x="1" y="1427"/>
                        <a:pt x="855" y="1427"/>
                      </a:cubicBezTo>
                      <a:cubicBezTo>
                        <a:pt x="1871" y="1427"/>
                        <a:pt x="1871" y="0"/>
                        <a:pt x="8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0"/>
                <p:cNvSpPr/>
                <p:nvPr/>
              </p:nvSpPr>
              <p:spPr>
                <a:xfrm>
                  <a:off x="6931310" y="4293598"/>
                  <a:ext cx="52490" cy="24010"/>
                </a:xfrm>
                <a:custGeom>
                  <a:avLst/>
                  <a:gdLst/>
                  <a:ahLst/>
                  <a:cxnLst/>
                  <a:rect l="l" t="t" r="r" b="b"/>
                  <a:pathLst>
                    <a:path w="2079" h="951" extrusionOk="0">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0"/>
                <p:cNvSpPr/>
                <p:nvPr/>
              </p:nvSpPr>
              <p:spPr>
                <a:xfrm>
                  <a:off x="6959410" y="3809275"/>
                  <a:ext cx="116038" cy="64684"/>
                </a:xfrm>
                <a:custGeom>
                  <a:avLst/>
                  <a:gdLst/>
                  <a:ahLst/>
                  <a:cxnLst/>
                  <a:rect l="l" t="t" r="r" b="b"/>
                  <a:pathLst>
                    <a:path w="4596" h="2562" extrusionOk="0">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0"/>
                <p:cNvSpPr/>
                <p:nvPr/>
              </p:nvSpPr>
              <p:spPr>
                <a:xfrm>
                  <a:off x="7066384" y="3809275"/>
                  <a:ext cx="116038" cy="64684"/>
                </a:xfrm>
                <a:custGeom>
                  <a:avLst/>
                  <a:gdLst/>
                  <a:ahLst/>
                  <a:cxnLst/>
                  <a:rect l="l" t="t" r="r" b="b"/>
                  <a:pathLst>
                    <a:path w="4596" h="2562" extrusionOk="0">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2" name="Google Shape;7622;p90"/>
              <p:cNvGrpSpPr/>
              <p:nvPr/>
            </p:nvGrpSpPr>
            <p:grpSpPr>
              <a:xfrm>
                <a:off x="6922902" y="3131329"/>
                <a:ext cx="300496" cy="274642"/>
                <a:chOff x="6922902" y="3131329"/>
                <a:chExt cx="300496" cy="274642"/>
              </a:xfrm>
            </p:grpSpPr>
            <p:sp>
              <p:nvSpPr>
                <p:cNvPr id="7623" name="Google Shape;7623;p90"/>
                <p:cNvSpPr/>
                <p:nvPr/>
              </p:nvSpPr>
              <p:spPr>
                <a:xfrm>
                  <a:off x="6922902" y="3131329"/>
                  <a:ext cx="300496" cy="214604"/>
                </a:xfrm>
                <a:custGeom>
                  <a:avLst/>
                  <a:gdLst/>
                  <a:ahLst/>
                  <a:cxnLst/>
                  <a:rect l="l" t="t" r="r" b="b"/>
                  <a:pathLst>
                    <a:path w="11902" h="8500" extrusionOk="0">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0"/>
                <p:cNvSpPr/>
                <p:nvPr/>
              </p:nvSpPr>
              <p:spPr>
                <a:xfrm>
                  <a:off x="6995792" y="3277285"/>
                  <a:ext cx="150248" cy="128687"/>
                </a:xfrm>
                <a:custGeom>
                  <a:avLst/>
                  <a:gdLst/>
                  <a:ahLst/>
                  <a:cxnLst/>
                  <a:rect l="l" t="t" r="r" b="b"/>
                  <a:pathLst>
                    <a:path w="5951" h="5097" extrusionOk="0">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0"/>
                <p:cNvSpPr/>
                <p:nvPr/>
              </p:nvSpPr>
              <p:spPr>
                <a:xfrm>
                  <a:off x="7056007" y="3287965"/>
                  <a:ext cx="34261" cy="47087"/>
                </a:xfrm>
                <a:custGeom>
                  <a:avLst/>
                  <a:gdLst/>
                  <a:ahLst/>
                  <a:cxnLst/>
                  <a:rect l="l" t="t" r="r" b="b"/>
                  <a:pathLst>
                    <a:path w="1357" h="1865" extrusionOk="0">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626" name="Google Shape;7626;p90"/>
          <p:cNvSpPr/>
          <p:nvPr/>
        </p:nvSpPr>
        <p:spPr>
          <a:xfrm>
            <a:off x="6132554" y="3248509"/>
            <a:ext cx="682" cy="25"/>
          </a:xfrm>
          <a:custGeom>
            <a:avLst/>
            <a:gdLst/>
            <a:ahLst/>
            <a:cxnLst/>
            <a:rect l="l" t="t" r="r" b="b"/>
            <a:pathLst>
              <a:path w="27" h="1" extrusionOk="0">
                <a:moveTo>
                  <a:pt x="0" y="0"/>
                </a:moveTo>
                <a:lnTo>
                  <a:pt x="26" y="0"/>
                </a:lnTo>
                <a:cubicBezTo>
                  <a:pt x="13" y="0"/>
                  <a:pt x="7"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7" name="Google Shape;7627;p90"/>
          <p:cNvGrpSpPr/>
          <p:nvPr/>
        </p:nvGrpSpPr>
        <p:grpSpPr>
          <a:xfrm>
            <a:off x="5904140" y="3064707"/>
            <a:ext cx="550951" cy="1310497"/>
            <a:chOff x="5904140" y="3050537"/>
            <a:chExt cx="550951" cy="1310497"/>
          </a:xfrm>
        </p:grpSpPr>
        <p:sp>
          <p:nvSpPr>
            <p:cNvPr id="7628" name="Google Shape;7628;p90"/>
            <p:cNvSpPr/>
            <p:nvPr/>
          </p:nvSpPr>
          <p:spPr>
            <a:xfrm>
              <a:off x="5953020" y="4311978"/>
              <a:ext cx="453041" cy="49056"/>
            </a:xfrm>
            <a:custGeom>
              <a:avLst/>
              <a:gdLst/>
              <a:ahLst/>
              <a:cxnLst/>
              <a:rect l="l" t="t" r="r" b="b"/>
              <a:pathLst>
                <a:path w="17944" h="1943" extrusionOk="0">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9" name="Google Shape;7629;p90"/>
            <p:cNvGrpSpPr/>
            <p:nvPr/>
          </p:nvGrpSpPr>
          <p:grpSpPr>
            <a:xfrm>
              <a:off x="5904140" y="3050537"/>
              <a:ext cx="550951" cy="1278256"/>
              <a:chOff x="5904140" y="3050537"/>
              <a:chExt cx="550951" cy="1278256"/>
            </a:xfrm>
          </p:grpSpPr>
          <p:sp>
            <p:nvSpPr>
              <p:cNvPr id="7630" name="Google Shape;7630;p90"/>
              <p:cNvSpPr/>
              <p:nvPr/>
            </p:nvSpPr>
            <p:spPr>
              <a:xfrm>
                <a:off x="5904140" y="3050537"/>
                <a:ext cx="550951" cy="1278256"/>
              </a:xfrm>
              <a:custGeom>
                <a:avLst/>
                <a:gdLst/>
                <a:ahLst/>
                <a:cxnLst/>
                <a:rect l="l" t="t" r="r" b="b"/>
                <a:pathLst>
                  <a:path w="21822" h="50629" extrusionOk="0">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1" name="Google Shape;7631;p90"/>
              <p:cNvGrpSpPr/>
              <p:nvPr/>
            </p:nvGrpSpPr>
            <p:grpSpPr>
              <a:xfrm>
                <a:off x="5952515" y="3084268"/>
                <a:ext cx="450087" cy="1165046"/>
                <a:chOff x="5952515" y="3084268"/>
                <a:chExt cx="450087" cy="1165046"/>
              </a:xfrm>
            </p:grpSpPr>
            <p:grpSp>
              <p:nvGrpSpPr>
                <p:cNvPr id="7632" name="Google Shape;7632;p90"/>
                <p:cNvGrpSpPr/>
                <p:nvPr/>
              </p:nvGrpSpPr>
              <p:grpSpPr>
                <a:xfrm>
                  <a:off x="5952515" y="3225780"/>
                  <a:ext cx="450087" cy="1023534"/>
                  <a:chOff x="5952515" y="3225780"/>
                  <a:chExt cx="450087" cy="1023534"/>
                </a:xfrm>
              </p:grpSpPr>
              <p:sp>
                <p:nvSpPr>
                  <p:cNvPr id="7633" name="Google Shape;7633;p90"/>
                  <p:cNvSpPr/>
                  <p:nvPr/>
                </p:nvSpPr>
                <p:spPr>
                  <a:xfrm>
                    <a:off x="5952515" y="3489819"/>
                    <a:ext cx="227758" cy="348946"/>
                  </a:xfrm>
                  <a:custGeom>
                    <a:avLst/>
                    <a:gdLst/>
                    <a:ahLst/>
                    <a:cxnLst/>
                    <a:rect l="l" t="t" r="r" b="b"/>
                    <a:pathLst>
                      <a:path w="9021" h="13821" extrusionOk="0">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0"/>
                  <p:cNvSpPr/>
                  <p:nvPr/>
                </p:nvSpPr>
                <p:spPr>
                  <a:xfrm>
                    <a:off x="6083170" y="3518576"/>
                    <a:ext cx="99500" cy="38300"/>
                  </a:xfrm>
                  <a:custGeom>
                    <a:avLst/>
                    <a:gdLst/>
                    <a:ahLst/>
                    <a:cxnLst/>
                    <a:rect l="l" t="t" r="r" b="b"/>
                    <a:pathLst>
                      <a:path w="3941" h="1517" extrusionOk="0">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0"/>
                  <p:cNvSpPr/>
                  <p:nvPr/>
                </p:nvSpPr>
                <p:spPr>
                  <a:xfrm>
                    <a:off x="6083170" y="3557255"/>
                    <a:ext cx="99627" cy="38300"/>
                  </a:xfrm>
                  <a:custGeom>
                    <a:avLst/>
                    <a:gdLst/>
                    <a:ahLst/>
                    <a:cxnLst/>
                    <a:rect l="l" t="t" r="r" b="b"/>
                    <a:pathLst>
                      <a:path w="3946" h="1517" extrusionOk="0">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0"/>
                  <p:cNvSpPr/>
                  <p:nvPr/>
                </p:nvSpPr>
                <p:spPr>
                  <a:xfrm>
                    <a:off x="6083170" y="3595782"/>
                    <a:ext cx="99475" cy="38275"/>
                  </a:xfrm>
                  <a:custGeom>
                    <a:avLst/>
                    <a:gdLst/>
                    <a:ahLst/>
                    <a:cxnLst/>
                    <a:rect l="l" t="t" r="r" b="b"/>
                    <a:pathLst>
                      <a:path w="3940" h="1516" extrusionOk="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0"/>
                  <p:cNvSpPr/>
                  <p:nvPr/>
                </p:nvSpPr>
                <p:spPr>
                  <a:xfrm>
                    <a:off x="6083170" y="3634462"/>
                    <a:ext cx="99500" cy="38250"/>
                  </a:xfrm>
                  <a:custGeom>
                    <a:avLst/>
                    <a:gdLst/>
                    <a:ahLst/>
                    <a:cxnLst/>
                    <a:rect l="l" t="t" r="r" b="b"/>
                    <a:pathLst>
                      <a:path w="3941" h="1515" extrusionOk="0">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0"/>
                  <p:cNvSpPr/>
                  <p:nvPr/>
                </p:nvSpPr>
                <p:spPr>
                  <a:xfrm>
                    <a:off x="6083170" y="3673090"/>
                    <a:ext cx="99450" cy="38300"/>
                  </a:xfrm>
                  <a:custGeom>
                    <a:avLst/>
                    <a:gdLst/>
                    <a:ahLst/>
                    <a:cxnLst/>
                    <a:rect l="l" t="t" r="r" b="b"/>
                    <a:pathLst>
                      <a:path w="3939" h="1517" extrusionOk="0">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0"/>
                  <p:cNvSpPr/>
                  <p:nvPr/>
                </p:nvSpPr>
                <p:spPr>
                  <a:xfrm>
                    <a:off x="6083170" y="3711719"/>
                    <a:ext cx="99475" cy="38351"/>
                  </a:xfrm>
                  <a:custGeom>
                    <a:avLst/>
                    <a:gdLst/>
                    <a:ahLst/>
                    <a:cxnLst/>
                    <a:rect l="l" t="t" r="r" b="b"/>
                    <a:pathLst>
                      <a:path w="3940" h="1519" extrusionOk="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0"/>
                  <p:cNvSpPr/>
                  <p:nvPr/>
                </p:nvSpPr>
                <p:spPr>
                  <a:xfrm>
                    <a:off x="6083170" y="3750272"/>
                    <a:ext cx="99500" cy="38300"/>
                  </a:xfrm>
                  <a:custGeom>
                    <a:avLst/>
                    <a:gdLst/>
                    <a:ahLst/>
                    <a:cxnLst/>
                    <a:rect l="l" t="t" r="r" b="b"/>
                    <a:pathLst>
                      <a:path w="3941" h="1517" extrusionOk="0">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0"/>
                  <p:cNvSpPr/>
                  <p:nvPr/>
                </p:nvSpPr>
                <p:spPr>
                  <a:xfrm>
                    <a:off x="6101778" y="3786679"/>
                    <a:ext cx="78242" cy="462458"/>
                  </a:xfrm>
                  <a:custGeom>
                    <a:avLst/>
                    <a:gdLst/>
                    <a:ahLst/>
                    <a:cxnLst/>
                    <a:rect l="l" t="t" r="r" b="b"/>
                    <a:pathLst>
                      <a:path w="3099" h="18317" extrusionOk="0">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0"/>
                  <p:cNvSpPr/>
                  <p:nvPr/>
                </p:nvSpPr>
                <p:spPr>
                  <a:xfrm>
                    <a:off x="6105312" y="3937305"/>
                    <a:ext cx="36634" cy="80161"/>
                  </a:xfrm>
                  <a:custGeom>
                    <a:avLst/>
                    <a:gdLst/>
                    <a:ahLst/>
                    <a:cxnLst/>
                    <a:rect l="l" t="t" r="r" b="b"/>
                    <a:pathLst>
                      <a:path w="1451" h="3175" extrusionOk="0">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0"/>
                  <p:cNvSpPr/>
                  <p:nvPr/>
                </p:nvSpPr>
                <p:spPr>
                  <a:xfrm>
                    <a:off x="6108292" y="3860073"/>
                    <a:ext cx="50596" cy="64735"/>
                  </a:xfrm>
                  <a:custGeom>
                    <a:avLst/>
                    <a:gdLst/>
                    <a:ahLst/>
                    <a:cxnLst/>
                    <a:rect l="l" t="t" r="r" b="b"/>
                    <a:pathLst>
                      <a:path w="2004" h="2564" extrusionOk="0">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0"/>
                  <p:cNvSpPr/>
                  <p:nvPr/>
                </p:nvSpPr>
                <p:spPr>
                  <a:xfrm>
                    <a:off x="6102914" y="4067557"/>
                    <a:ext cx="36079" cy="81549"/>
                  </a:xfrm>
                  <a:custGeom>
                    <a:avLst/>
                    <a:gdLst/>
                    <a:ahLst/>
                    <a:cxnLst/>
                    <a:rect l="l" t="t" r="r" b="b"/>
                    <a:pathLst>
                      <a:path w="1429" h="3230" extrusionOk="0">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0"/>
                  <p:cNvSpPr/>
                  <p:nvPr/>
                </p:nvSpPr>
                <p:spPr>
                  <a:xfrm>
                    <a:off x="6081706" y="3893097"/>
                    <a:ext cx="34236" cy="64305"/>
                  </a:xfrm>
                  <a:custGeom>
                    <a:avLst/>
                    <a:gdLst/>
                    <a:ahLst/>
                    <a:cxnLst/>
                    <a:rect l="l" t="t" r="r" b="b"/>
                    <a:pathLst>
                      <a:path w="1356" h="2547" extrusionOk="0">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0"/>
                  <p:cNvSpPr/>
                  <p:nvPr/>
                </p:nvSpPr>
                <p:spPr>
                  <a:xfrm>
                    <a:off x="5971374" y="3754842"/>
                    <a:ext cx="29060" cy="66628"/>
                  </a:xfrm>
                  <a:custGeom>
                    <a:avLst/>
                    <a:gdLst/>
                    <a:ahLst/>
                    <a:cxnLst/>
                    <a:rect l="l" t="t" r="r" b="b"/>
                    <a:pathLst>
                      <a:path w="1151" h="2639" extrusionOk="0">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0"/>
                  <p:cNvSpPr/>
                  <p:nvPr/>
                </p:nvSpPr>
                <p:spPr>
                  <a:xfrm>
                    <a:off x="5969632" y="3672914"/>
                    <a:ext cx="37442" cy="39310"/>
                  </a:xfrm>
                  <a:custGeom>
                    <a:avLst/>
                    <a:gdLst/>
                    <a:ahLst/>
                    <a:cxnLst/>
                    <a:rect l="l" t="t" r="r" b="b"/>
                    <a:pathLst>
                      <a:path w="1483" h="1557" extrusionOk="0">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0"/>
                  <p:cNvSpPr/>
                  <p:nvPr/>
                </p:nvSpPr>
                <p:spPr>
                  <a:xfrm>
                    <a:off x="6015356" y="3608936"/>
                    <a:ext cx="28025" cy="46683"/>
                  </a:xfrm>
                  <a:custGeom>
                    <a:avLst/>
                    <a:gdLst/>
                    <a:ahLst/>
                    <a:cxnLst/>
                    <a:rect l="l" t="t" r="r" b="b"/>
                    <a:pathLst>
                      <a:path w="1110" h="1849" extrusionOk="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0"/>
                  <p:cNvSpPr/>
                  <p:nvPr/>
                </p:nvSpPr>
                <p:spPr>
                  <a:xfrm>
                    <a:off x="6001066" y="3539077"/>
                    <a:ext cx="45370" cy="39361"/>
                  </a:xfrm>
                  <a:custGeom>
                    <a:avLst/>
                    <a:gdLst/>
                    <a:ahLst/>
                    <a:cxnLst/>
                    <a:rect l="l" t="t" r="r" b="b"/>
                    <a:pathLst>
                      <a:path w="1797" h="1559" extrusionOk="0">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0"/>
                  <p:cNvSpPr/>
                  <p:nvPr/>
                </p:nvSpPr>
                <p:spPr>
                  <a:xfrm>
                    <a:off x="6074788" y="4163397"/>
                    <a:ext cx="34261" cy="58599"/>
                  </a:xfrm>
                  <a:custGeom>
                    <a:avLst/>
                    <a:gdLst/>
                    <a:ahLst/>
                    <a:cxnLst/>
                    <a:rect l="l" t="t" r="r" b="b"/>
                    <a:pathLst>
                      <a:path w="1357" h="2321" extrusionOk="0">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0"/>
                  <p:cNvSpPr/>
                  <p:nvPr/>
                </p:nvSpPr>
                <p:spPr>
                  <a:xfrm>
                    <a:off x="6081529" y="4015547"/>
                    <a:ext cx="34463" cy="59180"/>
                  </a:xfrm>
                  <a:custGeom>
                    <a:avLst/>
                    <a:gdLst/>
                    <a:ahLst/>
                    <a:cxnLst/>
                    <a:rect l="l" t="t" r="r" b="b"/>
                    <a:pathLst>
                      <a:path w="1365" h="2344" extrusionOk="0">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0"/>
                  <p:cNvSpPr/>
                  <p:nvPr/>
                </p:nvSpPr>
                <p:spPr>
                  <a:xfrm>
                    <a:off x="6083473" y="3225780"/>
                    <a:ext cx="183726" cy="588443"/>
                  </a:xfrm>
                  <a:custGeom>
                    <a:avLst/>
                    <a:gdLst/>
                    <a:ahLst/>
                    <a:cxnLst/>
                    <a:rect l="l" t="t" r="r" b="b"/>
                    <a:pathLst>
                      <a:path w="7277" h="23307" extrusionOk="0">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0"/>
                  <p:cNvSpPr/>
                  <p:nvPr/>
                </p:nvSpPr>
                <p:spPr>
                  <a:xfrm>
                    <a:off x="6174869" y="3489819"/>
                    <a:ext cx="227732" cy="348946"/>
                  </a:xfrm>
                  <a:custGeom>
                    <a:avLst/>
                    <a:gdLst/>
                    <a:ahLst/>
                    <a:cxnLst/>
                    <a:rect l="l" t="t" r="r" b="b"/>
                    <a:pathLst>
                      <a:path w="9020" h="13821" extrusionOk="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0"/>
                  <p:cNvSpPr/>
                  <p:nvPr/>
                </p:nvSpPr>
                <p:spPr>
                  <a:xfrm>
                    <a:off x="6172345" y="3518576"/>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0"/>
                  <p:cNvSpPr/>
                  <p:nvPr/>
                </p:nvSpPr>
                <p:spPr>
                  <a:xfrm>
                    <a:off x="6172168" y="3557255"/>
                    <a:ext cx="99601" cy="38300"/>
                  </a:xfrm>
                  <a:custGeom>
                    <a:avLst/>
                    <a:gdLst/>
                    <a:ahLst/>
                    <a:cxnLst/>
                    <a:rect l="l" t="t" r="r" b="b"/>
                    <a:pathLst>
                      <a:path w="3945" h="1517" extrusionOk="0">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0"/>
                  <p:cNvSpPr/>
                  <p:nvPr/>
                </p:nvSpPr>
                <p:spPr>
                  <a:xfrm>
                    <a:off x="6172319" y="3595782"/>
                    <a:ext cx="99425" cy="38300"/>
                  </a:xfrm>
                  <a:custGeom>
                    <a:avLst/>
                    <a:gdLst/>
                    <a:ahLst/>
                    <a:cxnLst/>
                    <a:rect l="l" t="t" r="r" b="b"/>
                    <a:pathLst>
                      <a:path w="3938" h="1517" extrusionOk="0">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0"/>
                  <p:cNvSpPr/>
                  <p:nvPr/>
                </p:nvSpPr>
                <p:spPr>
                  <a:xfrm>
                    <a:off x="6172294" y="3634436"/>
                    <a:ext cx="99450" cy="38275"/>
                  </a:xfrm>
                  <a:custGeom>
                    <a:avLst/>
                    <a:gdLst/>
                    <a:ahLst/>
                    <a:cxnLst/>
                    <a:rect l="l" t="t" r="r" b="b"/>
                    <a:pathLst>
                      <a:path w="3939" h="1516" extrusionOk="0">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0"/>
                  <p:cNvSpPr/>
                  <p:nvPr/>
                </p:nvSpPr>
                <p:spPr>
                  <a:xfrm>
                    <a:off x="6172319" y="3673040"/>
                    <a:ext cx="99450" cy="38351"/>
                  </a:xfrm>
                  <a:custGeom>
                    <a:avLst/>
                    <a:gdLst/>
                    <a:ahLst/>
                    <a:cxnLst/>
                    <a:rect l="l" t="t" r="r" b="b"/>
                    <a:pathLst>
                      <a:path w="3939" h="1519" extrusionOk="0">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0"/>
                  <p:cNvSpPr/>
                  <p:nvPr/>
                </p:nvSpPr>
                <p:spPr>
                  <a:xfrm>
                    <a:off x="6172319" y="3711643"/>
                    <a:ext cx="99450" cy="38427"/>
                  </a:xfrm>
                  <a:custGeom>
                    <a:avLst/>
                    <a:gdLst/>
                    <a:ahLst/>
                    <a:cxnLst/>
                    <a:rect l="l" t="t" r="r" b="b"/>
                    <a:pathLst>
                      <a:path w="3939" h="1522" extrusionOk="0">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0"/>
                  <p:cNvSpPr/>
                  <p:nvPr/>
                </p:nvSpPr>
                <p:spPr>
                  <a:xfrm>
                    <a:off x="6172345" y="3750272"/>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0"/>
                  <p:cNvSpPr/>
                  <p:nvPr/>
                </p:nvSpPr>
                <p:spPr>
                  <a:xfrm>
                    <a:off x="6175097" y="3786679"/>
                    <a:ext cx="78242" cy="462635"/>
                  </a:xfrm>
                  <a:custGeom>
                    <a:avLst/>
                    <a:gdLst/>
                    <a:ahLst/>
                    <a:cxnLst/>
                    <a:rect l="l" t="t" r="r" b="b"/>
                    <a:pathLst>
                      <a:path w="3099" h="18324" extrusionOk="0">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0"/>
                  <p:cNvSpPr/>
                  <p:nvPr/>
                </p:nvSpPr>
                <p:spPr>
                  <a:xfrm>
                    <a:off x="6213170" y="3937356"/>
                    <a:ext cx="36533" cy="80110"/>
                  </a:xfrm>
                  <a:custGeom>
                    <a:avLst/>
                    <a:gdLst/>
                    <a:ahLst/>
                    <a:cxnLst/>
                    <a:rect l="l" t="t" r="r" b="b"/>
                    <a:pathLst>
                      <a:path w="1447" h="3173" extrusionOk="0">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0"/>
                  <p:cNvSpPr/>
                  <p:nvPr/>
                </p:nvSpPr>
                <p:spPr>
                  <a:xfrm>
                    <a:off x="6196052" y="3860099"/>
                    <a:ext cx="50672" cy="64709"/>
                  </a:xfrm>
                  <a:custGeom>
                    <a:avLst/>
                    <a:gdLst/>
                    <a:ahLst/>
                    <a:cxnLst/>
                    <a:rect l="l" t="t" r="r" b="b"/>
                    <a:pathLst>
                      <a:path w="2007" h="2563" extrusionOk="0">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0"/>
                  <p:cNvSpPr/>
                  <p:nvPr/>
                </p:nvSpPr>
                <p:spPr>
                  <a:xfrm>
                    <a:off x="6216149" y="4067254"/>
                    <a:ext cx="37997" cy="81852"/>
                  </a:xfrm>
                  <a:custGeom>
                    <a:avLst/>
                    <a:gdLst/>
                    <a:ahLst/>
                    <a:cxnLst/>
                    <a:rect l="l" t="t" r="r" b="b"/>
                    <a:pathLst>
                      <a:path w="1505" h="3242" extrusionOk="0">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0"/>
                  <p:cNvSpPr/>
                  <p:nvPr/>
                </p:nvSpPr>
                <p:spPr>
                  <a:xfrm>
                    <a:off x="6240816" y="3893097"/>
                    <a:ext cx="32620" cy="64305"/>
                  </a:xfrm>
                  <a:custGeom>
                    <a:avLst/>
                    <a:gdLst/>
                    <a:ahLst/>
                    <a:cxnLst/>
                    <a:rect l="l" t="t" r="r" b="b"/>
                    <a:pathLst>
                      <a:path w="1292" h="2547" extrusionOk="0">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0"/>
                  <p:cNvSpPr/>
                  <p:nvPr/>
                </p:nvSpPr>
                <p:spPr>
                  <a:xfrm>
                    <a:off x="6354531" y="3754539"/>
                    <a:ext cx="29413" cy="66931"/>
                  </a:xfrm>
                  <a:custGeom>
                    <a:avLst/>
                    <a:gdLst/>
                    <a:ahLst/>
                    <a:cxnLst/>
                    <a:rect l="l" t="t" r="r" b="b"/>
                    <a:pathLst>
                      <a:path w="1165" h="2651" extrusionOk="0">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0"/>
                  <p:cNvSpPr/>
                  <p:nvPr/>
                </p:nvSpPr>
                <p:spPr>
                  <a:xfrm>
                    <a:off x="6349759" y="3672914"/>
                    <a:ext cx="35725" cy="39462"/>
                  </a:xfrm>
                  <a:custGeom>
                    <a:avLst/>
                    <a:gdLst/>
                    <a:ahLst/>
                    <a:cxnLst/>
                    <a:rect l="l" t="t" r="r" b="b"/>
                    <a:pathLst>
                      <a:path w="1415" h="1563" extrusionOk="0">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0"/>
                  <p:cNvSpPr/>
                  <p:nvPr/>
                </p:nvSpPr>
                <p:spPr>
                  <a:xfrm>
                    <a:off x="6311585" y="3609138"/>
                    <a:ext cx="26510" cy="46481"/>
                  </a:xfrm>
                  <a:custGeom>
                    <a:avLst/>
                    <a:gdLst/>
                    <a:ahLst/>
                    <a:cxnLst/>
                    <a:rect l="l" t="t" r="r" b="b"/>
                    <a:pathLst>
                      <a:path w="1050" h="1841" extrusionOk="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0"/>
                  <p:cNvSpPr/>
                  <p:nvPr/>
                </p:nvSpPr>
                <p:spPr>
                  <a:xfrm>
                    <a:off x="6310095" y="3539077"/>
                    <a:ext cx="43956" cy="39361"/>
                  </a:xfrm>
                  <a:custGeom>
                    <a:avLst/>
                    <a:gdLst/>
                    <a:ahLst/>
                    <a:cxnLst/>
                    <a:rect l="l" t="t" r="r" b="b"/>
                    <a:pathLst>
                      <a:path w="1741" h="1559" extrusionOk="0">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0"/>
                  <p:cNvSpPr/>
                  <p:nvPr/>
                </p:nvSpPr>
                <p:spPr>
                  <a:xfrm>
                    <a:off x="6246092" y="4163548"/>
                    <a:ext cx="34236" cy="58448"/>
                  </a:xfrm>
                  <a:custGeom>
                    <a:avLst/>
                    <a:gdLst/>
                    <a:ahLst/>
                    <a:cxnLst/>
                    <a:rect l="l" t="t" r="r" b="b"/>
                    <a:pathLst>
                      <a:path w="1356" h="2315" extrusionOk="0">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0"/>
                  <p:cNvSpPr/>
                  <p:nvPr/>
                </p:nvSpPr>
                <p:spPr>
                  <a:xfrm>
                    <a:off x="6239175" y="4015497"/>
                    <a:ext cx="34261" cy="59231"/>
                  </a:xfrm>
                  <a:custGeom>
                    <a:avLst/>
                    <a:gdLst/>
                    <a:ahLst/>
                    <a:cxnLst/>
                    <a:rect l="l" t="t" r="r" b="b"/>
                    <a:pathLst>
                      <a:path w="1357" h="2346" extrusionOk="0">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2" name="Google Shape;7672;p90"/>
                <p:cNvSpPr/>
                <p:nvPr/>
              </p:nvSpPr>
              <p:spPr>
                <a:xfrm>
                  <a:off x="6020481" y="3084268"/>
                  <a:ext cx="321880" cy="160978"/>
                </a:xfrm>
                <a:custGeom>
                  <a:avLst/>
                  <a:gdLst/>
                  <a:ahLst/>
                  <a:cxnLst/>
                  <a:rect l="l" t="t" r="r" b="b"/>
                  <a:pathLst>
                    <a:path w="12749" h="6376" extrusionOk="0">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73" name="Google Shape;7673;p90"/>
          <p:cNvGrpSpPr/>
          <p:nvPr/>
        </p:nvGrpSpPr>
        <p:grpSpPr>
          <a:xfrm>
            <a:off x="6794039" y="1544979"/>
            <a:ext cx="556884" cy="1305801"/>
            <a:chOff x="6794039" y="1544979"/>
            <a:chExt cx="556884" cy="1305801"/>
          </a:xfrm>
        </p:grpSpPr>
        <p:sp>
          <p:nvSpPr>
            <p:cNvPr id="7674" name="Google Shape;7674;p90"/>
            <p:cNvSpPr/>
            <p:nvPr/>
          </p:nvSpPr>
          <p:spPr>
            <a:xfrm>
              <a:off x="6843751" y="2801244"/>
              <a:ext cx="457459" cy="49536"/>
            </a:xfrm>
            <a:custGeom>
              <a:avLst/>
              <a:gdLst/>
              <a:ahLst/>
              <a:cxnLst/>
              <a:rect l="l" t="t" r="r" b="b"/>
              <a:pathLst>
                <a:path w="18119" h="1962" extrusionOk="0">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5" name="Google Shape;7675;p90"/>
            <p:cNvGrpSpPr/>
            <p:nvPr/>
          </p:nvGrpSpPr>
          <p:grpSpPr>
            <a:xfrm>
              <a:off x="6794039" y="1544979"/>
              <a:ext cx="556884" cy="1272726"/>
              <a:chOff x="6794039" y="1544979"/>
              <a:chExt cx="556884" cy="1272726"/>
            </a:xfrm>
          </p:grpSpPr>
          <p:sp>
            <p:nvSpPr>
              <p:cNvPr id="7676" name="Google Shape;7676;p90"/>
              <p:cNvSpPr/>
              <p:nvPr/>
            </p:nvSpPr>
            <p:spPr>
              <a:xfrm>
                <a:off x="6887026" y="1671923"/>
                <a:ext cx="366796" cy="342129"/>
              </a:xfrm>
              <a:custGeom>
                <a:avLst/>
                <a:gdLst/>
                <a:ahLst/>
                <a:cxnLst/>
                <a:rect l="l" t="t" r="r" b="b"/>
                <a:pathLst>
                  <a:path w="14528" h="13551" extrusionOk="0">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7" name="Google Shape;7677;p90"/>
              <p:cNvGrpSpPr/>
              <p:nvPr/>
            </p:nvGrpSpPr>
            <p:grpSpPr>
              <a:xfrm>
                <a:off x="6794039" y="1545206"/>
                <a:ext cx="556884" cy="1272499"/>
                <a:chOff x="6794039" y="1545206"/>
                <a:chExt cx="556884" cy="1272499"/>
              </a:xfrm>
            </p:grpSpPr>
            <p:sp>
              <p:nvSpPr>
                <p:cNvPr id="7678" name="Google Shape;7678;p90"/>
                <p:cNvSpPr/>
                <p:nvPr/>
              </p:nvSpPr>
              <p:spPr>
                <a:xfrm>
                  <a:off x="6794039" y="1545206"/>
                  <a:ext cx="556884" cy="1272499"/>
                </a:xfrm>
                <a:custGeom>
                  <a:avLst/>
                  <a:gdLst/>
                  <a:ahLst/>
                  <a:cxnLst/>
                  <a:rect l="l" t="t" r="r" b="b"/>
                  <a:pathLst>
                    <a:path w="22057" h="50401" extrusionOk="0">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9" name="Google Shape;7679;p90"/>
                <p:cNvGrpSpPr/>
                <p:nvPr/>
              </p:nvGrpSpPr>
              <p:grpSpPr>
                <a:xfrm>
                  <a:off x="6812697" y="1636703"/>
                  <a:ext cx="515453" cy="1170626"/>
                  <a:chOff x="6812697" y="1636703"/>
                  <a:chExt cx="515453" cy="1170626"/>
                </a:xfrm>
              </p:grpSpPr>
              <p:sp>
                <p:nvSpPr>
                  <p:cNvPr id="7680" name="Google Shape;7680;p90"/>
                  <p:cNvSpPr/>
                  <p:nvPr/>
                </p:nvSpPr>
                <p:spPr>
                  <a:xfrm>
                    <a:off x="6985920"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0"/>
                  <p:cNvSpPr/>
                  <p:nvPr/>
                </p:nvSpPr>
                <p:spPr>
                  <a:xfrm>
                    <a:off x="6963525" y="2349212"/>
                    <a:ext cx="41658" cy="35877"/>
                  </a:xfrm>
                  <a:custGeom>
                    <a:avLst/>
                    <a:gdLst/>
                    <a:ahLst/>
                    <a:cxnLst/>
                    <a:rect l="l" t="t" r="r" b="b"/>
                    <a:pathLst>
                      <a:path w="1650" h="1421" extrusionOk="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0"/>
                  <p:cNvSpPr/>
                  <p:nvPr/>
                </p:nvSpPr>
                <p:spPr>
                  <a:xfrm>
                    <a:off x="6988218" y="2349212"/>
                    <a:ext cx="41658" cy="35877"/>
                  </a:xfrm>
                  <a:custGeom>
                    <a:avLst/>
                    <a:gdLst/>
                    <a:ahLst/>
                    <a:cxnLst/>
                    <a:rect l="l" t="t" r="r" b="b"/>
                    <a:pathLst>
                      <a:path w="1650" h="1421" extrusionOk="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0"/>
                  <p:cNvSpPr/>
                  <p:nvPr/>
                </p:nvSpPr>
                <p:spPr>
                  <a:xfrm>
                    <a:off x="6963525" y="2464720"/>
                    <a:ext cx="41658" cy="35700"/>
                  </a:xfrm>
                  <a:custGeom>
                    <a:avLst/>
                    <a:gdLst/>
                    <a:ahLst/>
                    <a:cxnLst/>
                    <a:rect l="l" t="t" r="r" b="b"/>
                    <a:pathLst>
                      <a:path w="1650" h="1414" extrusionOk="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0"/>
                  <p:cNvSpPr/>
                  <p:nvPr/>
                </p:nvSpPr>
                <p:spPr>
                  <a:xfrm>
                    <a:off x="6988218" y="2464720"/>
                    <a:ext cx="41658" cy="35700"/>
                  </a:xfrm>
                  <a:custGeom>
                    <a:avLst/>
                    <a:gdLst/>
                    <a:ahLst/>
                    <a:cxnLst/>
                    <a:rect l="l" t="t" r="r" b="b"/>
                    <a:pathLst>
                      <a:path w="1650" h="1414" extrusionOk="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0"/>
                  <p:cNvSpPr/>
                  <p:nvPr/>
                </p:nvSpPr>
                <p:spPr>
                  <a:xfrm>
                    <a:off x="7001876" y="2594214"/>
                    <a:ext cx="30625" cy="104525"/>
                  </a:xfrm>
                  <a:custGeom>
                    <a:avLst/>
                    <a:gdLst/>
                    <a:ahLst/>
                    <a:cxnLst/>
                    <a:rect l="l" t="t" r="r" b="b"/>
                    <a:pathLst>
                      <a:path w="1213" h="4140" extrusionOk="0">
                        <a:moveTo>
                          <a:pt x="815" y="1"/>
                        </a:moveTo>
                        <a:lnTo>
                          <a:pt x="0" y="79"/>
                        </a:lnTo>
                        <a:lnTo>
                          <a:pt x="398" y="4140"/>
                        </a:lnTo>
                        <a:lnTo>
                          <a:pt x="1213" y="4061"/>
                        </a:lnTo>
                        <a:lnTo>
                          <a:pt x="8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0"/>
                  <p:cNvSpPr/>
                  <p:nvPr/>
                </p:nvSpPr>
                <p:spPr>
                  <a:xfrm>
                    <a:off x="6979987" y="2577349"/>
                    <a:ext cx="38124" cy="31938"/>
                  </a:xfrm>
                  <a:custGeom>
                    <a:avLst/>
                    <a:gdLst/>
                    <a:ahLst/>
                    <a:cxnLst/>
                    <a:rect l="l" t="t" r="r" b="b"/>
                    <a:pathLst>
                      <a:path w="1510" h="1265" extrusionOk="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0"/>
                  <p:cNvSpPr/>
                  <p:nvPr/>
                </p:nvSpPr>
                <p:spPr>
                  <a:xfrm>
                    <a:off x="7002028" y="2575077"/>
                    <a:ext cx="38124" cy="32090"/>
                  </a:xfrm>
                  <a:custGeom>
                    <a:avLst/>
                    <a:gdLst/>
                    <a:ahLst/>
                    <a:cxnLst/>
                    <a:rect l="l" t="t" r="r" b="b"/>
                    <a:pathLst>
                      <a:path w="1510" h="1271" extrusionOk="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0"/>
                  <p:cNvSpPr/>
                  <p:nvPr/>
                </p:nvSpPr>
                <p:spPr>
                  <a:xfrm>
                    <a:off x="6989859" y="2680182"/>
                    <a:ext cx="38174" cy="31963"/>
                  </a:xfrm>
                  <a:custGeom>
                    <a:avLst/>
                    <a:gdLst/>
                    <a:ahLst/>
                    <a:cxnLst/>
                    <a:rect l="l" t="t" r="r" b="b"/>
                    <a:pathLst>
                      <a:path w="1512" h="1266" extrusionOk="0">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0"/>
                  <p:cNvSpPr/>
                  <p:nvPr/>
                </p:nvSpPr>
                <p:spPr>
                  <a:xfrm>
                    <a:off x="7012076" y="2678086"/>
                    <a:ext cx="37997" cy="32090"/>
                  </a:xfrm>
                  <a:custGeom>
                    <a:avLst/>
                    <a:gdLst/>
                    <a:ahLst/>
                    <a:cxnLst/>
                    <a:rect l="l" t="t" r="r" b="b"/>
                    <a:pathLst>
                      <a:path w="1505" h="1271" extrusionOk="0">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0"/>
                  <p:cNvSpPr/>
                  <p:nvPr/>
                </p:nvSpPr>
                <p:spPr>
                  <a:xfrm>
                    <a:off x="6850316" y="2178085"/>
                    <a:ext cx="55974" cy="109271"/>
                  </a:xfrm>
                  <a:custGeom>
                    <a:avLst/>
                    <a:gdLst/>
                    <a:ahLst/>
                    <a:cxnLst/>
                    <a:rect l="l" t="t" r="r" b="b"/>
                    <a:pathLst>
                      <a:path w="2217" h="4328" extrusionOk="0">
                        <a:moveTo>
                          <a:pt x="1317" y="0"/>
                        </a:moveTo>
                        <a:lnTo>
                          <a:pt x="1" y="4035"/>
                        </a:lnTo>
                        <a:lnTo>
                          <a:pt x="894" y="4328"/>
                        </a:lnTo>
                        <a:lnTo>
                          <a:pt x="2217" y="287"/>
                        </a:lnTo>
                        <a:lnTo>
                          <a:pt x="13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0"/>
                  <p:cNvSpPr/>
                  <p:nvPr/>
                </p:nvSpPr>
                <p:spPr>
                  <a:xfrm>
                    <a:off x="6864858" y="2156120"/>
                    <a:ext cx="40775" cy="34463"/>
                  </a:xfrm>
                  <a:custGeom>
                    <a:avLst/>
                    <a:gdLst/>
                    <a:ahLst/>
                    <a:cxnLst/>
                    <a:rect l="l" t="t" r="r" b="b"/>
                    <a:pathLst>
                      <a:path w="1615" h="1365" extrusionOk="0">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0"/>
                  <p:cNvSpPr/>
                  <p:nvPr/>
                </p:nvSpPr>
                <p:spPr>
                  <a:xfrm>
                    <a:off x="6887581" y="2163517"/>
                    <a:ext cx="40775" cy="34463"/>
                  </a:xfrm>
                  <a:custGeom>
                    <a:avLst/>
                    <a:gdLst/>
                    <a:ahLst/>
                    <a:cxnLst/>
                    <a:rect l="l" t="t" r="r" b="b"/>
                    <a:pathLst>
                      <a:path w="1615" h="1365" extrusionOk="0">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0"/>
                  <p:cNvSpPr/>
                  <p:nvPr/>
                </p:nvSpPr>
                <p:spPr>
                  <a:xfrm>
                    <a:off x="6830471" y="2261755"/>
                    <a:ext cx="40775" cy="34539"/>
                  </a:xfrm>
                  <a:custGeom>
                    <a:avLst/>
                    <a:gdLst/>
                    <a:ahLst/>
                    <a:cxnLst/>
                    <a:rect l="l" t="t" r="r" b="b"/>
                    <a:pathLst>
                      <a:path w="1615" h="1368" extrusionOk="0">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0"/>
                  <p:cNvSpPr/>
                  <p:nvPr/>
                </p:nvSpPr>
                <p:spPr>
                  <a:xfrm>
                    <a:off x="6853017" y="2269178"/>
                    <a:ext cx="40775" cy="34539"/>
                  </a:xfrm>
                  <a:custGeom>
                    <a:avLst/>
                    <a:gdLst/>
                    <a:ahLst/>
                    <a:cxnLst/>
                    <a:rect l="l" t="t" r="r" b="b"/>
                    <a:pathLst>
                      <a:path w="1615" h="1368" extrusionOk="0">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0"/>
                  <p:cNvSpPr/>
                  <p:nvPr/>
                </p:nvSpPr>
                <p:spPr>
                  <a:xfrm>
                    <a:off x="6907905" y="2021424"/>
                    <a:ext cx="55974" cy="109448"/>
                  </a:xfrm>
                  <a:custGeom>
                    <a:avLst/>
                    <a:gdLst/>
                    <a:ahLst/>
                    <a:cxnLst/>
                    <a:rect l="l" t="t" r="r" b="b"/>
                    <a:pathLst>
                      <a:path w="2217" h="4335" extrusionOk="0">
                        <a:moveTo>
                          <a:pt x="1324" y="0"/>
                        </a:moveTo>
                        <a:lnTo>
                          <a:pt x="1" y="4041"/>
                        </a:lnTo>
                        <a:lnTo>
                          <a:pt x="900" y="4335"/>
                        </a:lnTo>
                        <a:lnTo>
                          <a:pt x="2217" y="294"/>
                        </a:lnTo>
                        <a:lnTo>
                          <a:pt x="13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0"/>
                  <p:cNvSpPr/>
                  <p:nvPr/>
                </p:nvSpPr>
                <p:spPr>
                  <a:xfrm>
                    <a:off x="6922625" y="1999459"/>
                    <a:ext cx="40775" cy="34387"/>
                  </a:xfrm>
                  <a:custGeom>
                    <a:avLst/>
                    <a:gdLst/>
                    <a:ahLst/>
                    <a:cxnLst/>
                    <a:rect l="l" t="t" r="r" b="b"/>
                    <a:pathLst>
                      <a:path w="1615" h="1362" extrusionOk="0">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0"/>
                  <p:cNvSpPr/>
                  <p:nvPr/>
                </p:nvSpPr>
                <p:spPr>
                  <a:xfrm>
                    <a:off x="6945196" y="2006882"/>
                    <a:ext cx="40749" cy="34463"/>
                  </a:xfrm>
                  <a:custGeom>
                    <a:avLst/>
                    <a:gdLst/>
                    <a:ahLst/>
                    <a:cxnLst/>
                    <a:rect l="l" t="t" r="r" b="b"/>
                    <a:pathLst>
                      <a:path w="1614" h="1365" extrusionOk="0">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0"/>
                  <p:cNvSpPr/>
                  <p:nvPr/>
                </p:nvSpPr>
                <p:spPr>
                  <a:xfrm>
                    <a:off x="6888061" y="2105271"/>
                    <a:ext cx="40775" cy="34488"/>
                  </a:xfrm>
                  <a:custGeom>
                    <a:avLst/>
                    <a:gdLst/>
                    <a:ahLst/>
                    <a:cxnLst/>
                    <a:rect l="l" t="t" r="r" b="b"/>
                    <a:pathLst>
                      <a:path w="1615" h="1366" extrusionOk="0">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0"/>
                  <p:cNvSpPr/>
                  <p:nvPr/>
                </p:nvSpPr>
                <p:spPr>
                  <a:xfrm>
                    <a:off x="6910783" y="2112517"/>
                    <a:ext cx="40775" cy="34539"/>
                  </a:xfrm>
                  <a:custGeom>
                    <a:avLst/>
                    <a:gdLst/>
                    <a:ahLst/>
                    <a:cxnLst/>
                    <a:rect l="l" t="t" r="r" b="b"/>
                    <a:pathLst>
                      <a:path w="1615" h="1368" extrusionOk="0">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0"/>
                  <p:cNvSpPr/>
                  <p:nvPr/>
                </p:nvSpPr>
                <p:spPr>
                  <a:xfrm>
                    <a:off x="6957113" y="1968758"/>
                    <a:ext cx="226622" cy="24717"/>
                  </a:xfrm>
                  <a:custGeom>
                    <a:avLst/>
                    <a:gdLst/>
                    <a:ahLst/>
                    <a:cxnLst/>
                    <a:rect l="l" t="t" r="r" b="b"/>
                    <a:pathLst>
                      <a:path w="8976" h="979" extrusionOk="0">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0"/>
                  <p:cNvSpPr/>
                  <p:nvPr/>
                </p:nvSpPr>
                <p:spPr>
                  <a:xfrm>
                    <a:off x="7039546" y="1927453"/>
                    <a:ext cx="61907" cy="24717"/>
                  </a:xfrm>
                  <a:custGeom>
                    <a:avLst/>
                    <a:gdLst/>
                    <a:ahLst/>
                    <a:cxnLst/>
                    <a:rect l="l" t="t" r="r" b="b"/>
                    <a:pathLst>
                      <a:path w="2452" h="979" extrusionOk="0">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0"/>
                  <p:cNvSpPr/>
                  <p:nvPr/>
                </p:nvSpPr>
                <p:spPr>
                  <a:xfrm>
                    <a:off x="7039546" y="2257236"/>
                    <a:ext cx="61907" cy="24692"/>
                  </a:xfrm>
                  <a:custGeom>
                    <a:avLst/>
                    <a:gdLst/>
                    <a:ahLst/>
                    <a:cxnLst/>
                    <a:rect l="l" t="t" r="r" b="b"/>
                    <a:pathLst>
                      <a:path w="2452" h="978" extrusionOk="0">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0"/>
                  <p:cNvSpPr/>
                  <p:nvPr/>
                </p:nvSpPr>
                <p:spPr>
                  <a:xfrm>
                    <a:off x="7039546" y="2216082"/>
                    <a:ext cx="61907" cy="24717"/>
                  </a:xfrm>
                  <a:custGeom>
                    <a:avLst/>
                    <a:gdLst/>
                    <a:ahLst/>
                    <a:cxnLst/>
                    <a:rect l="l" t="t" r="r" b="b"/>
                    <a:pathLst>
                      <a:path w="2452" h="979" extrusionOk="0">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0"/>
                  <p:cNvSpPr/>
                  <p:nvPr/>
                </p:nvSpPr>
                <p:spPr>
                  <a:xfrm>
                    <a:off x="7039546" y="2178893"/>
                    <a:ext cx="61907" cy="24717"/>
                  </a:xfrm>
                  <a:custGeom>
                    <a:avLst/>
                    <a:gdLst/>
                    <a:ahLst/>
                    <a:cxnLst/>
                    <a:rect l="l" t="t" r="r" b="b"/>
                    <a:pathLst>
                      <a:path w="2452" h="979" extrusionOk="0">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0"/>
                  <p:cNvSpPr/>
                  <p:nvPr/>
                </p:nvSpPr>
                <p:spPr>
                  <a:xfrm>
                    <a:off x="7051892" y="1972873"/>
                    <a:ext cx="32948" cy="185493"/>
                  </a:xfrm>
                  <a:custGeom>
                    <a:avLst/>
                    <a:gdLst/>
                    <a:ahLst/>
                    <a:cxnLst/>
                    <a:rect l="l" t="t" r="r" b="b"/>
                    <a:pathLst>
                      <a:path w="1305" h="7347" extrusionOk="0">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0"/>
                  <p:cNvSpPr/>
                  <p:nvPr/>
                </p:nvSpPr>
                <p:spPr>
                  <a:xfrm>
                    <a:off x="7058810" y="2022661"/>
                    <a:ext cx="95461" cy="38124"/>
                  </a:xfrm>
                  <a:custGeom>
                    <a:avLst/>
                    <a:gdLst/>
                    <a:ahLst/>
                    <a:cxnLst/>
                    <a:rect l="l" t="t" r="r" b="b"/>
                    <a:pathLst>
                      <a:path w="3781" h="1510" extrusionOk="0">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0"/>
                  <p:cNvSpPr/>
                  <p:nvPr/>
                </p:nvSpPr>
                <p:spPr>
                  <a:xfrm>
                    <a:off x="7050427" y="2076135"/>
                    <a:ext cx="108135" cy="37947"/>
                  </a:xfrm>
                  <a:custGeom>
                    <a:avLst/>
                    <a:gdLst/>
                    <a:ahLst/>
                    <a:cxnLst/>
                    <a:rect l="l" t="t" r="r" b="b"/>
                    <a:pathLst>
                      <a:path w="4283" h="1503" extrusionOk="0">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0"/>
                  <p:cNvSpPr/>
                  <p:nvPr/>
                </p:nvSpPr>
                <p:spPr>
                  <a:xfrm>
                    <a:off x="6988722" y="2022358"/>
                    <a:ext cx="90361" cy="37922"/>
                  </a:xfrm>
                  <a:custGeom>
                    <a:avLst/>
                    <a:gdLst/>
                    <a:ahLst/>
                    <a:cxnLst/>
                    <a:rect l="l" t="t" r="r" b="b"/>
                    <a:pathLst>
                      <a:path w="3579" h="1502" extrusionOk="0">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0"/>
                  <p:cNvSpPr/>
                  <p:nvPr/>
                </p:nvSpPr>
                <p:spPr>
                  <a:xfrm>
                    <a:off x="7058305" y="2132892"/>
                    <a:ext cx="95966" cy="38149"/>
                  </a:xfrm>
                  <a:custGeom>
                    <a:avLst/>
                    <a:gdLst/>
                    <a:ahLst/>
                    <a:cxnLst/>
                    <a:rect l="l" t="t" r="r" b="b"/>
                    <a:pathLst>
                      <a:path w="3801" h="1511" extrusionOk="0">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0"/>
                  <p:cNvSpPr/>
                  <p:nvPr/>
                </p:nvSpPr>
                <p:spPr>
                  <a:xfrm>
                    <a:off x="6988722" y="2132589"/>
                    <a:ext cx="90361" cy="38098"/>
                  </a:xfrm>
                  <a:custGeom>
                    <a:avLst/>
                    <a:gdLst/>
                    <a:ahLst/>
                    <a:cxnLst/>
                    <a:rect l="l" t="t" r="r" b="b"/>
                    <a:pathLst>
                      <a:path w="3579" h="1509" extrusionOk="0">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0"/>
                  <p:cNvSpPr/>
                  <p:nvPr/>
                </p:nvSpPr>
                <p:spPr>
                  <a:xfrm>
                    <a:off x="6976351" y="2075959"/>
                    <a:ext cx="110786" cy="37493"/>
                  </a:xfrm>
                  <a:custGeom>
                    <a:avLst/>
                    <a:gdLst/>
                    <a:ahLst/>
                    <a:cxnLst/>
                    <a:rect l="l" t="t" r="r" b="b"/>
                    <a:pathLst>
                      <a:path w="4388" h="1485" extrusionOk="0">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0"/>
                  <p:cNvSpPr/>
                  <p:nvPr/>
                </p:nvSpPr>
                <p:spPr>
                  <a:xfrm>
                    <a:off x="6825321" y="2309220"/>
                    <a:ext cx="45269" cy="36053"/>
                  </a:xfrm>
                  <a:custGeom>
                    <a:avLst/>
                    <a:gdLst/>
                    <a:ahLst/>
                    <a:cxnLst/>
                    <a:rect l="l" t="t" r="r" b="b"/>
                    <a:pathLst>
                      <a:path w="1793" h="1428" extrusionOk="0">
                        <a:moveTo>
                          <a:pt x="815" y="1"/>
                        </a:moveTo>
                        <a:cubicBezTo>
                          <a:pt x="0" y="1"/>
                          <a:pt x="0" y="1428"/>
                          <a:pt x="815" y="1428"/>
                        </a:cubicBezTo>
                        <a:cubicBezTo>
                          <a:pt x="1792" y="1428"/>
                          <a:pt x="1792" y="1"/>
                          <a:pt x="8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0"/>
                  <p:cNvSpPr/>
                  <p:nvPr/>
                </p:nvSpPr>
                <p:spPr>
                  <a:xfrm>
                    <a:off x="6812697" y="2361054"/>
                    <a:ext cx="18405" cy="28883"/>
                  </a:xfrm>
                  <a:custGeom>
                    <a:avLst/>
                    <a:gdLst/>
                    <a:ahLst/>
                    <a:cxnLst/>
                    <a:rect l="l" t="t" r="r" b="b"/>
                    <a:pathLst>
                      <a:path w="729" h="1144" extrusionOk="0">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0"/>
                  <p:cNvSpPr/>
                  <p:nvPr/>
                </p:nvSpPr>
                <p:spPr>
                  <a:xfrm>
                    <a:off x="6832339" y="2374662"/>
                    <a:ext cx="22773" cy="27318"/>
                  </a:xfrm>
                  <a:custGeom>
                    <a:avLst/>
                    <a:gdLst/>
                    <a:ahLst/>
                    <a:cxnLst/>
                    <a:rect l="l" t="t" r="r" b="b"/>
                    <a:pathLst>
                      <a:path w="902" h="1082" extrusionOk="0">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0"/>
                  <p:cNvSpPr/>
                  <p:nvPr/>
                </p:nvSpPr>
                <p:spPr>
                  <a:xfrm>
                    <a:off x="6973725" y="2516225"/>
                    <a:ext cx="61755" cy="50722"/>
                  </a:xfrm>
                  <a:custGeom>
                    <a:avLst/>
                    <a:gdLst/>
                    <a:ahLst/>
                    <a:cxnLst/>
                    <a:rect l="l" t="t" r="r" b="b"/>
                    <a:pathLst>
                      <a:path w="2446" h="2009" extrusionOk="0">
                        <a:moveTo>
                          <a:pt x="1142" y="1"/>
                        </a:moveTo>
                        <a:cubicBezTo>
                          <a:pt x="1" y="1"/>
                          <a:pt x="1" y="2008"/>
                          <a:pt x="1142" y="2008"/>
                        </a:cubicBezTo>
                        <a:cubicBezTo>
                          <a:pt x="2445" y="2008"/>
                          <a:pt x="2445" y="1"/>
                          <a:pt x="11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0"/>
                  <p:cNvSpPr/>
                  <p:nvPr/>
                </p:nvSpPr>
                <p:spPr>
                  <a:xfrm>
                    <a:off x="6998418" y="2738706"/>
                    <a:ext cx="45269" cy="34589"/>
                  </a:xfrm>
                  <a:custGeom>
                    <a:avLst/>
                    <a:gdLst/>
                    <a:ahLst/>
                    <a:cxnLst/>
                    <a:rect l="l" t="t" r="r" b="b"/>
                    <a:pathLst>
                      <a:path w="1793" h="1370" extrusionOk="0">
                        <a:moveTo>
                          <a:pt x="815" y="0"/>
                        </a:moveTo>
                        <a:cubicBezTo>
                          <a:pt x="1" y="0"/>
                          <a:pt x="1" y="1369"/>
                          <a:pt x="815" y="1369"/>
                        </a:cubicBezTo>
                        <a:cubicBezTo>
                          <a:pt x="1793" y="1369"/>
                          <a:pt x="1793" y="0"/>
                          <a:pt x="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0"/>
                  <p:cNvSpPr/>
                  <p:nvPr/>
                </p:nvSpPr>
                <p:spPr>
                  <a:xfrm>
                    <a:off x="6982007" y="2784202"/>
                    <a:ext cx="50672" cy="23127"/>
                  </a:xfrm>
                  <a:custGeom>
                    <a:avLst/>
                    <a:gdLst/>
                    <a:ahLst/>
                    <a:cxnLst/>
                    <a:rect l="l" t="t" r="r" b="b"/>
                    <a:pathLst>
                      <a:path w="2007" h="916" extrusionOk="0">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0"/>
                  <p:cNvSpPr/>
                  <p:nvPr/>
                </p:nvSpPr>
                <p:spPr>
                  <a:xfrm>
                    <a:off x="7130235"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0"/>
                  <p:cNvSpPr/>
                  <p:nvPr/>
                </p:nvSpPr>
                <p:spPr>
                  <a:xfrm>
                    <a:off x="7135663" y="2349212"/>
                    <a:ext cx="41810" cy="35877"/>
                  </a:xfrm>
                  <a:custGeom>
                    <a:avLst/>
                    <a:gdLst/>
                    <a:ahLst/>
                    <a:cxnLst/>
                    <a:rect l="l" t="t" r="r" b="b"/>
                    <a:pathLst>
                      <a:path w="1656" h="1421" extrusionOk="0">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0"/>
                  <p:cNvSpPr/>
                  <p:nvPr/>
                </p:nvSpPr>
                <p:spPr>
                  <a:xfrm>
                    <a:off x="7110971" y="2349212"/>
                    <a:ext cx="41835" cy="35877"/>
                  </a:xfrm>
                  <a:custGeom>
                    <a:avLst/>
                    <a:gdLst/>
                    <a:ahLst/>
                    <a:cxnLst/>
                    <a:rect l="l" t="t" r="r" b="b"/>
                    <a:pathLst>
                      <a:path w="1657" h="1421" extrusionOk="0">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0"/>
                  <p:cNvSpPr/>
                  <p:nvPr/>
                </p:nvSpPr>
                <p:spPr>
                  <a:xfrm>
                    <a:off x="7135663" y="2464720"/>
                    <a:ext cx="41810" cy="35776"/>
                  </a:xfrm>
                  <a:custGeom>
                    <a:avLst/>
                    <a:gdLst/>
                    <a:ahLst/>
                    <a:cxnLst/>
                    <a:rect l="l" t="t" r="r" b="b"/>
                    <a:pathLst>
                      <a:path w="1656" h="1417" extrusionOk="0">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0"/>
                  <p:cNvSpPr/>
                  <p:nvPr/>
                </p:nvSpPr>
                <p:spPr>
                  <a:xfrm>
                    <a:off x="7110971" y="2464720"/>
                    <a:ext cx="41835" cy="35776"/>
                  </a:xfrm>
                  <a:custGeom>
                    <a:avLst/>
                    <a:gdLst/>
                    <a:ahLst/>
                    <a:cxnLst/>
                    <a:rect l="l" t="t" r="r" b="b"/>
                    <a:pathLst>
                      <a:path w="1657" h="1417" extrusionOk="0">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0"/>
                  <p:cNvSpPr/>
                  <p:nvPr/>
                </p:nvSpPr>
                <p:spPr>
                  <a:xfrm>
                    <a:off x="7108673" y="2594568"/>
                    <a:ext cx="30474" cy="104499"/>
                  </a:xfrm>
                  <a:custGeom>
                    <a:avLst/>
                    <a:gdLst/>
                    <a:ahLst/>
                    <a:cxnLst/>
                    <a:rect l="l" t="t" r="r" b="b"/>
                    <a:pathLst>
                      <a:path w="1207" h="4139" extrusionOk="0">
                        <a:moveTo>
                          <a:pt x="398" y="0"/>
                        </a:moveTo>
                        <a:lnTo>
                          <a:pt x="0" y="4060"/>
                        </a:lnTo>
                        <a:lnTo>
                          <a:pt x="815" y="4139"/>
                        </a:lnTo>
                        <a:lnTo>
                          <a:pt x="1206" y="78"/>
                        </a:lnTo>
                        <a:lnTo>
                          <a:pt x="3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0"/>
                  <p:cNvSpPr/>
                  <p:nvPr/>
                </p:nvSpPr>
                <p:spPr>
                  <a:xfrm>
                    <a:off x="7122913" y="2577349"/>
                    <a:ext cx="38098" cy="31938"/>
                  </a:xfrm>
                  <a:custGeom>
                    <a:avLst/>
                    <a:gdLst/>
                    <a:ahLst/>
                    <a:cxnLst/>
                    <a:rect l="l" t="t" r="r" b="b"/>
                    <a:pathLst>
                      <a:path w="1509" h="1265" extrusionOk="0">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0"/>
                  <p:cNvSpPr/>
                  <p:nvPr/>
                </p:nvSpPr>
                <p:spPr>
                  <a:xfrm>
                    <a:off x="7100821" y="2575077"/>
                    <a:ext cx="38149" cy="32090"/>
                  </a:xfrm>
                  <a:custGeom>
                    <a:avLst/>
                    <a:gdLst/>
                    <a:ahLst/>
                    <a:cxnLst/>
                    <a:rect l="l" t="t" r="r" b="b"/>
                    <a:pathLst>
                      <a:path w="1511" h="1271" extrusionOk="0">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0"/>
                  <p:cNvSpPr/>
                  <p:nvPr/>
                </p:nvSpPr>
                <p:spPr>
                  <a:xfrm>
                    <a:off x="7112864" y="2680182"/>
                    <a:ext cx="38124" cy="31963"/>
                  </a:xfrm>
                  <a:custGeom>
                    <a:avLst/>
                    <a:gdLst/>
                    <a:ahLst/>
                    <a:cxnLst/>
                    <a:rect l="l" t="t" r="r" b="b"/>
                    <a:pathLst>
                      <a:path w="1510" h="1266" extrusionOk="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0"/>
                  <p:cNvSpPr/>
                  <p:nvPr/>
                </p:nvSpPr>
                <p:spPr>
                  <a:xfrm>
                    <a:off x="7090823" y="2678086"/>
                    <a:ext cx="38124" cy="32090"/>
                  </a:xfrm>
                  <a:custGeom>
                    <a:avLst/>
                    <a:gdLst/>
                    <a:ahLst/>
                    <a:cxnLst/>
                    <a:rect l="l" t="t" r="r" b="b"/>
                    <a:pathLst>
                      <a:path w="1510" h="1271" extrusionOk="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0"/>
                  <p:cNvSpPr/>
                  <p:nvPr/>
                </p:nvSpPr>
                <p:spPr>
                  <a:xfrm>
                    <a:off x="7234886" y="2178085"/>
                    <a:ext cx="55974" cy="109448"/>
                  </a:xfrm>
                  <a:custGeom>
                    <a:avLst/>
                    <a:gdLst/>
                    <a:ahLst/>
                    <a:cxnLst/>
                    <a:rect l="l" t="t" r="r" b="b"/>
                    <a:pathLst>
                      <a:path w="2217" h="4335" extrusionOk="0">
                        <a:moveTo>
                          <a:pt x="900" y="0"/>
                        </a:moveTo>
                        <a:lnTo>
                          <a:pt x="0" y="293"/>
                        </a:lnTo>
                        <a:lnTo>
                          <a:pt x="1317" y="4334"/>
                        </a:lnTo>
                        <a:lnTo>
                          <a:pt x="2216" y="4041"/>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0"/>
                  <p:cNvSpPr/>
                  <p:nvPr/>
                </p:nvSpPr>
                <p:spPr>
                  <a:xfrm>
                    <a:off x="7235214" y="2156120"/>
                    <a:ext cx="40775" cy="34463"/>
                  </a:xfrm>
                  <a:custGeom>
                    <a:avLst/>
                    <a:gdLst/>
                    <a:ahLst/>
                    <a:cxnLst/>
                    <a:rect l="l" t="t" r="r" b="b"/>
                    <a:pathLst>
                      <a:path w="1615" h="1365" extrusionOk="0">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0"/>
                  <p:cNvSpPr/>
                  <p:nvPr/>
                </p:nvSpPr>
                <p:spPr>
                  <a:xfrm>
                    <a:off x="7212668" y="2163517"/>
                    <a:ext cx="40749" cy="34488"/>
                  </a:xfrm>
                  <a:custGeom>
                    <a:avLst/>
                    <a:gdLst/>
                    <a:ahLst/>
                    <a:cxnLst/>
                    <a:rect l="l" t="t" r="r" b="b"/>
                    <a:pathLst>
                      <a:path w="1614" h="1366" extrusionOk="0">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0"/>
                  <p:cNvSpPr/>
                  <p:nvPr/>
                </p:nvSpPr>
                <p:spPr>
                  <a:xfrm>
                    <a:off x="7269778" y="2261932"/>
                    <a:ext cx="40749" cy="34362"/>
                  </a:xfrm>
                  <a:custGeom>
                    <a:avLst/>
                    <a:gdLst/>
                    <a:ahLst/>
                    <a:cxnLst/>
                    <a:rect l="l" t="t" r="r" b="b"/>
                    <a:pathLst>
                      <a:path w="1614" h="1361" extrusionOk="0">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0"/>
                  <p:cNvSpPr/>
                  <p:nvPr/>
                </p:nvSpPr>
                <p:spPr>
                  <a:xfrm>
                    <a:off x="7247055" y="2269178"/>
                    <a:ext cx="40775" cy="34539"/>
                  </a:xfrm>
                  <a:custGeom>
                    <a:avLst/>
                    <a:gdLst/>
                    <a:ahLst/>
                    <a:cxnLst/>
                    <a:rect l="l" t="t" r="r" b="b"/>
                    <a:pathLst>
                      <a:path w="1615" h="1368" extrusionOk="0">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0"/>
                  <p:cNvSpPr/>
                  <p:nvPr/>
                </p:nvSpPr>
                <p:spPr>
                  <a:xfrm>
                    <a:off x="7177119" y="2021601"/>
                    <a:ext cx="55974" cy="109271"/>
                  </a:xfrm>
                  <a:custGeom>
                    <a:avLst/>
                    <a:gdLst/>
                    <a:ahLst/>
                    <a:cxnLst/>
                    <a:rect l="l" t="t" r="r" b="b"/>
                    <a:pathLst>
                      <a:path w="2217" h="4328" extrusionOk="0">
                        <a:moveTo>
                          <a:pt x="900" y="0"/>
                        </a:moveTo>
                        <a:lnTo>
                          <a:pt x="1" y="287"/>
                        </a:lnTo>
                        <a:lnTo>
                          <a:pt x="1324" y="4328"/>
                        </a:lnTo>
                        <a:lnTo>
                          <a:pt x="2217" y="4034"/>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0"/>
                  <p:cNvSpPr/>
                  <p:nvPr/>
                </p:nvSpPr>
                <p:spPr>
                  <a:xfrm>
                    <a:off x="7177624" y="1999459"/>
                    <a:ext cx="40749" cy="34387"/>
                  </a:xfrm>
                  <a:custGeom>
                    <a:avLst/>
                    <a:gdLst/>
                    <a:ahLst/>
                    <a:cxnLst/>
                    <a:rect l="l" t="t" r="r" b="b"/>
                    <a:pathLst>
                      <a:path w="1614" h="1362" extrusionOk="0">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0"/>
                  <p:cNvSpPr/>
                  <p:nvPr/>
                </p:nvSpPr>
                <p:spPr>
                  <a:xfrm>
                    <a:off x="7154902" y="2006882"/>
                    <a:ext cx="40775" cy="34463"/>
                  </a:xfrm>
                  <a:custGeom>
                    <a:avLst/>
                    <a:gdLst/>
                    <a:ahLst/>
                    <a:cxnLst/>
                    <a:rect l="l" t="t" r="r" b="b"/>
                    <a:pathLst>
                      <a:path w="1615" h="1365" extrusionOk="0">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0"/>
                  <p:cNvSpPr/>
                  <p:nvPr/>
                </p:nvSpPr>
                <p:spPr>
                  <a:xfrm>
                    <a:off x="7212163" y="2105271"/>
                    <a:ext cx="40623" cy="34488"/>
                  </a:xfrm>
                  <a:custGeom>
                    <a:avLst/>
                    <a:gdLst/>
                    <a:ahLst/>
                    <a:cxnLst/>
                    <a:rect l="l" t="t" r="r" b="b"/>
                    <a:pathLst>
                      <a:path w="1609" h="1366" extrusionOk="0">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0"/>
                  <p:cNvSpPr/>
                  <p:nvPr/>
                </p:nvSpPr>
                <p:spPr>
                  <a:xfrm>
                    <a:off x="7189465" y="2112517"/>
                    <a:ext cx="40749" cy="34539"/>
                  </a:xfrm>
                  <a:custGeom>
                    <a:avLst/>
                    <a:gdLst/>
                    <a:ahLst/>
                    <a:cxnLst/>
                    <a:rect l="l" t="t" r="r" b="b"/>
                    <a:pathLst>
                      <a:path w="1614" h="1368" extrusionOk="0">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0"/>
                  <p:cNvSpPr/>
                  <p:nvPr/>
                </p:nvSpPr>
                <p:spPr>
                  <a:xfrm>
                    <a:off x="7270434" y="2309220"/>
                    <a:ext cx="45269" cy="36053"/>
                  </a:xfrm>
                  <a:custGeom>
                    <a:avLst/>
                    <a:gdLst/>
                    <a:ahLst/>
                    <a:cxnLst/>
                    <a:rect l="l" t="t" r="r" b="b"/>
                    <a:pathLst>
                      <a:path w="1793" h="1428" extrusionOk="0">
                        <a:moveTo>
                          <a:pt x="978" y="1"/>
                        </a:moveTo>
                        <a:cubicBezTo>
                          <a:pt x="0" y="1"/>
                          <a:pt x="0" y="1428"/>
                          <a:pt x="978" y="1428"/>
                        </a:cubicBezTo>
                        <a:cubicBezTo>
                          <a:pt x="1792" y="1428"/>
                          <a:pt x="1792" y="1"/>
                          <a:pt x="9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0"/>
                  <p:cNvSpPr/>
                  <p:nvPr/>
                </p:nvSpPr>
                <p:spPr>
                  <a:xfrm>
                    <a:off x="7309921" y="2361054"/>
                    <a:ext cx="18229" cy="28883"/>
                  </a:xfrm>
                  <a:custGeom>
                    <a:avLst/>
                    <a:gdLst/>
                    <a:ahLst/>
                    <a:cxnLst/>
                    <a:rect l="l" t="t" r="r" b="b"/>
                    <a:pathLst>
                      <a:path w="722" h="1144" extrusionOk="0">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0"/>
                  <p:cNvSpPr/>
                  <p:nvPr/>
                </p:nvSpPr>
                <p:spPr>
                  <a:xfrm>
                    <a:off x="7285886" y="2374662"/>
                    <a:ext cx="22420" cy="27318"/>
                  </a:xfrm>
                  <a:custGeom>
                    <a:avLst/>
                    <a:gdLst/>
                    <a:ahLst/>
                    <a:cxnLst/>
                    <a:rect l="l" t="t" r="r" b="b"/>
                    <a:pathLst>
                      <a:path w="888" h="1082" extrusionOk="0">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0"/>
                  <p:cNvSpPr/>
                  <p:nvPr/>
                </p:nvSpPr>
                <p:spPr>
                  <a:xfrm>
                    <a:off x="7105543" y="2516225"/>
                    <a:ext cx="61730" cy="50722"/>
                  </a:xfrm>
                  <a:custGeom>
                    <a:avLst/>
                    <a:gdLst/>
                    <a:ahLst/>
                    <a:cxnLst/>
                    <a:rect l="l" t="t" r="r" b="b"/>
                    <a:pathLst>
                      <a:path w="2445" h="2009" extrusionOk="0">
                        <a:moveTo>
                          <a:pt x="1304" y="1"/>
                        </a:moveTo>
                        <a:cubicBezTo>
                          <a:pt x="1" y="1"/>
                          <a:pt x="1" y="2008"/>
                          <a:pt x="1304" y="2008"/>
                        </a:cubicBezTo>
                        <a:cubicBezTo>
                          <a:pt x="2445" y="2008"/>
                          <a:pt x="2445" y="1"/>
                          <a:pt x="1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0"/>
                  <p:cNvSpPr/>
                  <p:nvPr/>
                </p:nvSpPr>
                <p:spPr>
                  <a:xfrm>
                    <a:off x="7097160" y="2738706"/>
                    <a:ext cx="45420" cy="34589"/>
                  </a:xfrm>
                  <a:custGeom>
                    <a:avLst/>
                    <a:gdLst/>
                    <a:ahLst/>
                    <a:cxnLst/>
                    <a:rect l="l" t="t" r="r" b="b"/>
                    <a:pathLst>
                      <a:path w="1799" h="1370" extrusionOk="0">
                        <a:moveTo>
                          <a:pt x="984" y="0"/>
                        </a:moveTo>
                        <a:cubicBezTo>
                          <a:pt x="0" y="0"/>
                          <a:pt x="0" y="1369"/>
                          <a:pt x="984" y="1369"/>
                        </a:cubicBezTo>
                        <a:cubicBezTo>
                          <a:pt x="1799" y="1369"/>
                          <a:pt x="1799" y="0"/>
                          <a:pt x="9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0"/>
                  <p:cNvSpPr/>
                  <p:nvPr/>
                </p:nvSpPr>
                <p:spPr>
                  <a:xfrm>
                    <a:off x="7108345" y="2784202"/>
                    <a:ext cx="50520" cy="23127"/>
                  </a:xfrm>
                  <a:custGeom>
                    <a:avLst/>
                    <a:gdLst/>
                    <a:ahLst/>
                    <a:cxnLst/>
                    <a:rect l="l" t="t" r="r" b="b"/>
                    <a:pathLst>
                      <a:path w="2001" h="916" extrusionOk="0">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0"/>
                  <p:cNvSpPr/>
                  <p:nvPr/>
                </p:nvSpPr>
                <p:spPr>
                  <a:xfrm>
                    <a:off x="6949715" y="2273849"/>
                    <a:ext cx="125581" cy="69961"/>
                  </a:xfrm>
                  <a:custGeom>
                    <a:avLst/>
                    <a:gdLst/>
                    <a:ahLst/>
                    <a:cxnLst/>
                    <a:rect l="l" t="t" r="r" b="b"/>
                    <a:pathLst>
                      <a:path w="4974" h="2771" extrusionOk="0">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0"/>
                  <p:cNvSpPr/>
                  <p:nvPr/>
                </p:nvSpPr>
                <p:spPr>
                  <a:xfrm>
                    <a:off x="7065551" y="2273849"/>
                    <a:ext cx="125758" cy="69961"/>
                  </a:xfrm>
                  <a:custGeom>
                    <a:avLst/>
                    <a:gdLst/>
                    <a:ahLst/>
                    <a:cxnLst/>
                    <a:rect l="l" t="t" r="r" b="b"/>
                    <a:pathLst>
                      <a:path w="4981" h="2771" extrusionOk="0">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6" name="Google Shape;7746;p90"/>
                  <p:cNvGrpSpPr/>
                  <p:nvPr/>
                </p:nvGrpSpPr>
                <p:grpSpPr>
                  <a:xfrm>
                    <a:off x="6934567" y="1636703"/>
                    <a:ext cx="275980" cy="252450"/>
                    <a:chOff x="6934567" y="1636703"/>
                    <a:chExt cx="275980" cy="252450"/>
                  </a:xfrm>
                </p:grpSpPr>
                <p:sp>
                  <p:nvSpPr>
                    <p:cNvPr id="7747" name="Google Shape;7747;p90"/>
                    <p:cNvSpPr/>
                    <p:nvPr/>
                  </p:nvSpPr>
                  <p:spPr>
                    <a:xfrm>
                      <a:off x="6934567" y="1636703"/>
                      <a:ext cx="275980" cy="197334"/>
                    </a:xfrm>
                    <a:custGeom>
                      <a:avLst/>
                      <a:gdLst/>
                      <a:ahLst/>
                      <a:cxnLst/>
                      <a:rect l="l" t="t" r="r" b="b"/>
                      <a:pathLst>
                        <a:path w="10931" h="7816" extrusionOk="0">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0"/>
                    <p:cNvSpPr/>
                    <p:nvPr/>
                  </p:nvSpPr>
                  <p:spPr>
                    <a:xfrm>
                      <a:off x="7001700" y="1770817"/>
                      <a:ext cx="137927" cy="118335"/>
                    </a:xfrm>
                    <a:custGeom>
                      <a:avLst/>
                      <a:gdLst/>
                      <a:ahLst/>
                      <a:cxnLst/>
                      <a:rect l="l" t="t" r="r" b="b"/>
                      <a:pathLst>
                        <a:path w="5463" h="4687" extrusionOk="0">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0"/>
                    <p:cNvSpPr/>
                    <p:nvPr/>
                  </p:nvSpPr>
                  <p:spPr>
                    <a:xfrm>
                      <a:off x="7057168" y="1780689"/>
                      <a:ext cx="30802" cy="42643"/>
                    </a:xfrm>
                    <a:custGeom>
                      <a:avLst/>
                      <a:gdLst/>
                      <a:ahLst/>
                      <a:cxnLst/>
                      <a:rect l="l" t="t" r="r" b="b"/>
                      <a:pathLst>
                        <a:path w="1220" h="1689" extrusionOk="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750" name="Google Shape;7750;p90"/>
              <p:cNvSpPr/>
              <p:nvPr/>
            </p:nvSpPr>
            <p:spPr>
              <a:xfrm>
                <a:off x="6865944" y="1544979"/>
                <a:ext cx="406813" cy="325238"/>
              </a:xfrm>
              <a:custGeom>
                <a:avLst/>
                <a:gdLst/>
                <a:ahLst/>
                <a:cxnLst/>
                <a:rect l="l" t="t" r="r" b="b"/>
                <a:pathLst>
                  <a:path w="16113" h="12882" extrusionOk="0">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51" name="Google Shape;7751;p90"/>
          <p:cNvSpPr/>
          <p:nvPr/>
        </p:nvSpPr>
        <p:spPr>
          <a:xfrm>
            <a:off x="4964226" y="4326883"/>
            <a:ext cx="452864" cy="49056"/>
          </a:xfrm>
          <a:custGeom>
            <a:avLst/>
            <a:gdLst/>
            <a:ahLst/>
            <a:cxnLst/>
            <a:rect l="l" t="t" r="r" b="b"/>
            <a:pathLst>
              <a:path w="17937" h="1943" extrusionOk="0">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0"/>
          <p:cNvSpPr/>
          <p:nvPr/>
        </p:nvSpPr>
        <p:spPr>
          <a:xfrm>
            <a:off x="4915019" y="3065442"/>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0"/>
          <p:cNvSpPr/>
          <p:nvPr/>
        </p:nvSpPr>
        <p:spPr>
          <a:xfrm>
            <a:off x="5177644" y="3411484"/>
            <a:ext cx="24869" cy="164260"/>
          </a:xfrm>
          <a:custGeom>
            <a:avLst/>
            <a:gdLst/>
            <a:ahLst/>
            <a:cxnLst/>
            <a:rect l="l" t="t" r="r" b="b"/>
            <a:pathLst>
              <a:path w="985" h="6506" extrusionOk="0">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0"/>
          <p:cNvSpPr/>
          <p:nvPr/>
        </p:nvSpPr>
        <p:spPr>
          <a:xfrm>
            <a:off x="5148685" y="3555774"/>
            <a:ext cx="80338" cy="55014"/>
          </a:xfrm>
          <a:custGeom>
            <a:avLst/>
            <a:gdLst/>
            <a:ahLst/>
            <a:cxnLst/>
            <a:rect l="l" t="t" r="r" b="b"/>
            <a:pathLst>
              <a:path w="3182" h="2179" extrusionOk="0">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0"/>
          <p:cNvSpPr/>
          <p:nvPr/>
        </p:nvSpPr>
        <p:spPr>
          <a:xfrm>
            <a:off x="5088217" y="3540499"/>
            <a:ext cx="91093" cy="197536"/>
          </a:xfrm>
          <a:custGeom>
            <a:avLst/>
            <a:gdLst/>
            <a:ahLst/>
            <a:cxnLst/>
            <a:rect l="l" t="t" r="r" b="b"/>
            <a:pathLst>
              <a:path w="3608" h="7824" extrusionOk="0">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0"/>
          <p:cNvSpPr/>
          <p:nvPr/>
        </p:nvSpPr>
        <p:spPr>
          <a:xfrm>
            <a:off x="5201831" y="3540499"/>
            <a:ext cx="91118" cy="197536"/>
          </a:xfrm>
          <a:custGeom>
            <a:avLst/>
            <a:gdLst/>
            <a:ahLst/>
            <a:cxnLst/>
            <a:rect l="l" t="t" r="r" b="b"/>
            <a:pathLst>
              <a:path w="3609" h="7824" extrusionOk="0">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7" name="Google Shape;7757;p90"/>
          <p:cNvGrpSpPr/>
          <p:nvPr/>
        </p:nvGrpSpPr>
        <p:grpSpPr>
          <a:xfrm>
            <a:off x="996380" y="1542757"/>
            <a:ext cx="556859" cy="1310345"/>
            <a:chOff x="996380" y="1542757"/>
            <a:chExt cx="556859" cy="1310345"/>
          </a:xfrm>
        </p:grpSpPr>
        <p:sp>
          <p:nvSpPr>
            <p:cNvPr id="7758" name="Google Shape;7758;p90"/>
            <p:cNvSpPr/>
            <p:nvPr/>
          </p:nvSpPr>
          <p:spPr>
            <a:xfrm>
              <a:off x="1091487"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0"/>
            <p:cNvSpPr/>
            <p:nvPr/>
          </p:nvSpPr>
          <p:spPr>
            <a:xfrm>
              <a:off x="996380" y="1547529"/>
              <a:ext cx="556859" cy="1272651"/>
            </a:xfrm>
            <a:custGeom>
              <a:avLst/>
              <a:gdLst/>
              <a:ahLst/>
              <a:cxnLst/>
              <a:rect l="l" t="t" r="r" b="b"/>
              <a:pathLst>
                <a:path w="22056" h="50407" extrusionOk="0">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0"/>
            <p:cNvSpPr/>
            <p:nvPr/>
          </p:nvSpPr>
          <p:spPr>
            <a:xfrm>
              <a:off x="1046067"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0"/>
            <p:cNvSpPr/>
            <p:nvPr/>
          </p:nvSpPr>
          <p:spPr>
            <a:xfrm>
              <a:off x="1067780"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90"/>
          <p:cNvGrpSpPr/>
          <p:nvPr/>
        </p:nvGrpSpPr>
        <p:grpSpPr>
          <a:xfrm>
            <a:off x="998349" y="3064858"/>
            <a:ext cx="550774" cy="1310345"/>
            <a:chOff x="998349" y="3050689"/>
            <a:chExt cx="550774" cy="1310345"/>
          </a:xfrm>
        </p:grpSpPr>
        <p:sp>
          <p:nvSpPr>
            <p:cNvPr id="7763" name="Google Shape;7763;p90"/>
            <p:cNvSpPr/>
            <p:nvPr/>
          </p:nvSpPr>
          <p:spPr>
            <a:xfrm>
              <a:off x="998349" y="3072250"/>
              <a:ext cx="550774" cy="1256366"/>
            </a:xfrm>
            <a:custGeom>
              <a:avLst/>
              <a:gdLst/>
              <a:ahLst/>
              <a:cxnLst/>
              <a:rect l="l" t="t" r="r" b="b"/>
              <a:pathLst>
                <a:path w="21815" h="49762" extrusionOk="0">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0"/>
            <p:cNvSpPr/>
            <p:nvPr/>
          </p:nvSpPr>
          <p:spPr>
            <a:xfrm>
              <a:off x="1047380" y="4311978"/>
              <a:ext cx="453041" cy="49056"/>
            </a:xfrm>
            <a:custGeom>
              <a:avLst/>
              <a:gdLst/>
              <a:ahLst/>
              <a:cxnLst/>
              <a:rect l="l" t="t" r="r" b="b"/>
              <a:pathLst>
                <a:path w="17944" h="1943" extrusionOk="0">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0"/>
            <p:cNvSpPr/>
            <p:nvPr/>
          </p:nvSpPr>
          <p:spPr>
            <a:xfrm>
              <a:off x="1329091" y="3076164"/>
              <a:ext cx="124748" cy="171203"/>
            </a:xfrm>
            <a:custGeom>
              <a:avLst/>
              <a:gdLst/>
              <a:ahLst/>
              <a:cxnLst/>
              <a:rect l="l" t="t" r="r" b="b"/>
              <a:pathLst>
                <a:path w="4941" h="6781" extrusionOk="0">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0"/>
            <p:cNvSpPr/>
            <p:nvPr/>
          </p:nvSpPr>
          <p:spPr>
            <a:xfrm>
              <a:off x="1088508" y="3050689"/>
              <a:ext cx="368311" cy="203899"/>
            </a:xfrm>
            <a:custGeom>
              <a:avLst/>
              <a:gdLst/>
              <a:ahLst/>
              <a:cxnLst/>
              <a:rect l="l" t="t" r="r" b="b"/>
              <a:pathLst>
                <a:path w="14588" h="8076" extrusionOk="0">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7" name="Google Shape;7767;p90"/>
          <p:cNvGrpSpPr/>
          <p:nvPr/>
        </p:nvGrpSpPr>
        <p:grpSpPr>
          <a:xfrm>
            <a:off x="7660912" y="1542757"/>
            <a:ext cx="557515" cy="1310345"/>
            <a:chOff x="7660912" y="1542757"/>
            <a:chExt cx="557515" cy="1310345"/>
          </a:xfrm>
        </p:grpSpPr>
        <p:sp>
          <p:nvSpPr>
            <p:cNvPr id="7768" name="Google Shape;7768;p90"/>
            <p:cNvSpPr/>
            <p:nvPr/>
          </p:nvSpPr>
          <p:spPr>
            <a:xfrm>
              <a:off x="7711255" y="2803693"/>
              <a:ext cx="457485" cy="49409"/>
            </a:xfrm>
            <a:custGeom>
              <a:avLst/>
              <a:gdLst/>
              <a:ahLst/>
              <a:cxnLst/>
              <a:rect l="l" t="t" r="r" b="b"/>
              <a:pathLst>
                <a:path w="18120" h="1957" extrusionOk="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69" name="Google Shape;7769;p90"/>
            <p:cNvGrpSpPr/>
            <p:nvPr/>
          </p:nvGrpSpPr>
          <p:grpSpPr>
            <a:xfrm>
              <a:off x="7660912" y="1542757"/>
              <a:ext cx="557515" cy="1277423"/>
              <a:chOff x="7660912" y="1542757"/>
              <a:chExt cx="557515" cy="1277423"/>
            </a:xfrm>
          </p:grpSpPr>
          <p:sp>
            <p:nvSpPr>
              <p:cNvPr id="7770" name="Google Shape;7770;p90"/>
              <p:cNvSpPr/>
              <p:nvPr/>
            </p:nvSpPr>
            <p:spPr>
              <a:xfrm>
                <a:off x="7756524" y="1674397"/>
                <a:ext cx="366796" cy="342104"/>
              </a:xfrm>
              <a:custGeom>
                <a:avLst/>
                <a:gdLst/>
                <a:ahLst/>
                <a:cxnLst/>
                <a:rect l="l" t="t" r="r" b="b"/>
                <a:pathLst>
                  <a:path w="14528" h="13550" extrusionOk="0">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1" name="Google Shape;7771;p90"/>
              <p:cNvGrpSpPr/>
              <p:nvPr/>
            </p:nvGrpSpPr>
            <p:grpSpPr>
              <a:xfrm>
                <a:off x="7660912" y="1547529"/>
                <a:ext cx="557515" cy="1272651"/>
                <a:chOff x="7660912" y="1547529"/>
                <a:chExt cx="557515" cy="1272651"/>
              </a:xfrm>
            </p:grpSpPr>
            <p:sp>
              <p:nvSpPr>
                <p:cNvPr id="7772" name="Google Shape;7772;p90"/>
                <p:cNvSpPr/>
                <p:nvPr/>
              </p:nvSpPr>
              <p:spPr>
                <a:xfrm>
                  <a:off x="7660912" y="1547529"/>
                  <a:ext cx="557515" cy="1272651"/>
                </a:xfrm>
                <a:custGeom>
                  <a:avLst/>
                  <a:gdLst/>
                  <a:ahLst/>
                  <a:cxnLst/>
                  <a:rect l="l" t="t" r="r" b="b"/>
                  <a:pathLst>
                    <a:path w="22082" h="50407" extrusionOk="0">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3" name="Google Shape;7773;p90"/>
                <p:cNvGrpSpPr/>
                <p:nvPr/>
              </p:nvGrpSpPr>
              <p:grpSpPr>
                <a:xfrm>
                  <a:off x="7873243" y="2256453"/>
                  <a:ext cx="129570" cy="89679"/>
                  <a:chOff x="7873243" y="2256453"/>
                  <a:chExt cx="129570" cy="89679"/>
                </a:xfrm>
              </p:grpSpPr>
              <p:sp>
                <p:nvSpPr>
                  <p:cNvPr id="7774" name="Google Shape;7774;p90"/>
                  <p:cNvSpPr/>
                  <p:nvPr/>
                </p:nvSpPr>
                <p:spPr>
                  <a:xfrm>
                    <a:off x="7960877" y="2272687"/>
                    <a:ext cx="36079" cy="22243"/>
                  </a:xfrm>
                  <a:custGeom>
                    <a:avLst/>
                    <a:gdLst/>
                    <a:ahLst/>
                    <a:cxnLst/>
                    <a:rect l="l" t="t" r="r" b="b"/>
                    <a:pathLst>
                      <a:path w="1429" h="881" extrusionOk="0">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0"/>
                  <p:cNvSpPr/>
                  <p:nvPr/>
                </p:nvSpPr>
                <p:spPr>
                  <a:xfrm>
                    <a:off x="7879278" y="2272687"/>
                    <a:ext cx="36053" cy="22243"/>
                  </a:xfrm>
                  <a:custGeom>
                    <a:avLst/>
                    <a:gdLst/>
                    <a:ahLst/>
                    <a:cxnLst/>
                    <a:rect l="l" t="t" r="r" b="b"/>
                    <a:pathLst>
                      <a:path w="1428" h="881" extrusionOk="0">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0"/>
                  <p:cNvSpPr/>
                  <p:nvPr/>
                </p:nvSpPr>
                <p:spPr>
                  <a:xfrm>
                    <a:off x="7873243" y="2256453"/>
                    <a:ext cx="129570" cy="89679"/>
                  </a:xfrm>
                  <a:custGeom>
                    <a:avLst/>
                    <a:gdLst/>
                    <a:ahLst/>
                    <a:cxnLst/>
                    <a:rect l="l" t="t" r="r" b="b"/>
                    <a:pathLst>
                      <a:path w="5132" h="3552" extrusionOk="0">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0"/>
                  <p:cNvSpPr/>
                  <p:nvPr/>
                </p:nvSpPr>
                <p:spPr>
                  <a:xfrm>
                    <a:off x="7916947" y="2261351"/>
                    <a:ext cx="42163" cy="81145"/>
                  </a:xfrm>
                  <a:custGeom>
                    <a:avLst/>
                    <a:gdLst/>
                    <a:ahLst/>
                    <a:cxnLst/>
                    <a:rect l="l" t="t" r="r" b="b"/>
                    <a:pathLst>
                      <a:path w="1670" h="3214" extrusionOk="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78" name="Google Shape;7778;p90"/>
              <p:cNvSpPr/>
              <p:nvPr/>
            </p:nvSpPr>
            <p:spPr>
              <a:xfrm>
                <a:off x="7732994" y="1542757"/>
                <a:ext cx="406788" cy="325163"/>
              </a:xfrm>
              <a:custGeom>
                <a:avLst/>
                <a:gdLst/>
                <a:ahLst/>
                <a:cxnLst/>
                <a:rect l="l" t="t" r="r" b="b"/>
                <a:pathLst>
                  <a:path w="16112" h="12879" extrusionOk="0">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79" name="Google Shape;7779;p90"/>
          <p:cNvSpPr/>
          <p:nvPr/>
        </p:nvSpPr>
        <p:spPr>
          <a:xfrm>
            <a:off x="7712417" y="4326148"/>
            <a:ext cx="452864" cy="49056"/>
          </a:xfrm>
          <a:custGeom>
            <a:avLst/>
            <a:gdLst/>
            <a:ahLst/>
            <a:cxnLst/>
            <a:rect l="l" t="t" r="r" b="b"/>
            <a:pathLst>
              <a:path w="17937" h="1943" extrusionOk="0">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0" name="Google Shape;7780;p90"/>
          <p:cNvGrpSpPr/>
          <p:nvPr/>
        </p:nvGrpSpPr>
        <p:grpSpPr>
          <a:xfrm>
            <a:off x="7665988" y="3067429"/>
            <a:ext cx="550774" cy="1277927"/>
            <a:chOff x="7665988" y="3067429"/>
            <a:chExt cx="550774" cy="1277927"/>
          </a:xfrm>
        </p:grpSpPr>
        <p:sp>
          <p:nvSpPr>
            <p:cNvPr id="7781" name="Google Shape;7781;p90"/>
            <p:cNvSpPr/>
            <p:nvPr/>
          </p:nvSpPr>
          <p:spPr>
            <a:xfrm>
              <a:off x="7665988" y="3067429"/>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2" name="Google Shape;7782;p90"/>
            <p:cNvGrpSpPr/>
            <p:nvPr/>
          </p:nvGrpSpPr>
          <p:grpSpPr>
            <a:xfrm>
              <a:off x="7893590" y="3786407"/>
              <a:ext cx="93163" cy="118840"/>
              <a:chOff x="7890614" y="3772237"/>
              <a:chExt cx="93163" cy="118840"/>
            </a:xfrm>
          </p:grpSpPr>
          <p:sp>
            <p:nvSpPr>
              <p:cNvPr id="7783" name="Google Shape;7783;p90"/>
              <p:cNvSpPr/>
              <p:nvPr/>
            </p:nvSpPr>
            <p:spPr>
              <a:xfrm>
                <a:off x="7954717" y="3788017"/>
                <a:ext cx="8988" cy="49637"/>
              </a:xfrm>
              <a:custGeom>
                <a:avLst/>
                <a:gdLst/>
                <a:ahLst/>
                <a:cxnLst/>
                <a:rect l="l" t="t" r="r" b="b"/>
                <a:pathLst>
                  <a:path w="356" h="1966" extrusionOk="0">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0"/>
              <p:cNvSpPr/>
              <p:nvPr/>
            </p:nvSpPr>
            <p:spPr>
              <a:xfrm>
                <a:off x="7910862" y="3788017"/>
                <a:ext cx="8736" cy="49409"/>
              </a:xfrm>
              <a:custGeom>
                <a:avLst/>
                <a:gdLst/>
                <a:ahLst/>
                <a:cxnLst/>
                <a:rect l="l" t="t" r="r" b="b"/>
                <a:pathLst>
                  <a:path w="346" h="1957" extrusionOk="0">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0"/>
              <p:cNvSpPr/>
              <p:nvPr/>
            </p:nvSpPr>
            <p:spPr>
              <a:xfrm>
                <a:off x="7901647" y="3841693"/>
                <a:ext cx="29161" cy="38023"/>
              </a:xfrm>
              <a:custGeom>
                <a:avLst/>
                <a:gdLst/>
                <a:ahLst/>
                <a:cxnLst/>
                <a:rect l="l" t="t" r="r" b="b"/>
                <a:pathLst>
                  <a:path w="1155" h="1506" extrusionOk="0">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0"/>
              <p:cNvSpPr/>
              <p:nvPr/>
            </p:nvSpPr>
            <p:spPr>
              <a:xfrm>
                <a:off x="7943785" y="3841693"/>
                <a:ext cx="29136" cy="38023"/>
              </a:xfrm>
              <a:custGeom>
                <a:avLst/>
                <a:gdLst/>
                <a:ahLst/>
                <a:cxnLst/>
                <a:rect l="l" t="t" r="r" b="b"/>
                <a:pathLst>
                  <a:path w="1154" h="1506" extrusionOk="0">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0"/>
              <p:cNvSpPr/>
              <p:nvPr/>
            </p:nvSpPr>
            <p:spPr>
              <a:xfrm>
                <a:off x="7916139" y="3833462"/>
                <a:ext cx="42315" cy="57615"/>
              </a:xfrm>
              <a:custGeom>
                <a:avLst/>
                <a:gdLst/>
                <a:ahLst/>
                <a:cxnLst/>
                <a:rect l="l" t="t" r="r" b="b"/>
                <a:pathLst>
                  <a:path w="1676" h="2282" extrusionOk="0">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0"/>
              <p:cNvSpPr/>
              <p:nvPr/>
            </p:nvSpPr>
            <p:spPr>
              <a:xfrm>
                <a:off x="7890614"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0"/>
              <p:cNvSpPr/>
              <p:nvPr/>
            </p:nvSpPr>
            <p:spPr>
              <a:xfrm>
                <a:off x="7959893"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93"/>
        <p:cNvGrpSpPr/>
        <p:nvPr/>
      </p:nvGrpSpPr>
      <p:grpSpPr>
        <a:xfrm>
          <a:off x="0" y="0"/>
          <a:ext cx="0" cy="0"/>
          <a:chOff x="0" y="0"/>
          <a:chExt cx="0" cy="0"/>
        </a:xfrm>
      </p:grpSpPr>
      <p:sp>
        <p:nvSpPr>
          <p:cNvPr id="7794" name="Google Shape;7794;p9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795" name="Google Shape;7795;p91"/>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796" name="Google Shape;7796;p91"/>
          <p:cNvGrpSpPr/>
          <p:nvPr/>
        </p:nvGrpSpPr>
        <p:grpSpPr>
          <a:xfrm>
            <a:off x="829359" y="2307635"/>
            <a:ext cx="339235" cy="298186"/>
            <a:chOff x="898875" y="244725"/>
            <a:chExt cx="481800" cy="423500"/>
          </a:xfrm>
        </p:grpSpPr>
        <p:sp>
          <p:nvSpPr>
            <p:cNvPr id="7797" name="Google Shape;7797;p91"/>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8" name="Google Shape;7798;p91"/>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9" name="Google Shape;7799;p91"/>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0" name="Google Shape;7800;p91"/>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1" name="Google Shape;7801;p91"/>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2" name="Google Shape;7802;p91"/>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3" name="Google Shape;7803;p91"/>
          <p:cNvGrpSpPr/>
          <p:nvPr/>
        </p:nvGrpSpPr>
        <p:grpSpPr>
          <a:xfrm>
            <a:off x="1267741" y="2287103"/>
            <a:ext cx="298169" cy="339253"/>
            <a:chOff x="1529350" y="258825"/>
            <a:chExt cx="423475" cy="481825"/>
          </a:xfrm>
        </p:grpSpPr>
        <p:sp>
          <p:nvSpPr>
            <p:cNvPr id="7804" name="Google Shape;7804;p91"/>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5" name="Google Shape;7805;p91"/>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6" name="Google Shape;7806;p91"/>
          <p:cNvGrpSpPr/>
          <p:nvPr/>
        </p:nvGrpSpPr>
        <p:grpSpPr>
          <a:xfrm>
            <a:off x="1660716" y="2367273"/>
            <a:ext cx="340890" cy="178912"/>
            <a:chOff x="2084325" y="363300"/>
            <a:chExt cx="484150" cy="254100"/>
          </a:xfrm>
        </p:grpSpPr>
        <p:sp>
          <p:nvSpPr>
            <p:cNvPr id="7807" name="Google Shape;7807;p91"/>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8" name="Google Shape;7808;p91"/>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9" name="Google Shape;7809;p91"/>
          <p:cNvGrpSpPr/>
          <p:nvPr/>
        </p:nvGrpSpPr>
        <p:grpSpPr>
          <a:xfrm>
            <a:off x="2110011" y="2287102"/>
            <a:ext cx="298169" cy="339253"/>
            <a:chOff x="2707500" y="249400"/>
            <a:chExt cx="423475" cy="481825"/>
          </a:xfrm>
        </p:grpSpPr>
        <p:sp>
          <p:nvSpPr>
            <p:cNvPr id="7810" name="Google Shape;7810;p91"/>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1" name="Google Shape;7811;p91"/>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2" name="Google Shape;7812;p91"/>
          <p:cNvGrpSpPr/>
          <p:nvPr/>
        </p:nvGrpSpPr>
        <p:grpSpPr>
          <a:xfrm>
            <a:off x="2523626" y="2287428"/>
            <a:ext cx="305386" cy="338602"/>
            <a:chOff x="3300325" y="249875"/>
            <a:chExt cx="433725" cy="480900"/>
          </a:xfrm>
        </p:grpSpPr>
        <p:sp>
          <p:nvSpPr>
            <p:cNvPr id="7813" name="Google Shape;7813;p91"/>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4" name="Google Shape;7814;p91"/>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5" name="Google Shape;7815;p91"/>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6" name="Google Shape;7816;p91"/>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7" name="Google Shape;7817;p91"/>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8" name="Google Shape;7818;p91"/>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9" name="Google Shape;7819;p91"/>
          <p:cNvGrpSpPr/>
          <p:nvPr/>
        </p:nvGrpSpPr>
        <p:grpSpPr>
          <a:xfrm>
            <a:off x="2912712" y="2287349"/>
            <a:ext cx="352349" cy="338760"/>
            <a:chOff x="3854700" y="249750"/>
            <a:chExt cx="500425" cy="481125"/>
          </a:xfrm>
        </p:grpSpPr>
        <p:sp>
          <p:nvSpPr>
            <p:cNvPr id="7820" name="Google Shape;7820;p91"/>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1" name="Google Shape;7821;p91"/>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2" name="Google Shape;7822;p91"/>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3" name="Google Shape;7823;p91"/>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4" name="Google Shape;7824;p91"/>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5" name="Google Shape;7825;p91"/>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6" name="Google Shape;7826;p91"/>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7" name="Google Shape;7827;p91"/>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8" name="Google Shape;7828;p91"/>
          <p:cNvGrpSpPr/>
          <p:nvPr/>
        </p:nvGrpSpPr>
        <p:grpSpPr>
          <a:xfrm>
            <a:off x="3330701" y="2287349"/>
            <a:ext cx="352349" cy="338760"/>
            <a:chOff x="4447550" y="249750"/>
            <a:chExt cx="500425" cy="481125"/>
          </a:xfrm>
        </p:grpSpPr>
        <p:sp>
          <p:nvSpPr>
            <p:cNvPr id="7829" name="Google Shape;7829;p91"/>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0" name="Google Shape;7830;p91"/>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1" name="Google Shape;7831;p91"/>
          <p:cNvGrpSpPr/>
          <p:nvPr/>
        </p:nvGrpSpPr>
        <p:grpSpPr>
          <a:xfrm>
            <a:off x="3759902" y="2287102"/>
            <a:ext cx="339253" cy="339253"/>
            <a:chOff x="5049725" y="249400"/>
            <a:chExt cx="481825" cy="481825"/>
          </a:xfrm>
        </p:grpSpPr>
        <p:sp>
          <p:nvSpPr>
            <p:cNvPr id="7832" name="Google Shape;7832;p91"/>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3" name="Google Shape;7833;p91"/>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4" name="Google Shape;7834;p91"/>
          <p:cNvGrpSpPr/>
          <p:nvPr/>
        </p:nvGrpSpPr>
        <p:grpSpPr>
          <a:xfrm>
            <a:off x="4173843" y="2287102"/>
            <a:ext cx="339253" cy="339253"/>
            <a:chOff x="5660400" y="238125"/>
            <a:chExt cx="481825" cy="481825"/>
          </a:xfrm>
        </p:grpSpPr>
        <p:sp>
          <p:nvSpPr>
            <p:cNvPr id="7835" name="Google Shape;7835;p91"/>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6" name="Google Shape;7836;p91"/>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7" name="Google Shape;7837;p91"/>
          <p:cNvGrpSpPr/>
          <p:nvPr/>
        </p:nvGrpSpPr>
        <p:grpSpPr>
          <a:xfrm>
            <a:off x="4590529" y="2287102"/>
            <a:ext cx="339253" cy="339253"/>
            <a:chOff x="6235400" y="249400"/>
            <a:chExt cx="481825" cy="481825"/>
          </a:xfrm>
        </p:grpSpPr>
        <p:sp>
          <p:nvSpPr>
            <p:cNvPr id="7838" name="Google Shape;7838;p91"/>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9" name="Google Shape;7839;p91"/>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0" name="Google Shape;7840;p91"/>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1" name="Google Shape;7841;p91"/>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2" name="Google Shape;7842;p91"/>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3" name="Google Shape;7843;p91"/>
          <p:cNvGrpSpPr/>
          <p:nvPr/>
        </p:nvGrpSpPr>
        <p:grpSpPr>
          <a:xfrm>
            <a:off x="828875" y="2731810"/>
            <a:ext cx="340204" cy="298116"/>
            <a:chOff x="899850" y="871450"/>
            <a:chExt cx="483175" cy="423400"/>
          </a:xfrm>
        </p:grpSpPr>
        <p:sp>
          <p:nvSpPr>
            <p:cNvPr id="7844" name="Google Shape;7844;p91"/>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5" name="Google Shape;7845;p91"/>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6" name="Google Shape;7846;p91"/>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7" name="Google Shape;7847;p91"/>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48" name="Google Shape;7848;p91"/>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49" name="Google Shape;7849;p91"/>
          <p:cNvGrpSpPr/>
          <p:nvPr/>
        </p:nvGrpSpPr>
        <p:grpSpPr>
          <a:xfrm>
            <a:off x="1660875" y="2711232"/>
            <a:ext cx="340573" cy="339271"/>
            <a:chOff x="2085450" y="842250"/>
            <a:chExt cx="483700" cy="481850"/>
          </a:xfrm>
        </p:grpSpPr>
        <p:sp>
          <p:nvSpPr>
            <p:cNvPr id="7850" name="Google Shape;7850;p91"/>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1" name="Google Shape;7851;p91"/>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2" name="Google Shape;7852;p91"/>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3" name="Google Shape;7853;p91"/>
          <p:cNvGrpSpPr/>
          <p:nvPr/>
        </p:nvGrpSpPr>
        <p:grpSpPr>
          <a:xfrm>
            <a:off x="2089443" y="2711241"/>
            <a:ext cx="339306" cy="339253"/>
            <a:chOff x="2685825" y="840375"/>
            <a:chExt cx="481900" cy="481825"/>
          </a:xfrm>
        </p:grpSpPr>
        <p:sp>
          <p:nvSpPr>
            <p:cNvPr id="7854" name="Google Shape;7854;p91"/>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5" name="Google Shape;7855;p91"/>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6" name="Google Shape;7856;p91"/>
          <p:cNvGrpSpPr/>
          <p:nvPr/>
        </p:nvGrpSpPr>
        <p:grpSpPr>
          <a:xfrm>
            <a:off x="2501104" y="2710924"/>
            <a:ext cx="350431" cy="339887"/>
            <a:chOff x="3270675" y="841800"/>
            <a:chExt cx="497700" cy="482725"/>
          </a:xfrm>
        </p:grpSpPr>
        <p:sp>
          <p:nvSpPr>
            <p:cNvPr id="7857" name="Google Shape;7857;p91"/>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8" name="Google Shape;7858;p91"/>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9" name="Google Shape;7859;p91"/>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60" name="Google Shape;7860;p91"/>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61" name="Google Shape;7861;p91"/>
          <p:cNvGrpSpPr/>
          <p:nvPr/>
        </p:nvGrpSpPr>
        <p:grpSpPr>
          <a:xfrm>
            <a:off x="3337249" y="2731783"/>
            <a:ext cx="339253" cy="298169"/>
            <a:chOff x="4467200" y="877100"/>
            <a:chExt cx="481825" cy="423475"/>
          </a:xfrm>
        </p:grpSpPr>
        <p:sp>
          <p:nvSpPr>
            <p:cNvPr id="7862" name="Google Shape;7862;p91"/>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3" name="Google Shape;7863;p91"/>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4" name="Google Shape;7864;p91"/>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5" name="Google Shape;7865;p91"/>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6" name="Google Shape;7866;p91"/>
          <p:cNvGrpSpPr/>
          <p:nvPr/>
        </p:nvGrpSpPr>
        <p:grpSpPr>
          <a:xfrm>
            <a:off x="3752140" y="2711232"/>
            <a:ext cx="354778" cy="339271"/>
            <a:chOff x="5045500" y="842250"/>
            <a:chExt cx="503875" cy="481850"/>
          </a:xfrm>
        </p:grpSpPr>
        <p:sp>
          <p:nvSpPr>
            <p:cNvPr id="7867" name="Google Shape;7867;p91"/>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8" name="Google Shape;7868;p91"/>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9" name="Google Shape;7869;p91"/>
          <p:cNvGrpSpPr/>
          <p:nvPr/>
        </p:nvGrpSpPr>
        <p:grpSpPr>
          <a:xfrm>
            <a:off x="4174987" y="2737451"/>
            <a:ext cx="336965" cy="286833"/>
            <a:chOff x="5645200" y="879425"/>
            <a:chExt cx="478575" cy="407375"/>
          </a:xfrm>
        </p:grpSpPr>
        <p:sp>
          <p:nvSpPr>
            <p:cNvPr id="7870" name="Google Shape;7870;p91"/>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1" name="Google Shape;7871;p91"/>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2" name="Google Shape;7872;p91"/>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3" name="Google Shape;7873;p91"/>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4" name="Google Shape;7874;p91"/>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5" name="Google Shape;7875;p91"/>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76" name="Google Shape;7876;p91"/>
          <p:cNvGrpSpPr/>
          <p:nvPr/>
        </p:nvGrpSpPr>
        <p:grpSpPr>
          <a:xfrm>
            <a:off x="4611062" y="2711241"/>
            <a:ext cx="298186" cy="339253"/>
            <a:chOff x="6264525" y="842250"/>
            <a:chExt cx="423500" cy="481825"/>
          </a:xfrm>
        </p:grpSpPr>
        <p:sp>
          <p:nvSpPr>
            <p:cNvPr id="7877" name="Google Shape;7877;p91"/>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8" name="Google Shape;7878;p91"/>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9" name="Google Shape;7879;p91"/>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0" name="Google Shape;7880;p91"/>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1" name="Google Shape;7881;p91"/>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2" name="Google Shape;7882;p91"/>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3" name="Google Shape;7883;p91"/>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4" name="Google Shape;7884;p91"/>
          <p:cNvGrpSpPr/>
          <p:nvPr/>
        </p:nvGrpSpPr>
        <p:grpSpPr>
          <a:xfrm>
            <a:off x="829350" y="3125895"/>
            <a:ext cx="339253" cy="339253"/>
            <a:chOff x="900750" y="1436075"/>
            <a:chExt cx="481825" cy="481825"/>
          </a:xfrm>
        </p:grpSpPr>
        <p:sp>
          <p:nvSpPr>
            <p:cNvPr id="7885" name="Google Shape;7885;p91"/>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6" name="Google Shape;7886;p91"/>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7" name="Google Shape;7887;p91"/>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8" name="Google Shape;7888;p91"/>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9" name="Google Shape;7889;p91"/>
          <p:cNvGrpSpPr/>
          <p:nvPr/>
        </p:nvGrpSpPr>
        <p:grpSpPr>
          <a:xfrm>
            <a:off x="1247198" y="3186183"/>
            <a:ext cx="339253" cy="218676"/>
            <a:chOff x="1492675" y="1520750"/>
            <a:chExt cx="481825" cy="310575"/>
          </a:xfrm>
        </p:grpSpPr>
        <p:sp>
          <p:nvSpPr>
            <p:cNvPr id="7890" name="Google Shape;7890;p91"/>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1" name="Google Shape;7891;p91"/>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2" name="Google Shape;7892;p91"/>
          <p:cNvGrpSpPr/>
          <p:nvPr/>
        </p:nvGrpSpPr>
        <p:grpSpPr>
          <a:xfrm>
            <a:off x="1654995" y="3125877"/>
            <a:ext cx="352332" cy="339288"/>
            <a:chOff x="2071000" y="1435025"/>
            <a:chExt cx="500400" cy="481875"/>
          </a:xfrm>
        </p:grpSpPr>
        <p:sp>
          <p:nvSpPr>
            <p:cNvPr id="7893" name="Google Shape;7893;p91"/>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4" name="Google Shape;7894;p91"/>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5" name="Google Shape;7895;p91"/>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6" name="Google Shape;7896;p91"/>
          <p:cNvGrpSpPr/>
          <p:nvPr/>
        </p:nvGrpSpPr>
        <p:grpSpPr>
          <a:xfrm>
            <a:off x="2083159" y="3146709"/>
            <a:ext cx="351874" cy="297623"/>
            <a:chOff x="2678350" y="1464650"/>
            <a:chExt cx="499750" cy="422700"/>
          </a:xfrm>
        </p:grpSpPr>
        <p:sp>
          <p:nvSpPr>
            <p:cNvPr id="7897" name="Google Shape;7897;p91"/>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8" name="Google Shape;7898;p91"/>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9" name="Google Shape;7899;p91"/>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0" name="Google Shape;7900;p91"/>
          <p:cNvGrpSpPr/>
          <p:nvPr/>
        </p:nvGrpSpPr>
        <p:grpSpPr>
          <a:xfrm>
            <a:off x="2506692" y="3125895"/>
            <a:ext cx="339253" cy="339253"/>
            <a:chOff x="3271200" y="1435075"/>
            <a:chExt cx="481825" cy="481825"/>
          </a:xfrm>
        </p:grpSpPr>
        <p:sp>
          <p:nvSpPr>
            <p:cNvPr id="7901" name="Google Shape;7901;p91"/>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2" name="Google Shape;7902;p91"/>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3" name="Google Shape;7903;p91"/>
          <p:cNvGrpSpPr/>
          <p:nvPr/>
        </p:nvGrpSpPr>
        <p:grpSpPr>
          <a:xfrm>
            <a:off x="2917165" y="3125877"/>
            <a:ext cx="343442" cy="339288"/>
            <a:chOff x="3858100" y="1435075"/>
            <a:chExt cx="487775" cy="481875"/>
          </a:xfrm>
        </p:grpSpPr>
        <p:sp>
          <p:nvSpPr>
            <p:cNvPr id="7904" name="Google Shape;7904;p91"/>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5" name="Google Shape;7905;p91"/>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6" name="Google Shape;7906;p91"/>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7" name="Google Shape;7907;p91"/>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8" name="Google Shape;7908;p91"/>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9" name="Google Shape;7909;p91"/>
          <p:cNvGrpSpPr/>
          <p:nvPr/>
        </p:nvGrpSpPr>
        <p:grpSpPr>
          <a:xfrm>
            <a:off x="3337249" y="3125895"/>
            <a:ext cx="339253" cy="339253"/>
            <a:chOff x="4456875" y="1435075"/>
            <a:chExt cx="481825" cy="481825"/>
          </a:xfrm>
        </p:grpSpPr>
        <p:sp>
          <p:nvSpPr>
            <p:cNvPr id="7910" name="Google Shape;7910;p91"/>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1" name="Google Shape;7911;p91"/>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2" name="Google Shape;7912;p91"/>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3" name="Google Shape;7913;p91"/>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4" name="Google Shape;7914;p91"/>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5" name="Google Shape;7915;p91"/>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6" name="Google Shape;7916;p91"/>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7" name="Google Shape;7917;p91"/>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8" name="Google Shape;7918;p91"/>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9" name="Google Shape;7919;p91"/>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0" name="Google Shape;7920;p91"/>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1" name="Google Shape;7921;p91"/>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2" name="Google Shape;7922;p91"/>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3" name="Google Shape;7923;p91"/>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4" name="Google Shape;7924;p91"/>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5" name="Google Shape;7925;p91"/>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6" name="Google Shape;7926;p91"/>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7" name="Google Shape;7927;p91"/>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8" name="Google Shape;7928;p91"/>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9" name="Google Shape;7929;p91"/>
          <p:cNvGrpSpPr/>
          <p:nvPr/>
        </p:nvGrpSpPr>
        <p:grpSpPr>
          <a:xfrm>
            <a:off x="3758239" y="3125886"/>
            <a:ext cx="342580" cy="339271"/>
            <a:chOff x="5049725" y="1435050"/>
            <a:chExt cx="486550" cy="481850"/>
          </a:xfrm>
        </p:grpSpPr>
        <p:sp>
          <p:nvSpPr>
            <p:cNvPr id="7930" name="Google Shape;7930;p91"/>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1" name="Google Shape;7931;p91"/>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2" name="Google Shape;7932;p91"/>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3" name="Google Shape;7933;p91"/>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4" name="Google Shape;7934;p91"/>
          <p:cNvGrpSpPr/>
          <p:nvPr/>
        </p:nvGrpSpPr>
        <p:grpSpPr>
          <a:xfrm>
            <a:off x="4173790" y="3125895"/>
            <a:ext cx="339359" cy="339253"/>
            <a:chOff x="5642475" y="1435075"/>
            <a:chExt cx="481975" cy="481825"/>
          </a:xfrm>
        </p:grpSpPr>
        <p:sp>
          <p:nvSpPr>
            <p:cNvPr id="7935" name="Google Shape;7935;p91"/>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6" name="Google Shape;7936;p91"/>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7" name="Google Shape;7937;p91"/>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8" name="Google Shape;7938;p91"/>
          <p:cNvGrpSpPr/>
          <p:nvPr/>
        </p:nvGrpSpPr>
        <p:grpSpPr>
          <a:xfrm>
            <a:off x="4588276" y="3125886"/>
            <a:ext cx="343759" cy="339271"/>
            <a:chOff x="6232000" y="1435050"/>
            <a:chExt cx="488225" cy="481850"/>
          </a:xfrm>
        </p:grpSpPr>
        <p:sp>
          <p:nvSpPr>
            <p:cNvPr id="7939" name="Google Shape;7939;p91"/>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0" name="Google Shape;7940;p91"/>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1" name="Google Shape;7941;p91"/>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2" name="Google Shape;7942;p91"/>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3" name="Google Shape;7943;p91"/>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4" name="Google Shape;7944;p91"/>
          <p:cNvGrpSpPr/>
          <p:nvPr/>
        </p:nvGrpSpPr>
        <p:grpSpPr>
          <a:xfrm>
            <a:off x="849012" y="3539545"/>
            <a:ext cx="299929" cy="337792"/>
            <a:chOff x="924450" y="2028975"/>
            <a:chExt cx="425975" cy="479750"/>
          </a:xfrm>
        </p:grpSpPr>
        <p:sp>
          <p:nvSpPr>
            <p:cNvPr id="7945" name="Google Shape;7945;p91"/>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6" name="Google Shape;7946;p91"/>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7" name="Google Shape;7947;p91"/>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8" name="Google Shape;7948;p91"/>
          <p:cNvGrpSpPr/>
          <p:nvPr/>
        </p:nvGrpSpPr>
        <p:grpSpPr>
          <a:xfrm>
            <a:off x="1661509" y="3559347"/>
            <a:ext cx="339306" cy="298186"/>
            <a:chOff x="2085450" y="2057100"/>
            <a:chExt cx="481900" cy="423500"/>
          </a:xfrm>
        </p:grpSpPr>
        <p:sp>
          <p:nvSpPr>
            <p:cNvPr id="7949" name="Google Shape;7949;p91"/>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0" name="Google Shape;7950;p91"/>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1" name="Google Shape;7951;p91"/>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2" name="Google Shape;7952;p91"/>
          <p:cNvGrpSpPr/>
          <p:nvPr/>
        </p:nvGrpSpPr>
        <p:grpSpPr>
          <a:xfrm>
            <a:off x="2089442" y="3582592"/>
            <a:ext cx="339306" cy="251698"/>
            <a:chOff x="2678275" y="2090100"/>
            <a:chExt cx="481900" cy="357475"/>
          </a:xfrm>
        </p:grpSpPr>
        <p:sp>
          <p:nvSpPr>
            <p:cNvPr id="7953" name="Google Shape;7953;p91"/>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4" name="Google Shape;7954;p91"/>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5" name="Google Shape;7955;p91"/>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6" name="Google Shape;7956;p91"/>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7" name="Google Shape;7957;p91"/>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8" name="Google Shape;7958;p91"/>
          <p:cNvGrpSpPr/>
          <p:nvPr/>
        </p:nvGrpSpPr>
        <p:grpSpPr>
          <a:xfrm>
            <a:off x="2566646" y="3594790"/>
            <a:ext cx="219345" cy="227301"/>
            <a:chOff x="3357325" y="2093500"/>
            <a:chExt cx="311525" cy="322825"/>
          </a:xfrm>
        </p:grpSpPr>
        <p:sp>
          <p:nvSpPr>
            <p:cNvPr id="7959" name="Google Shape;7959;p91"/>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0" name="Google Shape;7960;p91"/>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1" name="Google Shape;7961;p91"/>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62" name="Google Shape;7962;p91"/>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63" name="Google Shape;7963;p91"/>
          <p:cNvGrpSpPr/>
          <p:nvPr/>
        </p:nvGrpSpPr>
        <p:grpSpPr>
          <a:xfrm>
            <a:off x="3360836" y="3538814"/>
            <a:ext cx="292078" cy="339253"/>
            <a:chOff x="4492800" y="2027925"/>
            <a:chExt cx="414825" cy="481825"/>
          </a:xfrm>
        </p:grpSpPr>
        <p:sp>
          <p:nvSpPr>
            <p:cNvPr id="7964" name="Google Shape;7964;p91"/>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5" name="Google Shape;7965;p91"/>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6" name="Google Shape;7966;p91"/>
          <p:cNvGrpSpPr/>
          <p:nvPr/>
        </p:nvGrpSpPr>
        <p:grpSpPr>
          <a:xfrm>
            <a:off x="3759928" y="3538805"/>
            <a:ext cx="339200" cy="339271"/>
            <a:chOff x="5049725" y="2027900"/>
            <a:chExt cx="481750" cy="481850"/>
          </a:xfrm>
        </p:grpSpPr>
        <p:sp>
          <p:nvSpPr>
            <p:cNvPr id="7967" name="Google Shape;7967;p91"/>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8" name="Google Shape;7968;p91"/>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9" name="Google Shape;7969;p91"/>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0" name="Google Shape;7970;p91"/>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1" name="Google Shape;7971;p91"/>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2" name="Google Shape;7972;p91"/>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3" name="Google Shape;7973;p91"/>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4" name="Google Shape;7974;p91"/>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5" name="Google Shape;7975;p91"/>
          <p:cNvGrpSpPr/>
          <p:nvPr/>
        </p:nvGrpSpPr>
        <p:grpSpPr>
          <a:xfrm>
            <a:off x="4233524" y="3538893"/>
            <a:ext cx="219890" cy="339095"/>
            <a:chOff x="5726350" y="2028150"/>
            <a:chExt cx="312300" cy="481600"/>
          </a:xfrm>
        </p:grpSpPr>
        <p:sp>
          <p:nvSpPr>
            <p:cNvPr id="7976" name="Google Shape;7976;p91"/>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7" name="Google Shape;7977;p91"/>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8" name="Google Shape;7978;p91"/>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9" name="Google Shape;7979;p91"/>
          <p:cNvGrpSpPr/>
          <p:nvPr/>
        </p:nvGrpSpPr>
        <p:grpSpPr>
          <a:xfrm>
            <a:off x="4593715" y="3542000"/>
            <a:ext cx="332881" cy="332881"/>
            <a:chOff x="6239925" y="2032450"/>
            <a:chExt cx="472775" cy="472775"/>
          </a:xfrm>
        </p:grpSpPr>
        <p:sp>
          <p:nvSpPr>
            <p:cNvPr id="7980" name="Google Shape;7980;p91"/>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1" name="Google Shape;7981;p91"/>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2" name="Google Shape;7982;p91"/>
          <p:cNvGrpSpPr/>
          <p:nvPr/>
        </p:nvGrpSpPr>
        <p:grpSpPr>
          <a:xfrm>
            <a:off x="5042807" y="2364092"/>
            <a:ext cx="334641" cy="185425"/>
            <a:chOff x="903075" y="2730000"/>
            <a:chExt cx="475275" cy="263350"/>
          </a:xfrm>
        </p:grpSpPr>
        <p:sp>
          <p:nvSpPr>
            <p:cNvPr id="7983" name="Google Shape;7983;p91"/>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4" name="Google Shape;7984;p91"/>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5" name="Google Shape;7985;p91"/>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6" name="Google Shape;7986;p91"/>
          <p:cNvGrpSpPr/>
          <p:nvPr/>
        </p:nvGrpSpPr>
        <p:grpSpPr>
          <a:xfrm>
            <a:off x="1247198" y="3538814"/>
            <a:ext cx="339253" cy="339253"/>
            <a:chOff x="1492675" y="2027925"/>
            <a:chExt cx="481825" cy="481825"/>
          </a:xfrm>
        </p:grpSpPr>
        <p:sp>
          <p:nvSpPr>
            <p:cNvPr id="7987" name="Google Shape;7987;p91"/>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8" name="Google Shape;7988;p91"/>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9" name="Google Shape;7989;p91"/>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0" name="Google Shape;7990;p91"/>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1" name="Google Shape;7991;p91"/>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2" name="Google Shape;7992;p91"/>
          <p:cNvGrpSpPr/>
          <p:nvPr/>
        </p:nvGrpSpPr>
        <p:grpSpPr>
          <a:xfrm>
            <a:off x="5473575" y="2287178"/>
            <a:ext cx="339253" cy="339253"/>
            <a:chOff x="1492675" y="2620775"/>
            <a:chExt cx="481825" cy="481825"/>
          </a:xfrm>
        </p:grpSpPr>
        <p:sp>
          <p:nvSpPr>
            <p:cNvPr id="7993" name="Google Shape;7993;p91"/>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4" name="Google Shape;7994;p91"/>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95" name="Google Shape;7995;p91"/>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96" name="Google Shape;7996;p91"/>
          <p:cNvGrpSpPr/>
          <p:nvPr/>
        </p:nvGrpSpPr>
        <p:grpSpPr>
          <a:xfrm>
            <a:off x="6297328" y="2303161"/>
            <a:ext cx="333585" cy="307287"/>
            <a:chOff x="2682350" y="2643425"/>
            <a:chExt cx="473775" cy="436425"/>
          </a:xfrm>
        </p:grpSpPr>
        <p:sp>
          <p:nvSpPr>
            <p:cNvPr id="7997" name="Google Shape;7997;p91"/>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8" name="Google Shape;7998;p91"/>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9" name="Google Shape;7999;p91"/>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0" name="Google Shape;8000;p91"/>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1" name="Google Shape;8001;p91"/>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2" name="Google Shape;8002;p91"/>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3" name="Google Shape;8003;p91"/>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4" name="Google Shape;8004;p91"/>
          <p:cNvGrpSpPr/>
          <p:nvPr/>
        </p:nvGrpSpPr>
        <p:grpSpPr>
          <a:xfrm>
            <a:off x="6762818" y="2287178"/>
            <a:ext cx="238531" cy="339253"/>
            <a:chOff x="3342725" y="2620775"/>
            <a:chExt cx="338775" cy="481825"/>
          </a:xfrm>
        </p:grpSpPr>
        <p:sp>
          <p:nvSpPr>
            <p:cNvPr id="8005" name="Google Shape;8005;p91"/>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6" name="Google Shape;8006;p91"/>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7" name="Google Shape;8007;p91"/>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8" name="Google Shape;8008;p91"/>
          <p:cNvGrpSpPr/>
          <p:nvPr/>
        </p:nvGrpSpPr>
        <p:grpSpPr>
          <a:xfrm>
            <a:off x="7156568" y="2287178"/>
            <a:ext cx="278296" cy="339253"/>
            <a:chOff x="3907325" y="2620775"/>
            <a:chExt cx="395250" cy="481825"/>
          </a:xfrm>
        </p:grpSpPr>
        <p:sp>
          <p:nvSpPr>
            <p:cNvPr id="8009" name="Google Shape;8009;p91"/>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0" name="Google Shape;8010;p91"/>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1" name="Google Shape;8011;p91"/>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2" name="Google Shape;8012;p91"/>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3" name="Google Shape;8013;p91"/>
          <p:cNvGrpSpPr/>
          <p:nvPr/>
        </p:nvGrpSpPr>
        <p:grpSpPr>
          <a:xfrm>
            <a:off x="7549755" y="2297783"/>
            <a:ext cx="339253" cy="318042"/>
            <a:chOff x="4456875" y="2635825"/>
            <a:chExt cx="481825" cy="451700"/>
          </a:xfrm>
        </p:grpSpPr>
        <p:sp>
          <p:nvSpPr>
            <p:cNvPr id="8014" name="Google Shape;8014;p91"/>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5" name="Google Shape;8015;p91"/>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6" name="Google Shape;8016;p91"/>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7" name="Google Shape;8017;p91"/>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8" name="Google Shape;8018;p91"/>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9" name="Google Shape;8019;p91"/>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0" name="Google Shape;8020;p91"/>
          <p:cNvGrpSpPr/>
          <p:nvPr/>
        </p:nvGrpSpPr>
        <p:grpSpPr>
          <a:xfrm>
            <a:off x="7974679" y="2297783"/>
            <a:ext cx="339253" cy="318042"/>
            <a:chOff x="5049725" y="2635825"/>
            <a:chExt cx="481825" cy="451700"/>
          </a:xfrm>
        </p:grpSpPr>
        <p:sp>
          <p:nvSpPr>
            <p:cNvPr id="8021" name="Google Shape;8021;p91"/>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2" name="Google Shape;8022;p91"/>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3" name="Google Shape;8023;p91"/>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4" name="Google Shape;8024;p91"/>
          <p:cNvGrpSpPr/>
          <p:nvPr/>
        </p:nvGrpSpPr>
        <p:grpSpPr>
          <a:xfrm>
            <a:off x="2375386" y="3952243"/>
            <a:ext cx="338566" cy="338373"/>
            <a:chOff x="5643000" y="2621375"/>
            <a:chExt cx="480850" cy="480575"/>
          </a:xfrm>
        </p:grpSpPr>
        <p:sp>
          <p:nvSpPr>
            <p:cNvPr id="8025" name="Google Shape;8025;p91"/>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6" name="Google Shape;8026;p91"/>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7" name="Google Shape;8027;p91"/>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8" name="Google Shape;8028;p91"/>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9" name="Google Shape;8029;p91"/>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0" name="Google Shape;8030;p91"/>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1" name="Google Shape;8031;p91"/>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2" name="Google Shape;8032;p91"/>
          <p:cNvGrpSpPr/>
          <p:nvPr/>
        </p:nvGrpSpPr>
        <p:grpSpPr>
          <a:xfrm>
            <a:off x="4192782" y="3951803"/>
            <a:ext cx="339359" cy="339253"/>
            <a:chOff x="6235250" y="2620775"/>
            <a:chExt cx="481975" cy="481825"/>
          </a:xfrm>
        </p:grpSpPr>
        <p:sp>
          <p:nvSpPr>
            <p:cNvPr id="8033" name="Google Shape;8033;p91"/>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4" name="Google Shape;8034;p91"/>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5" name="Google Shape;8035;p91"/>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91"/>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91"/>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38" name="Google Shape;8038;p91"/>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39" name="Google Shape;8039;p91"/>
          <p:cNvGrpSpPr/>
          <p:nvPr/>
        </p:nvGrpSpPr>
        <p:grpSpPr>
          <a:xfrm>
            <a:off x="5472652" y="2711317"/>
            <a:ext cx="341101" cy="339253"/>
            <a:chOff x="1535000" y="3223325"/>
            <a:chExt cx="484450" cy="481825"/>
          </a:xfrm>
        </p:grpSpPr>
        <p:sp>
          <p:nvSpPr>
            <p:cNvPr id="8040" name="Google Shape;8040;p91"/>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1" name="Google Shape;8041;p91"/>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2" name="Google Shape;8042;p91"/>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3" name="Google Shape;8043;p91"/>
          <p:cNvGrpSpPr/>
          <p:nvPr/>
        </p:nvGrpSpPr>
        <p:grpSpPr>
          <a:xfrm>
            <a:off x="5880219" y="2746618"/>
            <a:ext cx="339253" cy="268649"/>
            <a:chOff x="2085525" y="3263750"/>
            <a:chExt cx="481825" cy="381550"/>
          </a:xfrm>
        </p:grpSpPr>
        <p:sp>
          <p:nvSpPr>
            <p:cNvPr id="8044" name="Google Shape;8044;p91"/>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5" name="Google Shape;8045;p91"/>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46" name="Google Shape;8046;p91"/>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47" name="Google Shape;8047;p91"/>
          <p:cNvGrpSpPr/>
          <p:nvPr/>
        </p:nvGrpSpPr>
        <p:grpSpPr>
          <a:xfrm>
            <a:off x="6711982" y="2711308"/>
            <a:ext cx="340204" cy="339271"/>
            <a:chOff x="3270450" y="3213625"/>
            <a:chExt cx="483175" cy="481850"/>
          </a:xfrm>
        </p:grpSpPr>
        <p:sp>
          <p:nvSpPr>
            <p:cNvPr id="8048" name="Google Shape;8048;p91"/>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9" name="Google Shape;8049;p91"/>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0" name="Google Shape;8050;p91"/>
          <p:cNvGrpSpPr/>
          <p:nvPr/>
        </p:nvGrpSpPr>
        <p:grpSpPr>
          <a:xfrm>
            <a:off x="7211250" y="2711317"/>
            <a:ext cx="168931" cy="339253"/>
            <a:chOff x="3984950" y="3213600"/>
            <a:chExt cx="239925" cy="481825"/>
          </a:xfrm>
        </p:grpSpPr>
        <p:sp>
          <p:nvSpPr>
            <p:cNvPr id="8051" name="Google Shape;8051;p91"/>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2" name="Google Shape;8052;p91"/>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53" name="Google Shape;8053;p91"/>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4" name="Google Shape;8054;p91"/>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55" name="Google Shape;8055;p91"/>
          <p:cNvGrpSpPr/>
          <p:nvPr/>
        </p:nvGrpSpPr>
        <p:grpSpPr>
          <a:xfrm>
            <a:off x="1874281" y="3981487"/>
            <a:ext cx="355218" cy="279880"/>
            <a:chOff x="5629975" y="3255775"/>
            <a:chExt cx="504500" cy="397500"/>
          </a:xfrm>
        </p:grpSpPr>
        <p:sp>
          <p:nvSpPr>
            <p:cNvPr id="8056" name="Google Shape;8056;p91"/>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7" name="Google Shape;8057;p91"/>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8" name="Google Shape;8058;p91"/>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91"/>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0" name="Google Shape;8060;p91"/>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1" name="Google Shape;8061;p91"/>
          <p:cNvGrpSpPr/>
          <p:nvPr/>
        </p:nvGrpSpPr>
        <p:grpSpPr>
          <a:xfrm>
            <a:off x="3755839" y="3981593"/>
            <a:ext cx="340256" cy="279669"/>
            <a:chOff x="6234950" y="3255925"/>
            <a:chExt cx="483250" cy="397200"/>
          </a:xfrm>
        </p:grpSpPr>
        <p:sp>
          <p:nvSpPr>
            <p:cNvPr id="8062" name="Google Shape;8062;p91"/>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3" name="Google Shape;8063;p91"/>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4" name="Google Shape;8064;p91"/>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5" name="Google Shape;8065;p91"/>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6" name="Google Shape;8066;p91"/>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7" name="Google Shape;8067;p91"/>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8" name="Google Shape;8068;p91"/>
          <p:cNvGrpSpPr/>
          <p:nvPr/>
        </p:nvGrpSpPr>
        <p:grpSpPr>
          <a:xfrm>
            <a:off x="5051107" y="3125970"/>
            <a:ext cx="318042" cy="339253"/>
            <a:chOff x="914900" y="3806450"/>
            <a:chExt cx="451700" cy="481825"/>
          </a:xfrm>
        </p:grpSpPr>
        <p:sp>
          <p:nvSpPr>
            <p:cNvPr id="8069" name="Google Shape;8069;p91"/>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0" name="Google Shape;8070;p91"/>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1" name="Google Shape;8071;p91"/>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2" name="Google Shape;8072;p91"/>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3" name="Google Shape;8073;p91"/>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4" name="Google Shape;8074;p91"/>
          <p:cNvGrpSpPr/>
          <p:nvPr/>
        </p:nvGrpSpPr>
        <p:grpSpPr>
          <a:xfrm>
            <a:off x="5470028" y="3125785"/>
            <a:ext cx="346347" cy="339623"/>
            <a:chOff x="1490050" y="3805975"/>
            <a:chExt cx="491900" cy="482350"/>
          </a:xfrm>
        </p:grpSpPr>
        <p:sp>
          <p:nvSpPr>
            <p:cNvPr id="8075" name="Google Shape;8075;p91"/>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6" name="Google Shape;8076;p91"/>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91"/>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91"/>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91"/>
          <p:cNvGrpSpPr/>
          <p:nvPr/>
        </p:nvGrpSpPr>
        <p:grpSpPr>
          <a:xfrm>
            <a:off x="5893896" y="3125970"/>
            <a:ext cx="311899" cy="339253"/>
            <a:chOff x="2104275" y="3806450"/>
            <a:chExt cx="442975" cy="481825"/>
          </a:xfrm>
        </p:grpSpPr>
        <p:sp>
          <p:nvSpPr>
            <p:cNvPr id="8080" name="Google Shape;8080;p91"/>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91"/>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2" name="Google Shape;8082;p91"/>
          <p:cNvGrpSpPr/>
          <p:nvPr/>
        </p:nvGrpSpPr>
        <p:grpSpPr>
          <a:xfrm>
            <a:off x="6317413" y="3125970"/>
            <a:ext cx="293416" cy="339253"/>
            <a:chOff x="2710875" y="3806450"/>
            <a:chExt cx="416725" cy="481825"/>
          </a:xfrm>
        </p:grpSpPr>
        <p:sp>
          <p:nvSpPr>
            <p:cNvPr id="8083" name="Google Shape;8083;p91"/>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4" name="Google Shape;8084;p91"/>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5" name="Google Shape;8085;p91"/>
          <p:cNvGrpSpPr/>
          <p:nvPr/>
        </p:nvGrpSpPr>
        <p:grpSpPr>
          <a:xfrm>
            <a:off x="6712457" y="3166412"/>
            <a:ext cx="339253" cy="258369"/>
            <a:chOff x="3271200" y="3863875"/>
            <a:chExt cx="481825" cy="366950"/>
          </a:xfrm>
        </p:grpSpPr>
        <p:sp>
          <p:nvSpPr>
            <p:cNvPr id="8086" name="Google Shape;8086;p91"/>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7" name="Google Shape;8087;p91"/>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8" name="Google Shape;8088;p91"/>
          <p:cNvGrpSpPr/>
          <p:nvPr/>
        </p:nvGrpSpPr>
        <p:grpSpPr>
          <a:xfrm>
            <a:off x="7147952" y="3126199"/>
            <a:ext cx="295528" cy="338795"/>
            <a:chOff x="3895050" y="3806775"/>
            <a:chExt cx="419725" cy="481175"/>
          </a:xfrm>
        </p:grpSpPr>
        <p:sp>
          <p:nvSpPr>
            <p:cNvPr id="8089" name="Google Shape;8089;p91"/>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0" name="Google Shape;8090;p91"/>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1" name="Google Shape;8091;p91"/>
          <p:cNvGrpSpPr/>
          <p:nvPr/>
        </p:nvGrpSpPr>
        <p:grpSpPr>
          <a:xfrm>
            <a:off x="7551234" y="3125979"/>
            <a:ext cx="336296" cy="339235"/>
            <a:chOff x="4464775" y="3806475"/>
            <a:chExt cx="477625" cy="481800"/>
          </a:xfrm>
        </p:grpSpPr>
        <p:sp>
          <p:nvSpPr>
            <p:cNvPr id="8092" name="Google Shape;8092;p91"/>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3" name="Google Shape;8093;p91"/>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4" name="Google Shape;8094;p91"/>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5" name="Google Shape;8095;p91"/>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6" name="Google Shape;8096;p91"/>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7" name="Google Shape;8097;p91"/>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8" name="Google Shape;8098;p91"/>
          <p:cNvGrpSpPr/>
          <p:nvPr/>
        </p:nvGrpSpPr>
        <p:grpSpPr>
          <a:xfrm>
            <a:off x="7974679" y="3125970"/>
            <a:ext cx="339253" cy="339253"/>
            <a:chOff x="5049725" y="3806450"/>
            <a:chExt cx="481825" cy="481825"/>
          </a:xfrm>
        </p:grpSpPr>
        <p:sp>
          <p:nvSpPr>
            <p:cNvPr id="8099" name="Google Shape;8099;p91"/>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0" name="Google Shape;8100;p91"/>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1" name="Google Shape;8101;p91"/>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2" name="Google Shape;8102;p91"/>
          <p:cNvGrpSpPr/>
          <p:nvPr/>
        </p:nvGrpSpPr>
        <p:grpSpPr>
          <a:xfrm>
            <a:off x="1461983" y="3951798"/>
            <a:ext cx="339253" cy="339253"/>
            <a:chOff x="5651375" y="3806450"/>
            <a:chExt cx="481825" cy="481825"/>
          </a:xfrm>
        </p:grpSpPr>
        <p:sp>
          <p:nvSpPr>
            <p:cNvPr id="8103" name="Google Shape;8103;p91"/>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4" name="Google Shape;8104;p91"/>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5" name="Google Shape;8105;p91"/>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6" name="Google Shape;8106;p91"/>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7" name="Google Shape;8107;p91"/>
          <p:cNvGrpSpPr/>
          <p:nvPr/>
        </p:nvGrpSpPr>
        <p:grpSpPr>
          <a:xfrm>
            <a:off x="3360663" y="3953787"/>
            <a:ext cx="298503" cy="335275"/>
            <a:chOff x="6264300" y="3809300"/>
            <a:chExt cx="423950" cy="476175"/>
          </a:xfrm>
        </p:grpSpPr>
        <p:sp>
          <p:nvSpPr>
            <p:cNvPr id="8108" name="Google Shape;8108;p91"/>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9" name="Google Shape;8109;p91"/>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0" name="Google Shape;8110;p91"/>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1" name="Google Shape;8111;p91"/>
          <p:cNvGrpSpPr/>
          <p:nvPr/>
        </p:nvGrpSpPr>
        <p:grpSpPr>
          <a:xfrm>
            <a:off x="5039841" y="3538881"/>
            <a:ext cx="340573" cy="339271"/>
            <a:chOff x="898875" y="4399275"/>
            <a:chExt cx="483700" cy="481850"/>
          </a:xfrm>
        </p:grpSpPr>
        <p:sp>
          <p:nvSpPr>
            <p:cNvPr id="8112" name="Google Shape;8112;p91"/>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3" name="Google Shape;8113;p91"/>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4" name="Google Shape;8114;p91"/>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5" name="Google Shape;8115;p91"/>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6" name="Google Shape;8116;p91"/>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7" name="Google Shape;8117;p91"/>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8" name="Google Shape;8118;p91"/>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9" name="Google Shape;8119;p91"/>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0" name="Google Shape;8120;p91"/>
          <p:cNvGrpSpPr/>
          <p:nvPr/>
        </p:nvGrpSpPr>
        <p:grpSpPr>
          <a:xfrm>
            <a:off x="5473575" y="3554133"/>
            <a:ext cx="339253" cy="308765"/>
            <a:chOff x="1492675" y="4420975"/>
            <a:chExt cx="481825" cy="438525"/>
          </a:xfrm>
        </p:grpSpPr>
        <p:sp>
          <p:nvSpPr>
            <p:cNvPr id="8121" name="Google Shape;8121;p91"/>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2" name="Google Shape;8122;p91"/>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3" name="Google Shape;8123;p91"/>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4" name="Google Shape;8124;p91"/>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5" name="Google Shape;8125;p91"/>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6" name="Google Shape;8126;p91"/>
          <p:cNvGrpSpPr/>
          <p:nvPr/>
        </p:nvGrpSpPr>
        <p:grpSpPr>
          <a:xfrm>
            <a:off x="5878556" y="3539558"/>
            <a:ext cx="342580" cy="337915"/>
            <a:chOff x="2084100" y="4400250"/>
            <a:chExt cx="486550" cy="479925"/>
          </a:xfrm>
        </p:grpSpPr>
        <p:sp>
          <p:nvSpPr>
            <p:cNvPr id="8127" name="Google Shape;8127;p91"/>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8" name="Google Shape;8128;p91"/>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9" name="Google Shape;8129;p91"/>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0" name="Google Shape;8130;p91"/>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1" name="Google Shape;8131;p91"/>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2" name="Google Shape;8132;p91"/>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3" name="Google Shape;8133;p91"/>
          <p:cNvGrpSpPr/>
          <p:nvPr/>
        </p:nvGrpSpPr>
        <p:grpSpPr>
          <a:xfrm>
            <a:off x="6315036" y="3538907"/>
            <a:ext cx="298169" cy="339218"/>
            <a:chOff x="2707950" y="4399325"/>
            <a:chExt cx="423475" cy="481775"/>
          </a:xfrm>
        </p:grpSpPr>
        <p:sp>
          <p:nvSpPr>
            <p:cNvPr id="8134" name="Google Shape;8134;p91"/>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5" name="Google Shape;8135;p91"/>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6" name="Google Shape;8136;p91"/>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7" name="Google Shape;8137;p91"/>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8" name="Google Shape;8138;p91"/>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9" name="Google Shape;8139;p91"/>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0" name="Google Shape;8140;p91"/>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1" name="Google Shape;8141;p91"/>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2" name="Google Shape;8142;p91"/>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3" name="Google Shape;8143;p91"/>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4" name="Google Shape;8144;p91"/>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5" name="Google Shape;8145;p91"/>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6" name="Google Shape;8146;p91"/>
          <p:cNvGrpSpPr/>
          <p:nvPr/>
        </p:nvGrpSpPr>
        <p:grpSpPr>
          <a:xfrm>
            <a:off x="6744555" y="3538881"/>
            <a:ext cx="275057" cy="339271"/>
            <a:chOff x="3330525" y="4399275"/>
            <a:chExt cx="390650" cy="481850"/>
          </a:xfrm>
        </p:grpSpPr>
        <p:sp>
          <p:nvSpPr>
            <p:cNvPr id="8147" name="Google Shape;8147;p91"/>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8" name="Google Shape;8148;p91"/>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9" name="Google Shape;8149;p91"/>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0" name="Google Shape;8150;p91"/>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1" name="Google Shape;8151;p91"/>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2" name="Google Shape;8152;p91"/>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3" name="Google Shape;8153;p91"/>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4" name="Google Shape;8154;p91"/>
          <p:cNvGrpSpPr/>
          <p:nvPr/>
        </p:nvGrpSpPr>
        <p:grpSpPr>
          <a:xfrm>
            <a:off x="7169084" y="3538890"/>
            <a:ext cx="253265" cy="339253"/>
            <a:chOff x="3938800" y="4399275"/>
            <a:chExt cx="359700" cy="481825"/>
          </a:xfrm>
        </p:grpSpPr>
        <p:sp>
          <p:nvSpPr>
            <p:cNvPr id="8155" name="Google Shape;8155;p91"/>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6" name="Google Shape;8156;p91"/>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7" name="Google Shape;8157;p91"/>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8" name="Google Shape;8158;p91"/>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9" name="Google Shape;8159;p91"/>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0" name="Google Shape;8160;p91"/>
          <p:cNvGrpSpPr/>
          <p:nvPr/>
        </p:nvGrpSpPr>
        <p:grpSpPr>
          <a:xfrm>
            <a:off x="7639862" y="3538890"/>
            <a:ext cx="159039" cy="339253"/>
            <a:chOff x="4584850" y="4399275"/>
            <a:chExt cx="225875" cy="481825"/>
          </a:xfrm>
        </p:grpSpPr>
        <p:sp>
          <p:nvSpPr>
            <p:cNvPr id="8161" name="Google Shape;8161;p91"/>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2" name="Google Shape;8162;p91"/>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63" name="Google Shape;8163;p91"/>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64" name="Google Shape;8164;p91"/>
          <p:cNvGrpSpPr/>
          <p:nvPr/>
        </p:nvGrpSpPr>
        <p:grpSpPr>
          <a:xfrm>
            <a:off x="1049680" y="3951795"/>
            <a:ext cx="339253" cy="339253"/>
            <a:chOff x="5642550" y="4399275"/>
            <a:chExt cx="481825" cy="481825"/>
          </a:xfrm>
        </p:grpSpPr>
        <p:sp>
          <p:nvSpPr>
            <p:cNvPr id="8165" name="Google Shape;8165;p91"/>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6" name="Google Shape;8166;p91"/>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7" name="Google Shape;8167;p91"/>
          <p:cNvGrpSpPr/>
          <p:nvPr/>
        </p:nvGrpSpPr>
        <p:grpSpPr>
          <a:xfrm>
            <a:off x="2859815" y="3963703"/>
            <a:ext cx="363316" cy="315437"/>
            <a:chOff x="6218300" y="4416175"/>
            <a:chExt cx="516000" cy="448000"/>
          </a:xfrm>
        </p:grpSpPr>
        <p:sp>
          <p:nvSpPr>
            <p:cNvPr id="8168" name="Google Shape;8168;p91"/>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9" name="Google Shape;8169;p91"/>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0" name="Google Shape;8170;p91"/>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1" name="Google Shape;8171;p91"/>
          <p:cNvGrpSpPr/>
          <p:nvPr/>
        </p:nvGrpSpPr>
        <p:grpSpPr>
          <a:xfrm>
            <a:off x="5918879" y="3951792"/>
            <a:ext cx="339253" cy="339253"/>
            <a:chOff x="899850" y="4992125"/>
            <a:chExt cx="481825" cy="481825"/>
          </a:xfrm>
        </p:grpSpPr>
        <p:sp>
          <p:nvSpPr>
            <p:cNvPr id="8172" name="Google Shape;8172;p91"/>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3" name="Google Shape;8173;p91"/>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4" name="Google Shape;8174;p91"/>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5" name="Google Shape;8175;p91"/>
          <p:cNvGrpSpPr/>
          <p:nvPr/>
        </p:nvGrpSpPr>
        <p:grpSpPr>
          <a:xfrm>
            <a:off x="5461708" y="3951792"/>
            <a:ext cx="339253" cy="339253"/>
            <a:chOff x="1492675" y="4992125"/>
            <a:chExt cx="481825" cy="481825"/>
          </a:xfrm>
        </p:grpSpPr>
        <p:sp>
          <p:nvSpPr>
            <p:cNvPr id="8176" name="Google Shape;8176;p91"/>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7" name="Google Shape;8177;p91"/>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8" name="Google Shape;8178;p91"/>
          <p:cNvGrpSpPr/>
          <p:nvPr/>
        </p:nvGrpSpPr>
        <p:grpSpPr>
          <a:xfrm>
            <a:off x="5004462" y="3951792"/>
            <a:ext cx="339253" cy="339253"/>
            <a:chOff x="2085525" y="4992125"/>
            <a:chExt cx="481825" cy="481825"/>
          </a:xfrm>
        </p:grpSpPr>
        <p:sp>
          <p:nvSpPr>
            <p:cNvPr id="8179" name="Google Shape;8179;p91"/>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0" name="Google Shape;8180;p91"/>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1" name="Google Shape;8181;p91"/>
          <p:cNvGrpSpPr/>
          <p:nvPr/>
        </p:nvGrpSpPr>
        <p:grpSpPr>
          <a:xfrm>
            <a:off x="6833221" y="3951792"/>
            <a:ext cx="339253" cy="339253"/>
            <a:chOff x="2678350" y="4992125"/>
            <a:chExt cx="481825" cy="481825"/>
          </a:xfrm>
        </p:grpSpPr>
        <p:sp>
          <p:nvSpPr>
            <p:cNvPr id="8182" name="Google Shape;8182;p91"/>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3" name="Google Shape;8183;p91"/>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4" name="Google Shape;8184;p91"/>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5" name="Google Shape;8185;p91"/>
          <p:cNvGrpSpPr/>
          <p:nvPr/>
        </p:nvGrpSpPr>
        <p:grpSpPr>
          <a:xfrm>
            <a:off x="4628816" y="3951792"/>
            <a:ext cx="339253" cy="339253"/>
            <a:chOff x="3271200" y="4992125"/>
            <a:chExt cx="481825" cy="481825"/>
          </a:xfrm>
        </p:grpSpPr>
        <p:sp>
          <p:nvSpPr>
            <p:cNvPr id="8186" name="Google Shape;8186;p91"/>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7" name="Google Shape;8187;p91"/>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8" name="Google Shape;8188;p91"/>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9" name="Google Shape;8189;p91"/>
          <p:cNvGrpSpPr/>
          <p:nvPr/>
        </p:nvGrpSpPr>
        <p:grpSpPr>
          <a:xfrm>
            <a:off x="7290263" y="3952822"/>
            <a:ext cx="339411" cy="337193"/>
            <a:chOff x="3863900" y="4993625"/>
            <a:chExt cx="482050" cy="478900"/>
          </a:xfrm>
        </p:grpSpPr>
        <p:sp>
          <p:nvSpPr>
            <p:cNvPr id="8190" name="Google Shape;8190;p91"/>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1" name="Google Shape;8191;p91"/>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2" name="Google Shape;8192;p91"/>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3" name="Google Shape;8193;p91"/>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4" name="Google Shape;8194;p91"/>
          <p:cNvGrpSpPr/>
          <p:nvPr/>
        </p:nvGrpSpPr>
        <p:grpSpPr>
          <a:xfrm>
            <a:off x="7747437" y="3952822"/>
            <a:ext cx="339411" cy="337193"/>
            <a:chOff x="4456725" y="4993625"/>
            <a:chExt cx="482050" cy="478900"/>
          </a:xfrm>
        </p:grpSpPr>
        <p:sp>
          <p:nvSpPr>
            <p:cNvPr id="8195" name="Google Shape;8195;p91"/>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6" name="Google Shape;8196;p91"/>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7" name="Google Shape;8197;p91"/>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8" name="Google Shape;8198;p91"/>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9" name="Google Shape;8199;p91"/>
          <p:cNvGrpSpPr/>
          <p:nvPr/>
        </p:nvGrpSpPr>
        <p:grpSpPr>
          <a:xfrm>
            <a:off x="6376030" y="3952813"/>
            <a:ext cx="339411" cy="337211"/>
            <a:chOff x="5049575" y="4993600"/>
            <a:chExt cx="482050" cy="478925"/>
          </a:xfrm>
        </p:grpSpPr>
        <p:sp>
          <p:nvSpPr>
            <p:cNvPr id="8200" name="Google Shape;8200;p91"/>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1" name="Google Shape;8201;p91"/>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2" name="Google Shape;8202;p91"/>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3" name="Google Shape;8203;p91"/>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07"/>
        <p:cNvGrpSpPr/>
        <p:nvPr/>
      </p:nvGrpSpPr>
      <p:grpSpPr>
        <a:xfrm>
          <a:off x="0" y="0"/>
          <a:ext cx="0" cy="0"/>
          <a:chOff x="0" y="0"/>
          <a:chExt cx="0" cy="0"/>
        </a:xfrm>
      </p:grpSpPr>
      <p:sp>
        <p:nvSpPr>
          <p:cNvPr id="8208" name="Google Shape;8208;p92"/>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09" name="Google Shape;8209;p92"/>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210" name="Google Shape;8210;p92"/>
          <p:cNvGrpSpPr/>
          <p:nvPr/>
        </p:nvGrpSpPr>
        <p:grpSpPr>
          <a:xfrm>
            <a:off x="876361" y="1533504"/>
            <a:ext cx="322099" cy="370529"/>
            <a:chOff x="-42971725" y="3217825"/>
            <a:chExt cx="275675" cy="317125"/>
          </a:xfrm>
        </p:grpSpPr>
        <p:sp>
          <p:nvSpPr>
            <p:cNvPr id="8211" name="Google Shape;8211;p92"/>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2"/>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2"/>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92"/>
          <p:cNvGrpSpPr/>
          <p:nvPr/>
        </p:nvGrpSpPr>
        <p:grpSpPr>
          <a:xfrm>
            <a:off x="848276" y="2002160"/>
            <a:ext cx="378270" cy="337551"/>
            <a:chOff x="-42996150" y="3612600"/>
            <a:chExt cx="323750" cy="288900"/>
          </a:xfrm>
        </p:grpSpPr>
        <p:sp>
          <p:nvSpPr>
            <p:cNvPr id="8215" name="Google Shape;8215;p92"/>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2"/>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2"/>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8" name="Google Shape;8218;p92"/>
          <p:cNvGrpSpPr/>
          <p:nvPr/>
        </p:nvGrpSpPr>
        <p:grpSpPr>
          <a:xfrm>
            <a:off x="851036" y="2411530"/>
            <a:ext cx="372749" cy="370909"/>
            <a:chOff x="-42994575" y="3950300"/>
            <a:chExt cx="319025" cy="317450"/>
          </a:xfrm>
        </p:grpSpPr>
        <p:sp>
          <p:nvSpPr>
            <p:cNvPr id="8219" name="Google Shape;8219;p92"/>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2"/>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2"/>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92"/>
          <p:cNvGrpSpPr/>
          <p:nvPr/>
        </p:nvGrpSpPr>
        <p:grpSpPr>
          <a:xfrm>
            <a:off x="3004431" y="1558362"/>
            <a:ext cx="371785" cy="370879"/>
            <a:chOff x="-41111350" y="3239100"/>
            <a:chExt cx="318200" cy="317425"/>
          </a:xfrm>
        </p:grpSpPr>
        <p:sp>
          <p:nvSpPr>
            <p:cNvPr id="8223" name="Google Shape;8223;p92"/>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2"/>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2"/>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2"/>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7" name="Google Shape;8227;p92"/>
          <p:cNvGrpSpPr/>
          <p:nvPr/>
        </p:nvGrpSpPr>
        <p:grpSpPr>
          <a:xfrm>
            <a:off x="3000751" y="1993894"/>
            <a:ext cx="379146" cy="370967"/>
            <a:chOff x="-41117650" y="3605525"/>
            <a:chExt cx="324500" cy="317500"/>
          </a:xfrm>
        </p:grpSpPr>
        <p:sp>
          <p:nvSpPr>
            <p:cNvPr id="8228" name="Google Shape;8228;p92"/>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2"/>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2"/>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1" name="Google Shape;8231;p92"/>
          <p:cNvSpPr/>
          <p:nvPr/>
        </p:nvSpPr>
        <p:spPr>
          <a:xfrm>
            <a:off x="3006881" y="244347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2" name="Google Shape;8232;p92"/>
          <p:cNvGrpSpPr/>
          <p:nvPr/>
        </p:nvGrpSpPr>
        <p:grpSpPr>
          <a:xfrm>
            <a:off x="1827005" y="2885417"/>
            <a:ext cx="216271" cy="371814"/>
            <a:chOff x="-39205300" y="3220175"/>
            <a:chExt cx="185100" cy="318225"/>
          </a:xfrm>
        </p:grpSpPr>
        <p:sp>
          <p:nvSpPr>
            <p:cNvPr id="8233" name="Google Shape;8233;p92"/>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2"/>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92"/>
          <p:cNvGrpSpPr/>
          <p:nvPr/>
        </p:nvGrpSpPr>
        <p:grpSpPr>
          <a:xfrm>
            <a:off x="1792533" y="3345488"/>
            <a:ext cx="300016" cy="369273"/>
            <a:chOff x="-39248625" y="3588600"/>
            <a:chExt cx="256775" cy="316050"/>
          </a:xfrm>
        </p:grpSpPr>
        <p:sp>
          <p:nvSpPr>
            <p:cNvPr id="8236" name="Google Shape;8236;p92"/>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2"/>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8" name="Google Shape;8238;p92"/>
          <p:cNvSpPr/>
          <p:nvPr/>
        </p:nvSpPr>
        <p:spPr>
          <a:xfrm>
            <a:off x="1763554" y="380111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2"/>
          <p:cNvSpPr/>
          <p:nvPr/>
        </p:nvSpPr>
        <p:spPr>
          <a:xfrm>
            <a:off x="3953101" y="287255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0" name="Google Shape;8240;p92"/>
          <p:cNvGrpSpPr/>
          <p:nvPr/>
        </p:nvGrpSpPr>
        <p:grpSpPr>
          <a:xfrm>
            <a:off x="1243246" y="1533504"/>
            <a:ext cx="429504" cy="370879"/>
            <a:chOff x="-42651700" y="3217825"/>
            <a:chExt cx="367600" cy="317425"/>
          </a:xfrm>
        </p:grpSpPr>
        <p:sp>
          <p:nvSpPr>
            <p:cNvPr id="8241" name="Google Shape;8241;p92"/>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2"/>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2"/>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2"/>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92"/>
          <p:cNvGrpSpPr/>
          <p:nvPr/>
        </p:nvGrpSpPr>
        <p:grpSpPr>
          <a:xfrm>
            <a:off x="1278678" y="1973154"/>
            <a:ext cx="358640" cy="363226"/>
            <a:chOff x="-42617300" y="3587775"/>
            <a:chExt cx="306950" cy="310875"/>
          </a:xfrm>
        </p:grpSpPr>
        <p:sp>
          <p:nvSpPr>
            <p:cNvPr id="8246" name="Google Shape;8246;p92"/>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2"/>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8" name="Google Shape;8248;p92"/>
          <p:cNvSpPr/>
          <p:nvPr/>
        </p:nvSpPr>
        <p:spPr>
          <a:xfrm>
            <a:off x="1275131" y="241219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9" name="Google Shape;8249;p92"/>
          <p:cNvGrpSpPr/>
          <p:nvPr/>
        </p:nvGrpSpPr>
        <p:grpSpPr>
          <a:xfrm>
            <a:off x="3450506" y="1557895"/>
            <a:ext cx="376926" cy="370324"/>
            <a:chOff x="-40748275" y="3238700"/>
            <a:chExt cx="322600" cy="316950"/>
          </a:xfrm>
        </p:grpSpPr>
        <p:sp>
          <p:nvSpPr>
            <p:cNvPr id="8250" name="Google Shape;8250;p92"/>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2"/>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2"/>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2"/>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2"/>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2"/>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92"/>
          <p:cNvGrpSpPr/>
          <p:nvPr/>
        </p:nvGrpSpPr>
        <p:grpSpPr>
          <a:xfrm>
            <a:off x="3453062" y="2025879"/>
            <a:ext cx="371814" cy="338690"/>
            <a:chOff x="-40745125" y="3632900"/>
            <a:chExt cx="318225" cy="289875"/>
          </a:xfrm>
        </p:grpSpPr>
        <p:sp>
          <p:nvSpPr>
            <p:cNvPr id="8257" name="Google Shape;8257;p92"/>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2"/>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2"/>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2"/>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2"/>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2"/>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2"/>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92"/>
          <p:cNvGrpSpPr/>
          <p:nvPr/>
        </p:nvGrpSpPr>
        <p:grpSpPr>
          <a:xfrm>
            <a:off x="3457209" y="2437089"/>
            <a:ext cx="363518" cy="370178"/>
            <a:chOff x="-40742750" y="3972175"/>
            <a:chExt cx="311125" cy="316825"/>
          </a:xfrm>
        </p:grpSpPr>
        <p:sp>
          <p:nvSpPr>
            <p:cNvPr id="8265" name="Google Shape;8265;p92"/>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2"/>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92"/>
          <p:cNvGrpSpPr/>
          <p:nvPr/>
        </p:nvGrpSpPr>
        <p:grpSpPr>
          <a:xfrm>
            <a:off x="2239871" y="2887257"/>
            <a:ext cx="266892" cy="369974"/>
            <a:chOff x="-38860325" y="3221750"/>
            <a:chExt cx="228425" cy="316650"/>
          </a:xfrm>
        </p:grpSpPr>
        <p:sp>
          <p:nvSpPr>
            <p:cNvPr id="8268" name="Google Shape;8268;p92"/>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2"/>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2"/>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2"/>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2" name="Google Shape;8272;p92"/>
          <p:cNvGrpSpPr/>
          <p:nvPr/>
        </p:nvGrpSpPr>
        <p:grpSpPr>
          <a:xfrm>
            <a:off x="2190678" y="3349314"/>
            <a:ext cx="380081" cy="367111"/>
            <a:chOff x="-38905225" y="3591875"/>
            <a:chExt cx="325300" cy="314200"/>
          </a:xfrm>
        </p:grpSpPr>
        <p:sp>
          <p:nvSpPr>
            <p:cNvPr id="8273" name="Google Shape;8273;p92"/>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2"/>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2"/>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76" name="Google Shape;8276;p92"/>
          <p:cNvSpPr/>
          <p:nvPr/>
        </p:nvSpPr>
        <p:spPr>
          <a:xfrm>
            <a:off x="2198491" y="385909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7" name="Google Shape;8277;p92"/>
          <p:cNvGrpSpPr/>
          <p:nvPr/>
        </p:nvGrpSpPr>
        <p:grpSpPr>
          <a:xfrm>
            <a:off x="3997427" y="3334394"/>
            <a:ext cx="290815" cy="369740"/>
            <a:chOff x="-37370925" y="3579105"/>
            <a:chExt cx="248900" cy="316450"/>
          </a:xfrm>
        </p:grpSpPr>
        <p:sp>
          <p:nvSpPr>
            <p:cNvPr id="8278" name="Google Shape;8278;p92"/>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2"/>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0" name="Google Shape;8280;p92"/>
          <p:cNvSpPr/>
          <p:nvPr/>
        </p:nvSpPr>
        <p:spPr>
          <a:xfrm>
            <a:off x="1697481" y="153419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2"/>
          <p:cNvSpPr/>
          <p:nvPr/>
        </p:nvSpPr>
        <p:spPr>
          <a:xfrm>
            <a:off x="1722323" y="196949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82" name="Google Shape;8282;p92"/>
          <p:cNvGrpSpPr/>
          <p:nvPr/>
        </p:nvGrpSpPr>
        <p:grpSpPr>
          <a:xfrm>
            <a:off x="1690803" y="2412465"/>
            <a:ext cx="371814" cy="369974"/>
            <a:chOff x="-42259725" y="3951100"/>
            <a:chExt cx="318225" cy="316650"/>
          </a:xfrm>
        </p:grpSpPr>
        <p:sp>
          <p:nvSpPr>
            <p:cNvPr id="8283" name="Google Shape;8283;p92"/>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2"/>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92"/>
          <p:cNvGrpSpPr/>
          <p:nvPr/>
        </p:nvGrpSpPr>
        <p:grpSpPr>
          <a:xfrm>
            <a:off x="3889164" y="1591486"/>
            <a:ext cx="370879" cy="337755"/>
            <a:chOff x="-40378075" y="3267450"/>
            <a:chExt cx="317425" cy="289075"/>
          </a:xfrm>
        </p:grpSpPr>
        <p:sp>
          <p:nvSpPr>
            <p:cNvPr id="8286" name="Google Shape;8286;p92"/>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2"/>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2"/>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2"/>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92"/>
          <p:cNvGrpSpPr/>
          <p:nvPr/>
        </p:nvGrpSpPr>
        <p:grpSpPr>
          <a:xfrm>
            <a:off x="3892830" y="1992754"/>
            <a:ext cx="363548" cy="369974"/>
            <a:chOff x="-40372575" y="3604550"/>
            <a:chExt cx="311150" cy="316650"/>
          </a:xfrm>
        </p:grpSpPr>
        <p:sp>
          <p:nvSpPr>
            <p:cNvPr id="8291" name="Google Shape;8291;p92"/>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2"/>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2"/>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4" name="Google Shape;8294;p92"/>
          <p:cNvSpPr/>
          <p:nvPr/>
        </p:nvSpPr>
        <p:spPr>
          <a:xfrm>
            <a:off x="3896162" y="243603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5" name="Google Shape;8295;p92"/>
          <p:cNvGrpSpPr/>
          <p:nvPr/>
        </p:nvGrpSpPr>
        <p:grpSpPr>
          <a:xfrm>
            <a:off x="2616780" y="2885417"/>
            <a:ext cx="399038" cy="372165"/>
            <a:chOff x="-38542250" y="3220175"/>
            <a:chExt cx="341525" cy="318525"/>
          </a:xfrm>
        </p:grpSpPr>
        <p:sp>
          <p:nvSpPr>
            <p:cNvPr id="8296" name="Google Shape;8296;p92"/>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2"/>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2"/>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92"/>
          <p:cNvGrpSpPr/>
          <p:nvPr/>
        </p:nvGrpSpPr>
        <p:grpSpPr>
          <a:xfrm>
            <a:off x="2638712" y="3344787"/>
            <a:ext cx="369974" cy="369068"/>
            <a:chOff x="-38537400" y="3588000"/>
            <a:chExt cx="316650" cy="315875"/>
          </a:xfrm>
        </p:grpSpPr>
        <p:sp>
          <p:nvSpPr>
            <p:cNvPr id="8300" name="Google Shape;8300;p92"/>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2"/>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2"/>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2"/>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4" name="Google Shape;8304;p92"/>
          <p:cNvGrpSpPr/>
          <p:nvPr/>
        </p:nvGrpSpPr>
        <p:grpSpPr>
          <a:xfrm>
            <a:off x="2637792" y="3802316"/>
            <a:ext cx="371814" cy="369974"/>
            <a:chOff x="-38538975" y="3954250"/>
            <a:chExt cx="318225" cy="316650"/>
          </a:xfrm>
        </p:grpSpPr>
        <p:sp>
          <p:nvSpPr>
            <p:cNvPr id="8305" name="Google Shape;8305;p92"/>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2"/>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92"/>
          <p:cNvGrpSpPr/>
          <p:nvPr/>
        </p:nvGrpSpPr>
        <p:grpSpPr>
          <a:xfrm>
            <a:off x="3955104" y="3797243"/>
            <a:ext cx="375465" cy="371814"/>
            <a:chOff x="-37385100" y="3949908"/>
            <a:chExt cx="321350" cy="318225"/>
          </a:xfrm>
        </p:grpSpPr>
        <p:sp>
          <p:nvSpPr>
            <p:cNvPr id="8308" name="Google Shape;8308;p92"/>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2"/>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92"/>
          <p:cNvGrpSpPr/>
          <p:nvPr/>
        </p:nvGrpSpPr>
        <p:grpSpPr>
          <a:xfrm>
            <a:off x="2130763" y="1532803"/>
            <a:ext cx="370909" cy="370675"/>
            <a:chOff x="-41895050" y="3217225"/>
            <a:chExt cx="317450" cy="317250"/>
          </a:xfrm>
        </p:grpSpPr>
        <p:sp>
          <p:nvSpPr>
            <p:cNvPr id="8311" name="Google Shape;8311;p92"/>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2"/>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2"/>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2"/>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2"/>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6" name="Google Shape;8316;p92"/>
          <p:cNvGrpSpPr/>
          <p:nvPr/>
        </p:nvGrpSpPr>
        <p:grpSpPr>
          <a:xfrm>
            <a:off x="2130310" y="1969737"/>
            <a:ext cx="371814" cy="369974"/>
            <a:chOff x="-41893475" y="3584850"/>
            <a:chExt cx="318225" cy="316650"/>
          </a:xfrm>
        </p:grpSpPr>
        <p:sp>
          <p:nvSpPr>
            <p:cNvPr id="8317" name="Google Shape;8317;p92"/>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2"/>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2"/>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2"/>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21" name="Google Shape;8321;p92"/>
          <p:cNvSpPr/>
          <p:nvPr/>
        </p:nvSpPr>
        <p:spPr>
          <a:xfrm>
            <a:off x="2133283" y="241403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2"/>
          <p:cNvSpPr/>
          <p:nvPr/>
        </p:nvSpPr>
        <p:spPr>
          <a:xfrm>
            <a:off x="845041" y="290637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23" name="Google Shape;8323;p92"/>
          <p:cNvGrpSpPr/>
          <p:nvPr/>
        </p:nvGrpSpPr>
        <p:grpSpPr>
          <a:xfrm>
            <a:off x="900338" y="3365029"/>
            <a:ext cx="337522" cy="370909"/>
            <a:chOff x="-39998250" y="3605325"/>
            <a:chExt cx="288875" cy="317450"/>
          </a:xfrm>
        </p:grpSpPr>
        <p:sp>
          <p:nvSpPr>
            <p:cNvPr id="8324" name="Google Shape;8324;p92"/>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2"/>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92"/>
          <p:cNvGrpSpPr/>
          <p:nvPr/>
        </p:nvGrpSpPr>
        <p:grpSpPr>
          <a:xfrm>
            <a:off x="884112" y="3823493"/>
            <a:ext cx="369974" cy="369945"/>
            <a:chOff x="-40011050" y="3972375"/>
            <a:chExt cx="316650" cy="316625"/>
          </a:xfrm>
        </p:grpSpPr>
        <p:sp>
          <p:nvSpPr>
            <p:cNvPr id="8327" name="Google Shape;8327;p92"/>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2"/>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92"/>
          <p:cNvGrpSpPr/>
          <p:nvPr/>
        </p:nvGrpSpPr>
        <p:grpSpPr>
          <a:xfrm>
            <a:off x="3116043" y="2888192"/>
            <a:ext cx="266921" cy="369039"/>
            <a:chOff x="-38129425" y="3222550"/>
            <a:chExt cx="228450" cy="315850"/>
          </a:xfrm>
        </p:grpSpPr>
        <p:sp>
          <p:nvSpPr>
            <p:cNvPr id="8330" name="Google Shape;8330;p92"/>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2"/>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92"/>
          <p:cNvGrpSpPr/>
          <p:nvPr/>
        </p:nvGrpSpPr>
        <p:grpSpPr>
          <a:xfrm>
            <a:off x="3071012" y="3344787"/>
            <a:ext cx="371785" cy="369974"/>
            <a:chOff x="-38172725" y="3588000"/>
            <a:chExt cx="318200" cy="316650"/>
          </a:xfrm>
        </p:grpSpPr>
        <p:sp>
          <p:nvSpPr>
            <p:cNvPr id="8333" name="Google Shape;8333;p92"/>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2"/>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2"/>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2"/>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2"/>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2"/>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2"/>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2"/>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1" name="Google Shape;8341;p92"/>
          <p:cNvGrpSpPr/>
          <p:nvPr/>
        </p:nvGrpSpPr>
        <p:grpSpPr>
          <a:xfrm>
            <a:off x="3146914" y="3803222"/>
            <a:ext cx="219981" cy="369974"/>
            <a:chOff x="-38109725" y="3955025"/>
            <a:chExt cx="188275" cy="316650"/>
          </a:xfrm>
        </p:grpSpPr>
        <p:sp>
          <p:nvSpPr>
            <p:cNvPr id="8342" name="Google Shape;8342;p92"/>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2"/>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44" name="Google Shape;8344;p92"/>
          <p:cNvSpPr/>
          <p:nvPr/>
        </p:nvSpPr>
        <p:spPr>
          <a:xfrm>
            <a:off x="2248517" y="426298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5" name="Google Shape;8345;p92"/>
          <p:cNvGrpSpPr/>
          <p:nvPr/>
        </p:nvGrpSpPr>
        <p:grpSpPr>
          <a:xfrm>
            <a:off x="2562313" y="1534643"/>
            <a:ext cx="373654" cy="369068"/>
            <a:chOff x="-41530375" y="3218800"/>
            <a:chExt cx="319800" cy="315875"/>
          </a:xfrm>
        </p:grpSpPr>
        <p:sp>
          <p:nvSpPr>
            <p:cNvPr id="8346" name="Google Shape;8346;p92"/>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2"/>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92"/>
          <p:cNvGrpSpPr/>
          <p:nvPr/>
        </p:nvGrpSpPr>
        <p:grpSpPr>
          <a:xfrm>
            <a:off x="2564607" y="2049801"/>
            <a:ext cx="369068" cy="289004"/>
            <a:chOff x="-41526450" y="3653375"/>
            <a:chExt cx="315875" cy="247350"/>
          </a:xfrm>
        </p:grpSpPr>
        <p:sp>
          <p:nvSpPr>
            <p:cNvPr id="8349" name="Google Shape;8349;p92"/>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2"/>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1" name="Google Shape;8351;p92"/>
          <p:cNvGrpSpPr/>
          <p:nvPr/>
        </p:nvGrpSpPr>
        <p:grpSpPr>
          <a:xfrm>
            <a:off x="2565994" y="2412465"/>
            <a:ext cx="366293" cy="369974"/>
            <a:chOff x="-41526450" y="3951100"/>
            <a:chExt cx="313500" cy="316650"/>
          </a:xfrm>
        </p:grpSpPr>
        <p:sp>
          <p:nvSpPr>
            <p:cNvPr id="8352" name="Google Shape;8352;p92"/>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2"/>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2"/>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92"/>
          <p:cNvGrpSpPr/>
          <p:nvPr/>
        </p:nvGrpSpPr>
        <p:grpSpPr>
          <a:xfrm>
            <a:off x="1331249" y="2906594"/>
            <a:ext cx="339595" cy="371814"/>
            <a:chOff x="-39625900" y="3238300"/>
            <a:chExt cx="290650" cy="318225"/>
          </a:xfrm>
        </p:grpSpPr>
        <p:sp>
          <p:nvSpPr>
            <p:cNvPr id="8356" name="Google Shape;8356;p92"/>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2"/>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8" name="Google Shape;8358;p92"/>
          <p:cNvSpPr/>
          <p:nvPr/>
        </p:nvSpPr>
        <p:spPr>
          <a:xfrm>
            <a:off x="1353422" y="336572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9" name="Google Shape;8359;p92"/>
          <p:cNvGrpSpPr/>
          <p:nvPr/>
        </p:nvGrpSpPr>
        <p:grpSpPr>
          <a:xfrm>
            <a:off x="1325300" y="3823055"/>
            <a:ext cx="366293" cy="370441"/>
            <a:chOff x="-39647175" y="3972000"/>
            <a:chExt cx="313500" cy="317050"/>
          </a:xfrm>
        </p:grpSpPr>
        <p:sp>
          <p:nvSpPr>
            <p:cNvPr id="8360" name="Google Shape;8360;p92"/>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2"/>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2"/>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92"/>
          <p:cNvGrpSpPr/>
          <p:nvPr/>
        </p:nvGrpSpPr>
        <p:grpSpPr>
          <a:xfrm>
            <a:off x="3494427" y="2887053"/>
            <a:ext cx="375495" cy="370879"/>
            <a:chOff x="-37808850" y="3221575"/>
            <a:chExt cx="321375" cy="317425"/>
          </a:xfrm>
        </p:grpSpPr>
        <p:sp>
          <p:nvSpPr>
            <p:cNvPr id="8364" name="Google Shape;8364;p92"/>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2"/>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6" name="Google Shape;8366;p92"/>
          <p:cNvGrpSpPr/>
          <p:nvPr/>
        </p:nvGrpSpPr>
        <p:grpSpPr>
          <a:xfrm>
            <a:off x="3503201" y="3409084"/>
            <a:ext cx="372749" cy="241158"/>
            <a:chOff x="-37806500" y="3643030"/>
            <a:chExt cx="319025" cy="206400"/>
          </a:xfrm>
        </p:grpSpPr>
        <p:sp>
          <p:nvSpPr>
            <p:cNvPr id="8367" name="Google Shape;8367;p92"/>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2"/>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92"/>
          <p:cNvGrpSpPr/>
          <p:nvPr/>
        </p:nvGrpSpPr>
        <p:grpSpPr>
          <a:xfrm>
            <a:off x="3505508" y="3801381"/>
            <a:ext cx="368134" cy="371814"/>
            <a:chOff x="-37804925" y="3953450"/>
            <a:chExt cx="315075" cy="318225"/>
          </a:xfrm>
        </p:grpSpPr>
        <p:sp>
          <p:nvSpPr>
            <p:cNvPr id="8370" name="Google Shape;8370;p92"/>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2"/>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2"/>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92"/>
          <p:cNvSpPr/>
          <p:nvPr/>
        </p:nvSpPr>
        <p:spPr>
          <a:xfrm>
            <a:off x="2754452" y="426612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4" name="Google Shape;8374;p92"/>
          <p:cNvGrpSpPr/>
          <p:nvPr/>
        </p:nvGrpSpPr>
        <p:grpSpPr>
          <a:xfrm>
            <a:off x="4860977" y="1553988"/>
            <a:ext cx="355663" cy="308725"/>
            <a:chOff x="-28462125" y="3199700"/>
            <a:chExt cx="298550" cy="259150"/>
          </a:xfrm>
        </p:grpSpPr>
        <p:sp>
          <p:nvSpPr>
            <p:cNvPr id="8375" name="Google Shape;8375;p92"/>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2"/>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2"/>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92"/>
          <p:cNvGrpSpPr/>
          <p:nvPr/>
        </p:nvGrpSpPr>
        <p:grpSpPr>
          <a:xfrm>
            <a:off x="4861930" y="1988678"/>
            <a:ext cx="353757" cy="352833"/>
            <a:chOff x="-28461325" y="3545475"/>
            <a:chExt cx="296950" cy="296175"/>
          </a:xfrm>
        </p:grpSpPr>
        <p:sp>
          <p:nvSpPr>
            <p:cNvPr id="8379" name="Google Shape;8379;p92"/>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2"/>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2"/>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2"/>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2"/>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2"/>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92"/>
          <p:cNvGrpSpPr/>
          <p:nvPr/>
        </p:nvGrpSpPr>
        <p:grpSpPr>
          <a:xfrm>
            <a:off x="4858162" y="2438722"/>
            <a:ext cx="361292" cy="352803"/>
            <a:chOff x="-28463700" y="3914875"/>
            <a:chExt cx="303275" cy="296150"/>
          </a:xfrm>
        </p:grpSpPr>
        <p:sp>
          <p:nvSpPr>
            <p:cNvPr id="8386" name="Google Shape;8386;p92"/>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2"/>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92"/>
          <p:cNvGrpSpPr/>
          <p:nvPr/>
        </p:nvGrpSpPr>
        <p:grpSpPr>
          <a:xfrm>
            <a:off x="7092947" y="1594805"/>
            <a:ext cx="351880" cy="227092"/>
            <a:chOff x="-26573400" y="3224125"/>
            <a:chExt cx="295375" cy="190625"/>
          </a:xfrm>
        </p:grpSpPr>
        <p:sp>
          <p:nvSpPr>
            <p:cNvPr id="8389" name="Google Shape;8389;p92"/>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2"/>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92"/>
          <p:cNvGrpSpPr/>
          <p:nvPr/>
        </p:nvGrpSpPr>
        <p:grpSpPr>
          <a:xfrm>
            <a:off x="7092947" y="1989140"/>
            <a:ext cx="351880" cy="351910"/>
            <a:chOff x="-26573400" y="3546250"/>
            <a:chExt cx="295375" cy="295400"/>
          </a:xfrm>
        </p:grpSpPr>
        <p:sp>
          <p:nvSpPr>
            <p:cNvPr id="8392" name="Google Shape;8392;p92"/>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2"/>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2"/>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2"/>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2"/>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92"/>
          <p:cNvGrpSpPr/>
          <p:nvPr/>
        </p:nvGrpSpPr>
        <p:grpSpPr>
          <a:xfrm>
            <a:off x="7081228" y="2439049"/>
            <a:ext cx="375319" cy="352148"/>
            <a:chOff x="-26583625" y="3917025"/>
            <a:chExt cx="315050" cy="295600"/>
          </a:xfrm>
        </p:grpSpPr>
        <p:sp>
          <p:nvSpPr>
            <p:cNvPr id="8398" name="Google Shape;8398;p92"/>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2"/>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2"/>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2"/>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2" name="Google Shape;8402;p92"/>
          <p:cNvSpPr/>
          <p:nvPr/>
        </p:nvSpPr>
        <p:spPr>
          <a:xfrm>
            <a:off x="5748315" y="291956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3" name="Google Shape;8403;p92"/>
          <p:cNvGrpSpPr/>
          <p:nvPr/>
        </p:nvGrpSpPr>
        <p:grpSpPr>
          <a:xfrm>
            <a:off x="5779742" y="3398079"/>
            <a:ext cx="289039" cy="352833"/>
            <a:chOff x="-24694925" y="3518700"/>
            <a:chExt cx="242625" cy="296175"/>
          </a:xfrm>
        </p:grpSpPr>
        <p:sp>
          <p:nvSpPr>
            <p:cNvPr id="8404" name="Google Shape;8404;p92"/>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2"/>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2"/>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2"/>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92"/>
          <p:cNvGrpSpPr/>
          <p:nvPr/>
        </p:nvGrpSpPr>
        <p:grpSpPr>
          <a:xfrm>
            <a:off x="5779280" y="3848107"/>
            <a:ext cx="289962" cy="352833"/>
            <a:chOff x="-24709100" y="3888875"/>
            <a:chExt cx="243400" cy="296175"/>
          </a:xfrm>
        </p:grpSpPr>
        <p:sp>
          <p:nvSpPr>
            <p:cNvPr id="8409" name="Google Shape;8409;p92"/>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2"/>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2"/>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92"/>
          <p:cNvGrpSpPr/>
          <p:nvPr/>
        </p:nvGrpSpPr>
        <p:grpSpPr>
          <a:xfrm>
            <a:off x="7979280" y="2920770"/>
            <a:ext cx="356556" cy="349557"/>
            <a:chOff x="-22863675" y="3131775"/>
            <a:chExt cx="299300" cy="293425"/>
          </a:xfrm>
        </p:grpSpPr>
        <p:sp>
          <p:nvSpPr>
            <p:cNvPr id="8413" name="Google Shape;8413;p92"/>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2"/>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2"/>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6" name="Google Shape;8416;p92"/>
          <p:cNvGrpSpPr/>
          <p:nvPr/>
        </p:nvGrpSpPr>
        <p:grpSpPr>
          <a:xfrm>
            <a:off x="5322144" y="1531949"/>
            <a:ext cx="310602" cy="352803"/>
            <a:chOff x="-28069875" y="3175300"/>
            <a:chExt cx="260725" cy="296150"/>
          </a:xfrm>
        </p:grpSpPr>
        <p:sp>
          <p:nvSpPr>
            <p:cNvPr id="8417" name="Google Shape;8417;p92"/>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2"/>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2"/>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2"/>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2"/>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2"/>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2"/>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2"/>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2"/>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6" name="Google Shape;8426;p92"/>
          <p:cNvSpPr/>
          <p:nvPr/>
        </p:nvSpPr>
        <p:spPr>
          <a:xfrm>
            <a:off x="5301578" y="198968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7" name="Google Shape;8427;p92"/>
          <p:cNvGrpSpPr/>
          <p:nvPr/>
        </p:nvGrpSpPr>
        <p:grpSpPr>
          <a:xfrm>
            <a:off x="5363423" y="2439183"/>
            <a:ext cx="228045" cy="351880"/>
            <a:chOff x="-28032075" y="3916450"/>
            <a:chExt cx="191425" cy="295375"/>
          </a:xfrm>
        </p:grpSpPr>
        <p:sp>
          <p:nvSpPr>
            <p:cNvPr id="8428" name="Google Shape;8428;p92"/>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2"/>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2"/>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92"/>
          <p:cNvGrpSpPr/>
          <p:nvPr/>
        </p:nvGrpSpPr>
        <p:grpSpPr>
          <a:xfrm>
            <a:off x="7528769" y="1531934"/>
            <a:ext cx="352833" cy="352833"/>
            <a:chOff x="-26201650" y="3176075"/>
            <a:chExt cx="296175" cy="296175"/>
          </a:xfrm>
        </p:grpSpPr>
        <p:sp>
          <p:nvSpPr>
            <p:cNvPr id="8432" name="Google Shape;8432;p92"/>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2"/>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4" name="Google Shape;8434;p92"/>
          <p:cNvGrpSpPr/>
          <p:nvPr/>
        </p:nvGrpSpPr>
        <p:grpSpPr>
          <a:xfrm>
            <a:off x="7528293" y="1989155"/>
            <a:ext cx="353786" cy="351880"/>
            <a:chOff x="-26204800" y="3547050"/>
            <a:chExt cx="296975" cy="295375"/>
          </a:xfrm>
        </p:grpSpPr>
        <p:sp>
          <p:nvSpPr>
            <p:cNvPr id="8435" name="Google Shape;8435;p92"/>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2"/>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7" name="Google Shape;8437;p92"/>
          <p:cNvSpPr/>
          <p:nvPr/>
        </p:nvSpPr>
        <p:spPr>
          <a:xfrm>
            <a:off x="7561179" y="243865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8" name="Google Shape;8438;p92"/>
          <p:cNvGrpSpPr/>
          <p:nvPr/>
        </p:nvGrpSpPr>
        <p:grpSpPr>
          <a:xfrm>
            <a:off x="6199548" y="2919133"/>
            <a:ext cx="345328" cy="352833"/>
            <a:chOff x="-24353875" y="3147725"/>
            <a:chExt cx="289875" cy="296175"/>
          </a:xfrm>
        </p:grpSpPr>
        <p:sp>
          <p:nvSpPr>
            <p:cNvPr id="8439" name="Google Shape;8439;p92"/>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2"/>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92"/>
          <p:cNvGrpSpPr/>
          <p:nvPr/>
        </p:nvGrpSpPr>
        <p:grpSpPr>
          <a:xfrm>
            <a:off x="6207530" y="3398540"/>
            <a:ext cx="329365" cy="351910"/>
            <a:chOff x="-24344425" y="3519475"/>
            <a:chExt cx="276475" cy="295400"/>
          </a:xfrm>
        </p:grpSpPr>
        <p:sp>
          <p:nvSpPr>
            <p:cNvPr id="8442" name="Google Shape;8442;p92"/>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2"/>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92"/>
          <p:cNvGrpSpPr/>
          <p:nvPr/>
        </p:nvGrpSpPr>
        <p:grpSpPr>
          <a:xfrm>
            <a:off x="6197210" y="3850460"/>
            <a:ext cx="350004" cy="348128"/>
            <a:chOff x="-24353075" y="3891250"/>
            <a:chExt cx="293800" cy="292225"/>
          </a:xfrm>
        </p:grpSpPr>
        <p:sp>
          <p:nvSpPr>
            <p:cNvPr id="8445" name="Google Shape;8445;p92"/>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2"/>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92"/>
          <p:cNvGrpSpPr/>
          <p:nvPr/>
        </p:nvGrpSpPr>
        <p:grpSpPr>
          <a:xfrm>
            <a:off x="7980681" y="3398763"/>
            <a:ext cx="353757" cy="351463"/>
            <a:chOff x="-22845575" y="3504075"/>
            <a:chExt cx="296950" cy="295025"/>
          </a:xfrm>
        </p:grpSpPr>
        <p:sp>
          <p:nvSpPr>
            <p:cNvPr id="8448" name="Google Shape;8448;p92"/>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2"/>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0" name="Google Shape;8450;p92"/>
          <p:cNvGrpSpPr/>
          <p:nvPr/>
        </p:nvGrpSpPr>
        <p:grpSpPr>
          <a:xfrm>
            <a:off x="5773862" y="1532411"/>
            <a:ext cx="299344" cy="351880"/>
            <a:chOff x="-27691025" y="3175300"/>
            <a:chExt cx="251275" cy="295375"/>
          </a:xfrm>
        </p:grpSpPr>
        <p:sp>
          <p:nvSpPr>
            <p:cNvPr id="8451" name="Google Shape;8451;p92"/>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2"/>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2"/>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2"/>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92"/>
          <p:cNvGrpSpPr/>
          <p:nvPr/>
        </p:nvGrpSpPr>
        <p:grpSpPr>
          <a:xfrm>
            <a:off x="5746179" y="2051087"/>
            <a:ext cx="354710" cy="228015"/>
            <a:chOff x="-27721750" y="3598250"/>
            <a:chExt cx="297750" cy="191400"/>
          </a:xfrm>
        </p:grpSpPr>
        <p:sp>
          <p:nvSpPr>
            <p:cNvPr id="8456" name="Google Shape;8456;p92"/>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2"/>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8" name="Google Shape;8458;p92"/>
          <p:cNvGrpSpPr/>
          <p:nvPr/>
        </p:nvGrpSpPr>
        <p:grpSpPr>
          <a:xfrm>
            <a:off x="5747579" y="2444633"/>
            <a:ext cx="351910" cy="340980"/>
            <a:chOff x="-27719400" y="3925600"/>
            <a:chExt cx="295400" cy="286225"/>
          </a:xfrm>
        </p:grpSpPr>
        <p:sp>
          <p:nvSpPr>
            <p:cNvPr id="8459" name="Google Shape;8459;p92"/>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2"/>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1" name="Google Shape;8461;p92"/>
          <p:cNvGrpSpPr/>
          <p:nvPr/>
        </p:nvGrpSpPr>
        <p:grpSpPr>
          <a:xfrm>
            <a:off x="7968851" y="1531473"/>
            <a:ext cx="353757" cy="353757"/>
            <a:chOff x="-25834600" y="3176875"/>
            <a:chExt cx="296950" cy="296950"/>
          </a:xfrm>
        </p:grpSpPr>
        <p:sp>
          <p:nvSpPr>
            <p:cNvPr id="8462" name="Google Shape;8462;p92"/>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2"/>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2"/>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2"/>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2"/>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92"/>
          <p:cNvGrpSpPr/>
          <p:nvPr/>
        </p:nvGrpSpPr>
        <p:grpSpPr>
          <a:xfrm>
            <a:off x="7968851" y="1999474"/>
            <a:ext cx="353757" cy="331241"/>
            <a:chOff x="-25834600" y="3564375"/>
            <a:chExt cx="296950" cy="278050"/>
          </a:xfrm>
        </p:grpSpPr>
        <p:sp>
          <p:nvSpPr>
            <p:cNvPr id="8468" name="Google Shape;8468;p92"/>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2"/>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2"/>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2"/>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2"/>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2"/>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2"/>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2"/>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92"/>
          <p:cNvGrpSpPr/>
          <p:nvPr/>
        </p:nvGrpSpPr>
        <p:grpSpPr>
          <a:xfrm>
            <a:off x="7966974" y="2438826"/>
            <a:ext cx="357509" cy="352595"/>
            <a:chOff x="-25834600" y="3915850"/>
            <a:chExt cx="300100" cy="295975"/>
          </a:xfrm>
        </p:grpSpPr>
        <p:sp>
          <p:nvSpPr>
            <p:cNvPr id="8477" name="Google Shape;8477;p92"/>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2"/>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2"/>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92"/>
          <p:cNvGrpSpPr/>
          <p:nvPr/>
        </p:nvGrpSpPr>
        <p:grpSpPr>
          <a:xfrm>
            <a:off x="6702402" y="2920056"/>
            <a:ext cx="228968" cy="350987"/>
            <a:chOff x="-23930925" y="3149300"/>
            <a:chExt cx="192200" cy="294625"/>
          </a:xfrm>
        </p:grpSpPr>
        <p:sp>
          <p:nvSpPr>
            <p:cNvPr id="8481" name="Google Shape;8481;p92"/>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2"/>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2"/>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2"/>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92"/>
          <p:cNvGrpSpPr/>
          <p:nvPr/>
        </p:nvGrpSpPr>
        <p:grpSpPr>
          <a:xfrm>
            <a:off x="6659232" y="3398540"/>
            <a:ext cx="315307" cy="351910"/>
            <a:chOff x="-23962425" y="3519475"/>
            <a:chExt cx="264675" cy="295400"/>
          </a:xfrm>
        </p:grpSpPr>
        <p:sp>
          <p:nvSpPr>
            <p:cNvPr id="8486" name="Google Shape;8486;p92"/>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2"/>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8" name="Google Shape;8488;p92"/>
          <p:cNvSpPr/>
          <p:nvPr/>
        </p:nvSpPr>
        <p:spPr>
          <a:xfrm>
            <a:off x="6629668" y="385225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9" name="Google Shape;8489;p92"/>
          <p:cNvGrpSpPr/>
          <p:nvPr/>
        </p:nvGrpSpPr>
        <p:grpSpPr>
          <a:xfrm>
            <a:off x="8037908" y="3848584"/>
            <a:ext cx="239302" cy="351880"/>
            <a:chOff x="-22788075" y="3904625"/>
            <a:chExt cx="200875" cy="295375"/>
          </a:xfrm>
        </p:grpSpPr>
        <p:sp>
          <p:nvSpPr>
            <p:cNvPr id="8490" name="Google Shape;8490;p92"/>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2"/>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2"/>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2"/>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92"/>
          <p:cNvGrpSpPr/>
          <p:nvPr/>
        </p:nvGrpSpPr>
        <p:grpSpPr>
          <a:xfrm>
            <a:off x="6193206" y="1531949"/>
            <a:ext cx="354710" cy="352803"/>
            <a:chOff x="-27351575" y="3175300"/>
            <a:chExt cx="297750" cy="296150"/>
          </a:xfrm>
        </p:grpSpPr>
        <p:sp>
          <p:nvSpPr>
            <p:cNvPr id="8495" name="Google Shape;8495;p92"/>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2"/>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2"/>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2"/>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92"/>
          <p:cNvGrpSpPr/>
          <p:nvPr/>
        </p:nvGrpSpPr>
        <p:grpSpPr>
          <a:xfrm>
            <a:off x="6235914" y="1988559"/>
            <a:ext cx="269293" cy="353072"/>
            <a:chOff x="-27313750" y="3545275"/>
            <a:chExt cx="226050" cy="296375"/>
          </a:xfrm>
        </p:grpSpPr>
        <p:sp>
          <p:nvSpPr>
            <p:cNvPr id="8500" name="Google Shape;8500;p92"/>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2"/>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2"/>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92"/>
          <p:cNvGrpSpPr/>
          <p:nvPr/>
        </p:nvGrpSpPr>
        <p:grpSpPr>
          <a:xfrm>
            <a:off x="6193206" y="2436830"/>
            <a:ext cx="354710" cy="356586"/>
            <a:chOff x="-27351575" y="3915650"/>
            <a:chExt cx="297750" cy="299325"/>
          </a:xfrm>
        </p:grpSpPr>
        <p:sp>
          <p:nvSpPr>
            <p:cNvPr id="8504" name="Google Shape;8504;p92"/>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2"/>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6" name="Google Shape;8506;p92"/>
          <p:cNvGrpSpPr/>
          <p:nvPr/>
        </p:nvGrpSpPr>
        <p:grpSpPr>
          <a:xfrm>
            <a:off x="4880696" y="2919029"/>
            <a:ext cx="319060" cy="353042"/>
            <a:chOff x="-25445525" y="3175900"/>
            <a:chExt cx="267825" cy="296350"/>
          </a:xfrm>
        </p:grpSpPr>
        <p:sp>
          <p:nvSpPr>
            <p:cNvPr id="8507" name="Google Shape;8507;p92"/>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2"/>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2"/>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92"/>
          <p:cNvGrpSpPr/>
          <p:nvPr/>
        </p:nvGrpSpPr>
        <p:grpSpPr>
          <a:xfrm>
            <a:off x="4862410" y="3409352"/>
            <a:ext cx="355633" cy="330288"/>
            <a:chOff x="-25465200" y="3565175"/>
            <a:chExt cx="298525" cy="277250"/>
          </a:xfrm>
        </p:grpSpPr>
        <p:sp>
          <p:nvSpPr>
            <p:cNvPr id="8511" name="Google Shape;8511;p92"/>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2"/>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92"/>
          <p:cNvGrpSpPr/>
          <p:nvPr/>
        </p:nvGrpSpPr>
        <p:grpSpPr>
          <a:xfrm>
            <a:off x="4861948" y="3848882"/>
            <a:ext cx="356556" cy="351285"/>
            <a:chOff x="-25465200" y="3916150"/>
            <a:chExt cx="299300" cy="294875"/>
          </a:xfrm>
        </p:grpSpPr>
        <p:sp>
          <p:nvSpPr>
            <p:cNvPr id="8514" name="Google Shape;8514;p92"/>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2"/>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92"/>
          <p:cNvGrpSpPr/>
          <p:nvPr/>
        </p:nvGrpSpPr>
        <p:grpSpPr>
          <a:xfrm>
            <a:off x="7089388" y="2919148"/>
            <a:ext cx="351880" cy="352803"/>
            <a:chOff x="-23615075" y="3148525"/>
            <a:chExt cx="295375" cy="296150"/>
          </a:xfrm>
        </p:grpSpPr>
        <p:sp>
          <p:nvSpPr>
            <p:cNvPr id="8517" name="Google Shape;8517;p92"/>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2"/>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2"/>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2"/>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1" name="Google Shape;8521;p92"/>
          <p:cNvSpPr/>
          <p:nvPr/>
        </p:nvSpPr>
        <p:spPr>
          <a:xfrm>
            <a:off x="7087484" y="339750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2" name="Google Shape;8522;p92"/>
          <p:cNvGrpSpPr/>
          <p:nvPr/>
        </p:nvGrpSpPr>
        <p:grpSpPr>
          <a:xfrm>
            <a:off x="7088911" y="3858427"/>
            <a:ext cx="352833" cy="332194"/>
            <a:chOff x="-23615075" y="3906200"/>
            <a:chExt cx="296175" cy="278850"/>
          </a:xfrm>
        </p:grpSpPr>
        <p:sp>
          <p:nvSpPr>
            <p:cNvPr id="8523" name="Google Shape;8523;p92"/>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2"/>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2"/>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92"/>
          <p:cNvSpPr/>
          <p:nvPr/>
        </p:nvSpPr>
        <p:spPr>
          <a:xfrm>
            <a:off x="6207743" y="429039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7" name="Google Shape;8527;p92"/>
          <p:cNvGrpSpPr/>
          <p:nvPr/>
        </p:nvGrpSpPr>
        <p:grpSpPr>
          <a:xfrm>
            <a:off x="6637880" y="1532068"/>
            <a:ext cx="353757" cy="352565"/>
            <a:chOff x="-26980600" y="3175500"/>
            <a:chExt cx="296950" cy="295950"/>
          </a:xfrm>
        </p:grpSpPr>
        <p:sp>
          <p:nvSpPr>
            <p:cNvPr id="8528" name="Google Shape;8528;p92"/>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2"/>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2"/>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1" name="Google Shape;8531;p92"/>
          <p:cNvSpPr/>
          <p:nvPr/>
        </p:nvSpPr>
        <p:spPr>
          <a:xfrm>
            <a:off x="6660447" y="198908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2" name="Google Shape;8532;p92"/>
          <p:cNvGrpSpPr/>
          <p:nvPr/>
        </p:nvGrpSpPr>
        <p:grpSpPr>
          <a:xfrm>
            <a:off x="6638357" y="2470604"/>
            <a:ext cx="352803" cy="289039"/>
            <a:chOff x="-26981375" y="3951875"/>
            <a:chExt cx="296150" cy="242625"/>
          </a:xfrm>
        </p:grpSpPr>
        <p:sp>
          <p:nvSpPr>
            <p:cNvPr id="8533" name="Google Shape;8533;p92"/>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2"/>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2"/>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92"/>
          <p:cNvGrpSpPr/>
          <p:nvPr/>
        </p:nvGrpSpPr>
        <p:grpSpPr>
          <a:xfrm>
            <a:off x="5303399" y="2918195"/>
            <a:ext cx="351910" cy="354710"/>
            <a:chOff x="-25094250" y="3176075"/>
            <a:chExt cx="295400" cy="297750"/>
          </a:xfrm>
        </p:grpSpPr>
        <p:sp>
          <p:nvSpPr>
            <p:cNvPr id="8537" name="Google Shape;8537;p92"/>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2"/>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2"/>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0" name="Google Shape;8540;p92"/>
          <p:cNvGrpSpPr/>
          <p:nvPr/>
        </p:nvGrpSpPr>
        <p:grpSpPr>
          <a:xfrm>
            <a:off x="5303399" y="3398556"/>
            <a:ext cx="351910" cy="351880"/>
            <a:chOff x="-25094250" y="3547050"/>
            <a:chExt cx="295400" cy="295375"/>
          </a:xfrm>
        </p:grpSpPr>
        <p:sp>
          <p:nvSpPr>
            <p:cNvPr id="8541" name="Google Shape;8541;p92"/>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2"/>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2"/>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2"/>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2"/>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6" name="Google Shape;8546;p92"/>
          <p:cNvSpPr/>
          <p:nvPr/>
        </p:nvSpPr>
        <p:spPr>
          <a:xfrm>
            <a:off x="5303415" y="390353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7" name="Google Shape;8547;p92"/>
          <p:cNvGrpSpPr/>
          <p:nvPr/>
        </p:nvGrpSpPr>
        <p:grpSpPr>
          <a:xfrm>
            <a:off x="7535476" y="2919148"/>
            <a:ext cx="352803" cy="352803"/>
            <a:chOff x="-23245675" y="3148525"/>
            <a:chExt cx="296150" cy="296150"/>
          </a:xfrm>
        </p:grpSpPr>
        <p:sp>
          <p:nvSpPr>
            <p:cNvPr id="8548" name="Google Shape;8548;p92"/>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2"/>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2"/>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1" name="Google Shape;8551;p92"/>
          <p:cNvSpPr/>
          <p:nvPr/>
        </p:nvSpPr>
        <p:spPr>
          <a:xfrm>
            <a:off x="7577658" y="339849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2" name="Google Shape;8552;p92"/>
          <p:cNvGrpSpPr/>
          <p:nvPr/>
        </p:nvGrpSpPr>
        <p:grpSpPr>
          <a:xfrm>
            <a:off x="7535938" y="3848122"/>
            <a:ext cx="351880" cy="352803"/>
            <a:chOff x="-23244900" y="3888100"/>
            <a:chExt cx="295375" cy="296150"/>
          </a:xfrm>
        </p:grpSpPr>
        <p:sp>
          <p:nvSpPr>
            <p:cNvPr id="8553" name="Google Shape;8553;p92"/>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2"/>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2"/>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2"/>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2"/>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2"/>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2"/>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2"/>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2"/>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2"/>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2"/>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4" name="Google Shape;8564;p92"/>
          <p:cNvSpPr/>
          <p:nvPr/>
        </p:nvSpPr>
        <p:spPr>
          <a:xfrm>
            <a:off x="6612202" y="428898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68"/>
        <p:cNvGrpSpPr/>
        <p:nvPr/>
      </p:nvGrpSpPr>
      <p:grpSpPr>
        <a:xfrm>
          <a:off x="0" y="0"/>
          <a:ext cx="0" cy="0"/>
          <a:chOff x="0" y="0"/>
          <a:chExt cx="0" cy="0"/>
        </a:xfrm>
      </p:grpSpPr>
      <p:sp>
        <p:nvSpPr>
          <p:cNvPr id="8569" name="Google Shape;8569;p93"/>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570" name="Google Shape;8570;p93"/>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8571" name="Google Shape;8571;p93"/>
          <p:cNvSpPr/>
          <p:nvPr/>
        </p:nvSpPr>
        <p:spPr>
          <a:xfrm>
            <a:off x="849879" y="15328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2" name="Google Shape;8572;p93"/>
          <p:cNvGrpSpPr/>
          <p:nvPr/>
        </p:nvGrpSpPr>
        <p:grpSpPr>
          <a:xfrm>
            <a:off x="850004" y="1975418"/>
            <a:ext cx="367261" cy="367261"/>
            <a:chOff x="-65145700" y="3727425"/>
            <a:chExt cx="317425" cy="317425"/>
          </a:xfrm>
        </p:grpSpPr>
        <p:sp>
          <p:nvSpPr>
            <p:cNvPr id="8573" name="Google Shape;8573;p93"/>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3"/>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5" name="Google Shape;8575;p93"/>
          <p:cNvGrpSpPr/>
          <p:nvPr/>
        </p:nvGrpSpPr>
        <p:grpSpPr>
          <a:xfrm>
            <a:off x="853201" y="2404333"/>
            <a:ext cx="360868" cy="367261"/>
            <a:chOff x="-65144125" y="4094450"/>
            <a:chExt cx="311900" cy="317425"/>
          </a:xfrm>
        </p:grpSpPr>
        <p:sp>
          <p:nvSpPr>
            <p:cNvPr id="8576" name="Google Shape;8576;p93"/>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3"/>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3"/>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79" name="Google Shape;8579;p93"/>
          <p:cNvSpPr/>
          <p:nvPr/>
        </p:nvSpPr>
        <p:spPr>
          <a:xfrm>
            <a:off x="3057429" y="15314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0" name="Google Shape;8580;p93"/>
          <p:cNvGrpSpPr/>
          <p:nvPr/>
        </p:nvGrpSpPr>
        <p:grpSpPr>
          <a:xfrm>
            <a:off x="3056770" y="1975028"/>
            <a:ext cx="370645" cy="368042"/>
            <a:chOff x="-63250675" y="3744075"/>
            <a:chExt cx="320350" cy="318100"/>
          </a:xfrm>
        </p:grpSpPr>
        <p:sp>
          <p:nvSpPr>
            <p:cNvPr id="8581" name="Google Shape;8581;p93"/>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3"/>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3"/>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93"/>
          <p:cNvGrpSpPr/>
          <p:nvPr/>
        </p:nvGrpSpPr>
        <p:grpSpPr>
          <a:xfrm>
            <a:off x="3058462" y="2404333"/>
            <a:ext cx="367261" cy="367261"/>
            <a:chOff x="-63250675" y="4110200"/>
            <a:chExt cx="317425" cy="317425"/>
          </a:xfrm>
        </p:grpSpPr>
        <p:sp>
          <p:nvSpPr>
            <p:cNvPr id="8585" name="Google Shape;8585;p93"/>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3"/>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3"/>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3"/>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3"/>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3"/>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3"/>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3"/>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3"/>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93"/>
          <p:cNvGrpSpPr/>
          <p:nvPr/>
        </p:nvGrpSpPr>
        <p:grpSpPr>
          <a:xfrm>
            <a:off x="1737509" y="2901428"/>
            <a:ext cx="359075" cy="358844"/>
            <a:chOff x="-61351725" y="3372400"/>
            <a:chExt cx="310350" cy="310150"/>
          </a:xfrm>
        </p:grpSpPr>
        <p:sp>
          <p:nvSpPr>
            <p:cNvPr id="8595" name="Google Shape;8595;p93"/>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3"/>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3"/>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8" name="Google Shape;8598;p93"/>
          <p:cNvGrpSpPr/>
          <p:nvPr/>
        </p:nvGrpSpPr>
        <p:grpSpPr>
          <a:xfrm>
            <a:off x="1733864" y="3364484"/>
            <a:ext cx="366364" cy="333534"/>
            <a:chOff x="-61354875" y="3751050"/>
            <a:chExt cx="316650" cy="288275"/>
          </a:xfrm>
        </p:grpSpPr>
        <p:sp>
          <p:nvSpPr>
            <p:cNvPr id="8599" name="Google Shape;8599;p93"/>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3"/>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3"/>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2" name="Google Shape;8602;p93"/>
          <p:cNvGrpSpPr/>
          <p:nvPr/>
        </p:nvGrpSpPr>
        <p:grpSpPr>
          <a:xfrm>
            <a:off x="1733864" y="3806124"/>
            <a:ext cx="366364" cy="367290"/>
            <a:chOff x="-61354875" y="4101525"/>
            <a:chExt cx="316650" cy="317450"/>
          </a:xfrm>
        </p:grpSpPr>
        <p:sp>
          <p:nvSpPr>
            <p:cNvPr id="8603" name="Google Shape;8603;p93"/>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3"/>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93"/>
          <p:cNvGrpSpPr/>
          <p:nvPr/>
        </p:nvGrpSpPr>
        <p:grpSpPr>
          <a:xfrm>
            <a:off x="3950299" y="2898000"/>
            <a:ext cx="368157" cy="365699"/>
            <a:chOff x="-59470075" y="3308975"/>
            <a:chExt cx="318200" cy="316075"/>
          </a:xfrm>
        </p:grpSpPr>
        <p:sp>
          <p:nvSpPr>
            <p:cNvPr id="8606" name="Google Shape;8606;p93"/>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3"/>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3"/>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3"/>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3"/>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3"/>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3"/>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3"/>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3"/>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93"/>
          <p:cNvGrpSpPr/>
          <p:nvPr/>
        </p:nvGrpSpPr>
        <p:grpSpPr>
          <a:xfrm>
            <a:off x="1295729" y="1533705"/>
            <a:ext cx="367261" cy="364686"/>
            <a:chOff x="-64781025" y="3361050"/>
            <a:chExt cx="317425" cy="315200"/>
          </a:xfrm>
        </p:grpSpPr>
        <p:sp>
          <p:nvSpPr>
            <p:cNvPr id="8616" name="Google Shape;8616;p93"/>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3"/>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3"/>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3"/>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0" name="Google Shape;8620;p93"/>
          <p:cNvSpPr/>
          <p:nvPr/>
        </p:nvSpPr>
        <p:spPr>
          <a:xfrm>
            <a:off x="1295604" y="19763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3"/>
          <p:cNvSpPr/>
          <p:nvPr/>
        </p:nvSpPr>
        <p:spPr>
          <a:xfrm>
            <a:off x="1322938" y="24043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3"/>
          <p:cNvSpPr/>
          <p:nvPr/>
        </p:nvSpPr>
        <p:spPr>
          <a:xfrm>
            <a:off x="3508223" y="15729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3" name="Google Shape;8623;p93"/>
          <p:cNvGrpSpPr/>
          <p:nvPr/>
        </p:nvGrpSpPr>
        <p:grpSpPr>
          <a:xfrm>
            <a:off x="3500129" y="1975144"/>
            <a:ext cx="382765" cy="367810"/>
            <a:chOff x="-62890750" y="3747425"/>
            <a:chExt cx="330825" cy="317900"/>
          </a:xfrm>
        </p:grpSpPr>
        <p:sp>
          <p:nvSpPr>
            <p:cNvPr id="8624" name="Google Shape;8624;p93"/>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3"/>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3"/>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3"/>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3"/>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3"/>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3"/>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3"/>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3"/>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3"/>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3"/>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3"/>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3"/>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3"/>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8" name="Google Shape;8638;p93"/>
          <p:cNvGrpSpPr/>
          <p:nvPr/>
        </p:nvGrpSpPr>
        <p:grpSpPr>
          <a:xfrm>
            <a:off x="3507881" y="2404781"/>
            <a:ext cx="367261" cy="366364"/>
            <a:chOff x="-62884425" y="4111775"/>
            <a:chExt cx="317425" cy="316650"/>
          </a:xfrm>
        </p:grpSpPr>
        <p:sp>
          <p:nvSpPr>
            <p:cNvPr id="8639" name="Google Shape;8639;p93"/>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3"/>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93"/>
          <p:cNvGrpSpPr/>
          <p:nvPr/>
        </p:nvGrpSpPr>
        <p:grpSpPr>
          <a:xfrm>
            <a:off x="2180515" y="2900850"/>
            <a:ext cx="365438" cy="360001"/>
            <a:chOff x="-60991775" y="3376900"/>
            <a:chExt cx="315850" cy="311150"/>
          </a:xfrm>
        </p:grpSpPr>
        <p:sp>
          <p:nvSpPr>
            <p:cNvPr id="8642" name="Google Shape;8642;p93"/>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3"/>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3"/>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93"/>
          <p:cNvGrpSpPr/>
          <p:nvPr/>
        </p:nvGrpSpPr>
        <p:grpSpPr>
          <a:xfrm>
            <a:off x="2180052" y="3351714"/>
            <a:ext cx="366364" cy="359075"/>
            <a:chOff x="-60988625" y="3740800"/>
            <a:chExt cx="316650" cy="310350"/>
          </a:xfrm>
        </p:grpSpPr>
        <p:sp>
          <p:nvSpPr>
            <p:cNvPr id="8646" name="Google Shape;8646;p93"/>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3"/>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3"/>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9" name="Google Shape;8649;p93"/>
          <p:cNvGrpSpPr/>
          <p:nvPr/>
        </p:nvGrpSpPr>
        <p:grpSpPr>
          <a:xfrm>
            <a:off x="2180052" y="3807165"/>
            <a:ext cx="366364" cy="365207"/>
            <a:chOff x="-60987850" y="4100950"/>
            <a:chExt cx="316650" cy="315650"/>
          </a:xfrm>
        </p:grpSpPr>
        <p:sp>
          <p:nvSpPr>
            <p:cNvPr id="8650" name="Google Shape;8650;p93"/>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3"/>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3"/>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3"/>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3"/>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5" name="Google Shape;8655;p93"/>
          <p:cNvGrpSpPr/>
          <p:nvPr/>
        </p:nvGrpSpPr>
        <p:grpSpPr>
          <a:xfrm>
            <a:off x="3949836" y="3352625"/>
            <a:ext cx="369083" cy="357253"/>
            <a:chOff x="-59447250" y="3706150"/>
            <a:chExt cx="319000" cy="308775"/>
          </a:xfrm>
        </p:grpSpPr>
        <p:sp>
          <p:nvSpPr>
            <p:cNvPr id="8656" name="Google Shape;8656;p93"/>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3"/>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3"/>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3"/>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93"/>
          <p:cNvGrpSpPr/>
          <p:nvPr/>
        </p:nvGrpSpPr>
        <p:grpSpPr>
          <a:xfrm>
            <a:off x="1738564" y="1533936"/>
            <a:ext cx="368186" cy="364224"/>
            <a:chOff x="-64406125" y="3362225"/>
            <a:chExt cx="318225" cy="314800"/>
          </a:xfrm>
        </p:grpSpPr>
        <p:sp>
          <p:nvSpPr>
            <p:cNvPr id="8661" name="Google Shape;8661;p93"/>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3"/>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3" name="Google Shape;8663;p93"/>
          <p:cNvSpPr/>
          <p:nvPr/>
        </p:nvSpPr>
        <p:spPr>
          <a:xfrm>
            <a:off x="1801771" y="19754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4" name="Google Shape;8664;p93"/>
          <p:cNvGrpSpPr/>
          <p:nvPr/>
        </p:nvGrpSpPr>
        <p:grpSpPr>
          <a:xfrm>
            <a:off x="1739027" y="2404781"/>
            <a:ext cx="367261" cy="366364"/>
            <a:chOff x="-64410850" y="4094450"/>
            <a:chExt cx="317425" cy="316650"/>
          </a:xfrm>
        </p:grpSpPr>
        <p:sp>
          <p:nvSpPr>
            <p:cNvPr id="8665" name="Google Shape;8665;p93"/>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3"/>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3"/>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8" name="Google Shape;8668;p93"/>
          <p:cNvSpPr/>
          <p:nvPr/>
        </p:nvSpPr>
        <p:spPr>
          <a:xfrm>
            <a:off x="3983247" y="15323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9" name="Google Shape;8669;p93"/>
          <p:cNvGrpSpPr/>
          <p:nvPr/>
        </p:nvGrpSpPr>
        <p:grpSpPr>
          <a:xfrm>
            <a:off x="3960575" y="1974854"/>
            <a:ext cx="365467" cy="368389"/>
            <a:chOff x="-62516625" y="3743175"/>
            <a:chExt cx="315875" cy="318400"/>
          </a:xfrm>
        </p:grpSpPr>
        <p:sp>
          <p:nvSpPr>
            <p:cNvPr id="8670" name="Google Shape;8670;p93"/>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3"/>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93"/>
          <p:cNvGrpSpPr/>
          <p:nvPr/>
        </p:nvGrpSpPr>
        <p:grpSpPr>
          <a:xfrm>
            <a:off x="3967415" y="2424826"/>
            <a:ext cx="351786" cy="326274"/>
            <a:chOff x="-62511900" y="4129100"/>
            <a:chExt cx="304050" cy="282000"/>
          </a:xfrm>
        </p:grpSpPr>
        <p:sp>
          <p:nvSpPr>
            <p:cNvPr id="8673" name="Google Shape;8673;p93"/>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3"/>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3"/>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3"/>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3"/>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93"/>
          <p:cNvGrpSpPr/>
          <p:nvPr/>
        </p:nvGrpSpPr>
        <p:grpSpPr>
          <a:xfrm>
            <a:off x="2645537" y="2897220"/>
            <a:ext cx="310770" cy="367261"/>
            <a:chOff x="-60597975" y="3367475"/>
            <a:chExt cx="268600" cy="317425"/>
          </a:xfrm>
        </p:grpSpPr>
        <p:sp>
          <p:nvSpPr>
            <p:cNvPr id="8679" name="Google Shape;8679;p93"/>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3"/>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3"/>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3"/>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3"/>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4" name="Google Shape;8684;p93"/>
          <p:cNvSpPr/>
          <p:nvPr/>
        </p:nvSpPr>
        <p:spPr>
          <a:xfrm>
            <a:off x="2616264" y="33487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5" name="Google Shape;8685;p93"/>
          <p:cNvGrpSpPr/>
          <p:nvPr/>
        </p:nvGrpSpPr>
        <p:grpSpPr>
          <a:xfrm>
            <a:off x="2617740" y="3858536"/>
            <a:ext cx="366364" cy="262465"/>
            <a:chOff x="-60621600" y="4145650"/>
            <a:chExt cx="316650" cy="226850"/>
          </a:xfrm>
        </p:grpSpPr>
        <p:sp>
          <p:nvSpPr>
            <p:cNvPr id="8686" name="Google Shape;8686;p93"/>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3"/>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3"/>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93"/>
          <p:cNvGrpSpPr/>
          <p:nvPr/>
        </p:nvGrpSpPr>
        <p:grpSpPr>
          <a:xfrm>
            <a:off x="3954392" y="3807035"/>
            <a:ext cx="359972" cy="365467"/>
            <a:chOff x="-59400775" y="4084200"/>
            <a:chExt cx="311125" cy="315875"/>
          </a:xfrm>
        </p:grpSpPr>
        <p:sp>
          <p:nvSpPr>
            <p:cNvPr id="8690" name="Google Shape;8690;p93"/>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3"/>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3"/>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3"/>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3"/>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3"/>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93"/>
          <p:cNvGrpSpPr/>
          <p:nvPr/>
        </p:nvGrpSpPr>
        <p:grpSpPr>
          <a:xfrm>
            <a:off x="2178486" y="1532866"/>
            <a:ext cx="365438" cy="366364"/>
            <a:chOff x="-64044600" y="3360375"/>
            <a:chExt cx="315850" cy="316650"/>
          </a:xfrm>
        </p:grpSpPr>
        <p:sp>
          <p:nvSpPr>
            <p:cNvPr id="8697" name="Google Shape;8697;p93"/>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3"/>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3"/>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93"/>
          <p:cNvGrpSpPr/>
          <p:nvPr/>
        </p:nvGrpSpPr>
        <p:grpSpPr>
          <a:xfrm>
            <a:off x="2204909" y="1975418"/>
            <a:ext cx="312592" cy="367261"/>
            <a:chOff x="-64022550" y="3727425"/>
            <a:chExt cx="270175" cy="317425"/>
          </a:xfrm>
        </p:grpSpPr>
        <p:sp>
          <p:nvSpPr>
            <p:cNvPr id="8701" name="Google Shape;8701;p93"/>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3"/>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3"/>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93"/>
          <p:cNvGrpSpPr/>
          <p:nvPr/>
        </p:nvGrpSpPr>
        <p:grpSpPr>
          <a:xfrm>
            <a:off x="2229047" y="2404318"/>
            <a:ext cx="264317" cy="367290"/>
            <a:chOff x="-64001300" y="4093650"/>
            <a:chExt cx="228450" cy="317450"/>
          </a:xfrm>
        </p:grpSpPr>
        <p:sp>
          <p:nvSpPr>
            <p:cNvPr id="8705" name="Google Shape;8705;p93"/>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3"/>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3"/>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3"/>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93"/>
          <p:cNvGrpSpPr/>
          <p:nvPr/>
        </p:nvGrpSpPr>
        <p:grpSpPr>
          <a:xfrm>
            <a:off x="848051" y="2897610"/>
            <a:ext cx="359972" cy="366480"/>
            <a:chOff x="-62148800" y="3377700"/>
            <a:chExt cx="311125" cy="316750"/>
          </a:xfrm>
        </p:grpSpPr>
        <p:sp>
          <p:nvSpPr>
            <p:cNvPr id="8710" name="Google Shape;8710;p93"/>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3"/>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93"/>
          <p:cNvGrpSpPr/>
          <p:nvPr/>
        </p:nvGrpSpPr>
        <p:grpSpPr>
          <a:xfrm>
            <a:off x="843958" y="3347607"/>
            <a:ext cx="368157" cy="367290"/>
            <a:chOff x="-62154300" y="3743950"/>
            <a:chExt cx="318200" cy="317450"/>
          </a:xfrm>
        </p:grpSpPr>
        <p:sp>
          <p:nvSpPr>
            <p:cNvPr id="8713" name="Google Shape;8713;p93"/>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3"/>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93"/>
          <p:cNvGrpSpPr/>
          <p:nvPr/>
        </p:nvGrpSpPr>
        <p:grpSpPr>
          <a:xfrm>
            <a:off x="843944" y="3806587"/>
            <a:ext cx="368186" cy="366364"/>
            <a:chOff x="-62151950" y="4111775"/>
            <a:chExt cx="318225" cy="316650"/>
          </a:xfrm>
        </p:grpSpPr>
        <p:sp>
          <p:nvSpPr>
            <p:cNvPr id="8716" name="Google Shape;8716;p93"/>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3"/>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3"/>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3"/>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93"/>
          <p:cNvGrpSpPr/>
          <p:nvPr/>
        </p:nvGrpSpPr>
        <p:grpSpPr>
          <a:xfrm>
            <a:off x="3062568" y="2897133"/>
            <a:ext cx="368157" cy="367434"/>
            <a:chOff x="-60254550" y="3367325"/>
            <a:chExt cx="318200" cy="317575"/>
          </a:xfrm>
        </p:grpSpPr>
        <p:sp>
          <p:nvSpPr>
            <p:cNvPr id="8721" name="Google Shape;8721;p93"/>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3"/>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3"/>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3"/>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93"/>
          <p:cNvGrpSpPr/>
          <p:nvPr/>
        </p:nvGrpSpPr>
        <p:grpSpPr>
          <a:xfrm>
            <a:off x="3063465" y="3348127"/>
            <a:ext cx="366364" cy="366248"/>
            <a:chOff x="-60255350" y="3733825"/>
            <a:chExt cx="316650" cy="316550"/>
          </a:xfrm>
        </p:grpSpPr>
        <p:sp>
          <p:nvSpPr>
            <p:cNvPr id="8726" name="Google Shape;8726;p93"/>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3"/>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3"/>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3"/>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3"/>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3"/>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3"/>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3" name="Google Shape;8733;p93"/>
          <p:cNvGrpSpPr/>
          <p:nvPr/>
        </p:nvGrpSpPr>
        <p:grpSpPr>
          <a:xfrm>
            <a:off x="3091262" y="3807035"/>
            <a:ext cx="310770" cy="365467"/>
            <a:chOff x="-60232500" y="4101525"/>
            <a:chExt cx="268600" cy="315875"/>
          </a:xfrm>
        </p:grpSpPr>
        <p:sp>
          <p:nvSpPr>
            <p:cNvPr id="8734" name="Google Shape;8734;p93"/>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3"/>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6" name="Google Shape;8736;p93"/>
          <p:cNvSpPr/>
          <p:nvPr/>
        </p:nvSpPr>
        <p:spPr>
          <a:xfrm>
            <a:off x="2179036" y="42759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7" name="Google Shape;8737;p93"/>
          <p:cNvGrpSpPr/>
          <p:nvPr/>
        </p:nvGrpSpPr>
        <p:grpSpPr>
          <a:xfrm>
            <a:off x="2624262" y="1532866"/>
            <a:ext cx="368186" cy="366364"/>
            <a:chOff x="-63679950" y="3360375"/>
            <a:chExt cx="318225" cy="316650"/>
          </a:xfrm>
        </p:grpSpPr>
        <p:sp>
          <p:nvSpPr>
            <p:cNvPr id="8738" name="Google Shape;8738;p93"/>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3"/>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3"/>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3"/>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2" name="Google Shape;8742;p93"/>
          <p:cNvSpPr/>
          <p:nvPr/>
        </p:nvSpPr>
        <p:spPr>
          <a:xfrm>
            <a:off x="2623229" y="19751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3" name="Google Shape;8743;p93"/>
          <p:cNvGrpSpPr/>
          <p:nvPr/>
        </p:nvGrpSpPr>
        <p:grpSpPr>
          <a:xfrm>
            <a:off x="2622889" y="2404203"/>
            <a:ext cx="370934" cy="367521"/>
            <a:chOff x="-63679950" y="4093450"/>
            <a:chExt cx="320600" cy="317650"/>
          </a:xfrm>
        </p:grpSpPr>
        <p:sp>
          <p:nvSpPr>
            <p:cNvPr id="8744" name="Google Shape;8744;p93"/>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3"/>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3"/>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7" name="Google Shape;8747;p93"/>
          <p:cNvGrpSpPr/>
          <p:nvPr/>
        </p:nvGrpSpPr>
        <p:grpSpPr>
          <a:xfrm>
            <a:off x="1283006" y="2897205"/>
            <a:ext cx="366364" cy="367290"/>
            <a:chOff x="-61784125" y="3377700"/>
            <a:chExt cx="316650" cy="317450"/>
          </a:xfrm>
        </p:grpSpPr>
        <p:sp>
          <p:nvSpPr>
            <p:cNvPr id="8748" name="Google Shape;8748;p93"/>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3"/>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3"/>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3"/>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3"/>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3"/>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3"/>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93"/>
          <p:cNvGrpSpPr/>
          <p:nvPr/>
        </p:nvGrpSpPr>
        <p:grpSpPr>
          <a:xfrm>
            <a:off x="1283006" y="3347607"/>
            <a:ext cx="366364" cy="367290"/>
            <a:chOff x="-61783350" y="3743950"/>
            <a:chExt cx="316650" cy="317450"/>
          </a:xfrm>
        </p:grpSpPr>
        <p:sp>
          <p:nvSpPr>
            <p:cNvPr id="8756" name="Google Shape;8756;p93"/>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3"/>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8" name="Google Shape;8758;p93"/>
          <p:cNvSpPr/>
          <p:nvPr/>
        </p:nvSpPr>
        <p:spPr>
          <a:xfrm>
            <a:off x="1282887" y="38064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3"/>
          <p:cNvSpPr/>
          <p:nvPr/>
        </p:nvSpPr>
        <p:spPr>
          <a:xfrm>
            <a:off x="3505689" y="29070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3"/>
          <p:cNvSpPr/>
          <p:nvPr/>
        </p:nvSpPr>
        <p:spPr>
          <a:xfrm>
            <a:off x="3504778" y="33876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1" name="Google Shape;8761;p93"/>
          <p:cNvGrpSpPr/>
          <p:nvPr/>
        </p:nvGrpSpPr>
        <p:grpSpPr>
          <a:xfrm>
            <a:off x="3504430" y="3807440"/>
            <a:ext cx="369112" cy="364657"/>
            <a:chOff x="-59869425" y="4102225"/>
            <a:chExt cx="319025" cy="315175"/>
          </a:xfrm>
        </p:grpSpPr>
        <p:sp>
          <p:nvSpPr>
            <p:cNvPr id="8762" name="Google Shape;8762;p93"/>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3"/>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3"/>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3"/>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93"/>
          <p:cNvGrpSpPr/>
          <p:nvPr/>
        </p:nvGrpSpPr>
        <p:grpSpPr>
          <a:xfrm>
            <a:off x="2623233" y="4276262"/>
            <a:ext cx="366364" cy="365467"/>
            <a:chOff x="-59029025" y="3711650"/>
            <a:chExt cx="316650" cy="315875"/>
          </a:xfrm>
        </p:grpSpPr>
        <p:sp>
          <p:nvSpPr>
            <p:cNvPr id="8767" name="Google Shape;8767;p93"/>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3"/>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3"/>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3"/>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3"/>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3"/>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3"/>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93"/>
          <p:cNvGrpSpPr/>
          <p:nvPr/>
        </p:nvGrpSpPr>
        <p:grpSpPr>
          <a:xfrm>
            <a:off x="4859311" y="1532317"/>
            <a:ext cx="351940" cy="348188"/>
            <a:chOff x="581525" y="3254850"/>
            <a:chExt cx="297750" cy="294575"/>
          </a:xfrm>
        </p:grpSpPr>
        <p:sp>
          <p:nvSpPr>
            <p:cNvPr id="8775" name="Google Shape;8775;p93"/>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3"/>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3"/>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93"/>
          <p:cNvGrpSpPr/>
          <p:nvPr/>
        </p:nvGrpSpPr>
        <p:grpSpPr>
          <a:xfrm>
            <a:off x="4858380" y="1971253"/>
            <a:ext cx="353802" cy="351497"/>
            <a:chOff x="580725" y="3617925"/>
            <a:chExt cx="299325" cy="297375"/>
          </a:xfrm>
        </p:grpSpPr>
        <p:sp>
          <p:nvSpPr>
            <p:cNvPr id="8779" name="Google Shape;8779;p93"/>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3"/>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3"/>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3"/>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3"/>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4" name="Google Shape;8784;p93"/>
          <p:cNvGrpSpPr/>
          <p:nvPr/>
        </p:nvGrpSpPr>
        <p:grpSpPr>
          <a:xfrm>
            <a:off x="4860242" y="2418443"/>
            <a:ext cx="350079" cy="350079"/>
            <a:chOff x="583100" y="3982600"/>
            <a:chExt cx="296175" cy="296175"/>
          </a:xfrm>
        </p:grpSpPr>
        <p:sp>
          <p:nvSpPr>
            <p:cNvPr id="8785" name="Google Shape;8785;p93"/>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3"/>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3"/>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3"/>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3"/>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3"/>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3"/>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93"/>
          <p:cNvGrpSpPr/>
          <p:nvPr/>
        </p:nvGrpSpPr>
        <p:grpSpPr>
          <a:xfrm>
            <a:off x="7092856" y="1532067"/>
            <a:ext cx="307231" cy="348690"/>
            <a:chOff x="2423775" y="3226875"/>
            <a:chExt cx="259925" cy="295000"/>
          </a:xfrm>
        </p:grpSpPr>
        <p:sp>
          <p:nvSpPr>
            <p:cNvPr id="8793" name="Google Shape;8793;p93"/>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3"/>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3"/>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93"/>
          <p:cNvGrpSpPr/>
          <p:nvPr/>
        </p:nvGrpSpPr>
        <p:grpSpPr>
          <a:xfrm>
            <a:off x="7070043" y="1973352"/>
            <a:ext cx="352857" cy="347301"/>
            <a:chOff x="2404875" y="3592725"/>
            <a:chExt cx="298525" cy="293825"/>
          </a:xfrm>
        </p:grpSpPr>
        <p:sp>
          <p:nvSpPr>
            <p:cNvPr id="8797" name="Google Shape;8797;p93"/>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3"/>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3"/>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93"/>
          <p:cNvGrpSpPr/>
          <p:nvPr/>
        </p:nvGrpSpPr>
        <p:grpSpPr>
          <a:xfrm>
            <a:off x="7070974" y="2418917"/>
            <a:ext cx="350995" cy="349133"/>
            <a:chOff x="2404875" y="3955825"/>
            <a:chExt cx="296950" cy="295375"/>
          </a:xfrm>
        </p:grpSpPr>
        <p:sp>
          <p:nvSpPr>
            <p:cNvPr id="8801" name="Google Shape;8801;p93"/>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3"/>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3"/>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3"/>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93"/>
          <p:cNvGrpSpPr/>
          <p:nvPr/>
        </p:nvGrpSpPr>
        <p:grpSpPr>
          <a:xfrm>
            <a:off x="5764954" y="2883111"/>
            <a:ext cx="349163" cy="350079"/>
            <a:chOff x="4263650" y="3235150"/>
            <a:chExt cx="295400" cy="296175"/>
          </a:xfrm>
        </p:grpSpPr>
        <p:sp>
          <p:nvSpPr>
            <p:cNvPr id="8806" name="Google Shape;8806;p93"/>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3"/>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3"/>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3"/>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3"/>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1" name="Google Shape;8811;p93"/>
          <p:cNvGrpSpPr/>
          <p:nvPr/>
        </p:nvGrpSpPr>
        <p:grpSpPr>
          <a:xfrm>
            <a:off x="5762634" y="3342272"/>
            <a:ext cx="353802" cy="327739"/>
            <a:chOff x="4266025" y="3609275"/>
            <a:chExt cx="299325" cy="277275"/>
          </a:xfrm>
        </p:grpSpPr>
        <p:sp>
          <p:nvSpPr>
            <p:cNvPr id="8812" name="Google Shape;8812;p93"/>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3"/>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93"/>
          <p:cNvGrpSpPr/>
          <p:nvPr/>
        </p:nvGrpSpPr>
        <p:grpSpPr>
          <a:xfrm>
            <a:off x="5763092" y="3807659"/>
            <a:ext cx="352886" cy="349133"/>
            <a:chOff x="4263650" y="3963700"/>
            <a:chExt cx="298550" cy="295375"/>
          </a:xfrm>
        </p:grpSpPr>
        <p:sp>
          <p:nvSpPr>
            <p:cNvPr id="8815" name="Google Shape;8815;p93"/>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3"/>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3"/>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3"/>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3"/>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3"/>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3"/>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2" name="Google Shape;8822;p93"/>
          <p:cNvGrpSpPr/>
          <p:nvPr/>
        </p:nvGrpSpPr>
        <p:grpSpPr>
          <a:xfrm>
            <a:off x="8041429" y="2883111"/>
            <a:ext cx="226264" cy="350079"/>
            <a:chOff x="6164975" y="3211525"/>
            <a:chExt cx="191425" cy="296175"/>
          </a:xfrm>
        </p:grpSpPr>
        <p:sp>
          <p:nvSpPr>
            <p:cNvPr id="8823" name="Google Shape;8823;p93"/>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3"/>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3"/>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3"/>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3"/>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3"/>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3"/>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93"/>
          <p:cNvGrpSpPr/>
          <p:nvPr/>
        </p:nvGrpSpPr>
        <p:grpSpPr>
          <a:xfrm>
            <a:off x="5303466" y="1531387"/>
            <a:ext cx="352886" cy="350049"/>
            <a:chOff x="946175" y="3253275"/>
            <a:chExt cx="298550" cy="296150"/>
          </a:xfrm>
        </p:grpSpPr>
        <p:sp>
          <p:nvSpPr>
            <p:cNvPr id="8831" name="Google Shape;8831;p93"/>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3"/>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3"/>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3"/>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3"/>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6" name="Google Shape;8836;p93"/>
          <p:cNvGrpSpPr/>
          <p:nvPr/>
        </p:nvGrpSpPr>
        <p:grpSpPr>
          <a:xfrm>
            <a:off x="5304397" y="1973351"/>
            <a:ext cx="351024" cy="347301"/>
            <a:chOff x="946175" y="3619500"/>
            <a:chExt cx="296975" cy="293825"/>
          </a:xfrm>
        </p:grpSpPr>
        <p:sp>
          <p:nvSpPr>
            <p:cNvPr id="8837" name="Google Shape;8837;p93"/>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3"/>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3"/>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3"/>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3"/>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3"/>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93"/>
          <p:cNvGrpSpPr/>
          <p:nvPr/>
        </p:nvGrpSpPr>
        <p:grpSpPr>
          <a:xfrm>
            <a:off x="5303939" y="2417985"/>
            <a:ext cx="351940" cy="350995"/>
            <a:chOff x="944600" y="3981825"/>
            <a:chExt cx="297750" cy="296950"/>
          </a:xfrm>
        </p:grpSpPr>
        <p:sp>
          <p:nvSpPr>
            <p:cNvPr id="8844" name="Google Shape;8844;p93"/>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3"/>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3"/>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3"/>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93"/>
          <p:cNvGrpSpPr/>
          <p:nvPr/>
        </p:nvGrpSpPr>
        <p:grpSpPr>
          <a:xfrm>
            <a:off x="7520875" y="1531845"/>
            <a:ext cx="350079" cy="349133"/>
            <a:chOff x="2768750" y="3227275"/>
            <a:chExt cx="296175" cy="295375"/>
          </a:xfrm>
        </p:grpSpPr>
        <p:sp>
          <p:nvSpPr>
            <p:cNvPr id="8849" name="Google Shape;8849;p93"/>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3"/>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3"/>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3"/>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3"/>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3"/>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3"/>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3"/>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7" name="Google Shape;8857;p93"/>
          <p:cNvGrpSpPr/>
          <p:nvPr/>
        </p:nvGrpSpPr>
        <p:grpSpPr>
          <a:xfrm>
            <a:off x="7541826" y="1972717"/>
            <a:ext cx="308177" cy="348572"/>
            <a:chOff x="2786075" y="3591800"/>
            <a:chExt cx="260725" cy="294900"/>
          </a:xfrm>
        </p:grpSpPr>
        <p:sp>
          <p:nvSpPr>
            <p:cNvPr id="8858" name="Google Shape;8858;p93"/>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3"/>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3"/>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3"/>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3"/>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93"/>
          <p:cNvGrpSpPr/>
          <p:nvPr/>
        </p:nvGrpSpPr>
        <p:grpSpPr>
          <a:xfrm>
            <a:off x="7582324" y="2418444"/>
            <a:ext cx="227180" cy="350079"/>
            <a:chOff x="2819150" y="3955025"/>
            <a:chExt cx="192200" cy="296175"/>
          </a:xfrm>
        </p:grpSpPr>
        <p:sp>
          <p:nvSpPr>
            <p:cNvPr id="8864" name="Google Shape;8864;p93"/>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3"/>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3"/>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3"/>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8" name="Google Shape;8868;p93"/>
          <p:cNvGrpSpPr/>
          <p:nvPr/>
        </p:nvGrpSpPr>
        <p:grpSpPr>
          <a:xfrm>
            <a:off x="6206097" y="2884042"/>
            <a:ext cx="349133" cy="348217"/>
            <a:chOff x="4629125" y="3235150"/>
            <a:chExt cx="295375" cy="294600"/>
          </a:xfrm>
        </p:grpSpPr>
        <p:sp>
          <p:nvSpPr>
            <p:cNvPr id="8869" name="Google Shape;8869;p93"/>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3"/>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3"/>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3"/>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3"/>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4" name="Google Shape;8874;p93"/>
          <p:cNvGrpSpPr/>
          <p:nvPr/>
        </p:nvGrpSpPr>
        <p:grpSpPr>
          <a:xfrm>
            <a:off x="6206082" y="3331575"/>
            <a:ext cx="349163" cy="349133"/>
            <a:chOff x="4628325" y="3599825"/>
            <a:chExt cx="295400" cy="295375"/>
          </a:xfrm>
        </p:grpSpPr>
        <p:sp>
          <p:nvSpPr>
            <p:cNvPr id="8875" name="Google Shape;8875;p93"/>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3"/>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3"/>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3"/>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3"/>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3"/>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3"/>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3"/>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3"/>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3"/>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3"/>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3"/>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93"/>
          <p:cNvGrpSpPr/>
          <p:nvPr/>
        </p:nvGrpSpPr>
        <p:grpSpPr>
          <a:xfrm>
            <a:off x="6227033" y="3807186"/>
            <a:ext cx="307261" cy="350079"/>
            <a:chOff x="4645650" y="3962900"/>
            <a:chExt cx="259950" cy="296175"/>
          </a:xfrm>
        </p:grpSpPr>
        <p:sp>
          <p:nvSpPr>
            <p:cNvPr id="8888" name="Google Shape;8888;p93"/>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3"/>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3"/>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3"/>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3"/>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3"/>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93"/>
          <p:cNvGrpSpPr/>
          <p:nvPr/>
        </p:nvGrpSpPr>
        <p:grpSpPr>
          <a:xfrm>
            <a:off x="7979994" y="3332048"/>
            <a:ext cx="349133" cy="348188"/>
            <a:chOff x="6143725" y="3582500"/>
            <a:chExt cx="295375" cy="294575"/>
          </a:xfrm>
        </p:grpSpPr>
        <p:sp>
          <p:nvSpPr>
            <p:cNvPr id="8895" name="Google Shape;8895;p93"/>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3"/>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3"/>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3"/>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3"/>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3"/>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3"/>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2" name="Google Shape;8902;p93"/>
          <p:cNvGrpSpPr/>
          <p:nvPr/>
        </p:nvGrpSpPr>
        <p:grpSpPr>
          <a:xfrm>
            <a:off x="5748820" y="1531387"/>
            <a:ext cx="350995" cy="350049"/>
            <a:chOff x="1310075" y="3253275"/>
            <a:chExt cx="296950" cy="296150"/>
          </a:xfrm>
        </p:grpSpPr>
        <p:sp>
          <p:nvSpPr>
            <p:cNvPr id="8903" name="Google Shape;8903;p93"/>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3"/>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3"/>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6" name="Google Shape;8906;p93"/>
          <p:cNvSpPr/>
          <p:nvPr/>
        </p:nvSpPr>
        <p:spPr>
          <a:xfrm>
            <a:off x="5750241" y="19734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7" name="Google Shape;8907;p93"/>
          <p:cNvGrpSpPr/>
          <p:nvPr/>
        </p:nvGrpSpPr>
        <p:grpSpPr>
          <a:xfrm>
            <a:off x="5748347" y="2417646"/>
            <a:ext cx="351941" cy="351675"/>
            <a:chOff x="1310075" y="3980250"/>
            <a:chExt cx="297750" cy="297525"/>
          </a:xfrm>
        </p:grpSpPr>
        <p:sp>
          <p:nvSpPr>
            <p:cNvPr id="8908" name="Google Shape;8908;p93"/>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3"/>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3"/>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3"/>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93"/>
          <p:cNvGrpSpPr/>
          <p:nvPr/>
        </p:nvGrpSpPr>
        <p:grpSpPr>
          <a:xfrm>
            <a:off x="8013136" y="1531845"/>
            <a:ext cx="266305" cy="349133"/>
            <a:chOff x="3167275" y="3227275"/>
            <a:chExt cx="225300" cy="295375"/>
          </a:xfrm>
        </p:grpSpPr>
        <p:sp>
          <p:nvSpPr>
            <p:cNvPr id="8913" name="Google Shape;8913;p93"/>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3"/>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3"/>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3"/>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3"/>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8" name="Google Shape;8918;p93"/>
          <p:cNvSpPr/>
          <p:nvPr/>
        </p:nvSpPr>
        <p:spPr>
          <a:xfrm>
            <a:off x="7962474" y="19717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9" name="Google Shape;8919;p93"/>
          <p:cNvGrpSpPr/>
          <p:nvPr/>
        </p:nvGrpSpPr>
        <p:grpSpPr>
          <a:xfrm>
            <a:off x="7970318" y="2418902"/>
            <a:ext cx="351940" cy="349163"/>
            <a:chOff x="3133425" y="3955025"/>
            <a:chExt cx="297750" cy="295400"/>
          </a:xfrm>
        </p:grpSpPr>
        <p:sp>
          <p:nvSpPr>
            <p:cNvPr id="8920" name="Google Shape;8920;p93"/>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3"/>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3"/>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93"/>
          <p:cNvGrpSpPr/>
          <p:nvPr/>
        </p:nvGrpSpPr>
        <p:grpSpPr>
          <a:xfrm>
            <a:off x="6650491" y="2882490"/>
            <a:ext cx="350079" cy="351320"/>
            <a:chOff x="4991425" y="3234750"/>
            <a:chExt cx="296175" cy="297225"/>
          </a:xfrm>
        </p:grpSpPr>
        <p:sp>
          <p:nvSpPr>
            <p:cNvPr id="8924" name="Google Shape;8924;p93"/>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3"/>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3"/>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3"/>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3"/>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3"/>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93"/>
          <p:cNvGrpSpPr/>
          <p:nvPr/>
        </p:nvGrpSpPr>
        <p:grpSpPr>
          <a:xfrm>
            <a:off x="6650491" y="3352053"/>
            <a:ext cx="350079" cy="308177"/>
            <a:chOff x="4991425" y="3617150"/>
            <a:chExt cx="296175" cy="260725"/>
          </a:xfrm>
        </p:grpSpPr>
        <p:sp>
          <p:nvSpPr>
            <p:cNvPr id="8931" name="Google Shape;8931;p93"/>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3"/>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3"/>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3"/>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3"/>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3"/>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3"/>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93"/>
          <p:cNvGrpSpPr/>
          <p:nvPr/>
        </p:nvGrpSpPr>
        <p:grpSpPr>
          <a:xfrm>
            <a:off x="6727764" y="3807644"/>
            <a:ext cx="195532" cy="349163"/>
            <a:chOff x="5056800" y="3962900"/>
            <a:chExt cx="165425" cy="295400"/>
          </a:xfrm>
        </p:grpSpPr>
        <p:sp>
          <p:nvSpPr>
            <p:cNvPr id="8939" name="Google Shape;8939;p93"/>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3"/>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3"/>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93"/>
          <p:cNvGrpSpPr/>
          <p:nvPr/>
        </p:nvGrpSpPr>
        <p:grpSpPr>
          <a:xfrm>
            <a:off x="7979062" y="3807660"/>
            <a:ext cx="350995" cy="349133"/>
            <a:chOff x="6168925" y="3936925"/>
            <a:chExt cx="296950" cy="295375"/>
          </a:xfrm>
        </p:grpSpPr>
        <p:sp>
          <p:nvSpPr>
            <p:cNvPr id="8943" name="Google Shape;8943;p93"/>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3"/>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3"/>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3"/>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3"/>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3"/>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9" name="Google Shape;8949;p93"/>
          <p:cNvGrpSpPr/>
          <p:nvPr/>
        </p:nvGrpSpPr>
        <p:grpSpPr>
          <a:xfrm>
            <a:off x="6192756" y="1531845"/>
            <a:ext cx="348188" cy="349133"/>
            <a:chOff x="1674750" y="3254050"/>
            <a:chExt cx="294575" cy="295375"/>
          </a:xfrm>
        </p:grpSpPr>
        <p:sp>
          <p:nvSpPr>
            <p:cNvPr id="8950" name="Google Shape;8950;p93"/>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3"/>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3"/>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3" name="Google Shape;8953;p93"/>
          <p:cNvGrpSpPr/>
          <p:nvPr/>
        </p:nvGrpSpPr>
        <p:grpSpPr>
          <a:xfrm>
            <a:off x="6207177" y="1972435"/>
            <a:ext cx="319347" cy="349133"/>
            <a:chOff x="1687350" y="3618725"/>
            <a:chExt cx="270175" cy="295375"/>
          </a:xfrm>
        </p:grpSpPr>
        <p:sp>
          <p:nvSpPr>
            <p:cNvPr id="8954" name="Google Shape;8954;p93"/>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3"/>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3"/>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7" name="Google Shape;8957;p93"/>
          <p:cNvGrpSpPr/>
          <p:nvPr/>
        </p:nvGrpSpPr>
        <p:grpSpPr>
          <a:xfrm>
            <a:off x="6190880" y="2418916"/>
            <a:ext cx="351940" cy="349133"/>
            <a:chOff x="1672375" y="3982600"/>
            <a:chExt cx="297750" cy="295375"/>
          </a:xfrm>
        </p:grpSpPr>
        <p:sp>
          <p:nvSpPr>
            <p:cNvPr id="8958" name="Google Shape;8958;p93"/>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3"/>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3"/>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1" name="Google Shape;8961;p93"/>
          <p:cNvGrpSpPr/>
          <p:nvPr/>
        </p:nvGrpSpPr>
        <p:grpSpPr>
          <a:xfrm>
            <a:off x="4882872" y="2883111"/>
            <a:ext cx="350079" cy="350079"/>
            <a:chOff x="3497300" y="3227275"/>
            <a:chExt cx="296175" cy="296175"/>
          </a:xfrm>
        </p:grpSpPr>
        <p:sp>
          <p:nvSpPr>
            <p:cNvPr id="8962" name="Google Shape;8962;p93"/>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3"/>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3"/>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3"/>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3"/>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3"/>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3"/>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3"/>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0" name="Google Shape;8970;p93"/>
          <p:cNvGrpSpPr/>
          <p:nvPr/>
        </p:nvGrpSpPr>
        <p:grpSpPr>
          <a:xfrm>
            <a:off x="4883345" y="3332506"/>
            <a:ext cx="349133" cy="347272"/>
            <a:chOff x="3497300" y="3591950"/>
            <a:chExt cx="295375" cy="293800"/>
          </a:xfrm>
        </p:grpSpPr>
        <p:sp>
          <p:nvSpPr>
            <p:cNvPr id="8971" name="Google Shape;8971;p93"/>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3"/>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3"/>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3"/>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3"/>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3"/>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3"/>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3"/>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93"/>
          <p:cNvGrpSpPr/>
          <p:nvPr/>
        </p:nvGrpSpPr>
        <p:grpSpPr>
          <a:xfrm>
            <a:off x="4883345" y="3807644"/>
            <a:ext cx="349133" cy="349163"/>
            <a:chOff x="3497300" y="3955025"/>
            <a:chExt cx="295375" cy="295400"/>
          </a:xfrm>
        </p:grpSpPr>
        <p:sp>
          <p:nvSpPr>
            <p:cNvPr id="8980" name="Google Shape;8980;p93"/>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3"/>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3"/>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3" name="Google Shape;8983;p93"/>
          <p:cNvGrpSpPr/>
          <p:nvPr/>
        </p:nvGrpSpPr>
        <p:grpSpPr>
          <a:xfrm>
            <a:off x="7107917" y="2883835"/>
            <a:ext cx="327739" cy="348631"/>
            <a:chOff x="5364750" y="3235150"/>
            <a:chExt cx="277275" cy="294950"/>
          </a:xfrm>
        </p:grpSpPr>
        <p:sp>
          <p:nvSpPr>
            <p:cNvPr id="8984" name="Google Shape;8984;p93"/>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3"/>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3"/>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3"/>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3"/>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3"/>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3"/>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3"/>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93"/>
          <p:cNvGrpSpPr/>
          <p:nvPr/>
        </p:nvGrpSpPr>
        <p:grpSpPr>
          <a:xfrm>
            <a:off x="7096274" y="3330171"/>
            <a:ext cx="351024" cy="351940"/>
            <a:chOff x="5355300" y="3598250"/>
            <a:chExt cx="296975" cy="297750"/>
          </a:xfrm>
        </p:grpSpPr>
        <p:sp>
          <p:nvSpPr>
            <p:cNvPr id="8993" name="Google Shape;8993;p93"/>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3"/>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3"/>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3"/>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3"/>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3"/>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3"/>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3"/>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93"/>
          <p:cNvGrpSpPr/>
          <p:nvPr/>
        </p:nvGrpSpPr>
        <p:grpSpPr>
          <a:xfrm>
            <a:off x="7100470" y="3869093"/>
            <a:ext cx="342632" cy="226264"/>
            <a:chOff x="5358450" y="4015675"/>
            <a:chExt cx="289875" cy="191425"/>
          </a:xfrm>
        </p:grpSpPr>
        <p:sp>
          <p:nvSpPr>
            <p:cNvPr id="9002" name="Google Shape;9002;p93"/>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3"/>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3"/>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3"/>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93"/>
          <p:cNvGrpSpPr/>
          <p:nvPr/>
        </p:nvGrpSpPr>
        <p:grpSpPr>
          <a:xfrm>
            <a:off x="6226953" y="4251624"/>
            <a:ext cx="351024" cy="325464"/>
            <a:chOff x="6543825" y="3202075"/>
            <a:chExt cx="296975" cy="275350"/>
          </a:xfrm>
        </p:grpSpPr>
        <p:sp>
          <p:nvSpPr>
            <p:cNvPr id="9007" name="Google Shape;9007;p93"/>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3"/>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3"/>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3"/>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3"/>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3"/>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3"/>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93"/>
          <p:cNvGrpSpPr/>
          <p:nvPr/>
        </p:nvGrpSpPr>
        <p:grpSpPr>
          <a:xfrm>
            <a:off x="6633934" y="1531372"/>
            <a:ext cx="350079" cy="350079"/>
            <a:chOff x="2037825" y="3254050"/>
            <a:chExt cx="296175" cy="296175"/>
          </a:xfrm>
        </p:grpSpPr>
        <p:sp>
          <p:nvSpPr>
            <p:cNvPr id="9015" name="Google Shape;9015;p93"/>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3"/>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3"/>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3"/>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3"/>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3"/>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93"/>
          <p:cNvGrpSpPr/>
          <p:nvPr/>
        </p:nvGrpSpPr>
        <p:grpSpPr>
          <a:xfrm>
            <a:off x="6632072" y="1972539"/>
            <a:ext cx="353802" cy="348926"/>
            <a:chOff x="2034675" y="3617925"/>
            <a:chExt cx="299325" cy="295200"/>
          </a:xfrm>
        </p:grpSpPr>
        <p:sp>
          <p:nvSpPr>
            <p:cNvPr id="9022" name="Google Shape;9022;p93"/>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3"/>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3"/>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3"/>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3"/>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93"/>
          <p:cNvGrpSpPr/>
          <p:nvPr/>
        </p:nvGrpSpPr>
        <p:grpSpPr>
          <a:xfrm>
            <a:off x="6633934" y="2418916"/>
            <a:ext cx="350079" cy="349133"/>
            <a:chOff x="2037825" y="3981825"/>
            <a:chExt cx="296175" cy="295375"/>
          </a:xfrm>
        </p:grpSpPr>
        <p:sp>
          <p:nvSpPr>
            <p:cNvPr id="9028" name="Google Shape;9028;p93"/>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3"/>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3"/>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93"/>
          <p:cNvGrpSpPr/>
          <p:nvPr/>
        </p:nvGrpSpPr>
        <p:grpSpPr>
          <a:xfrm>
            <a:off x="5318952" y="2915232"/>
            <a:ext cx="350079" cy="285837"/>
            <a:chOff x="3860400" y="3254050"/>
            <a:chExt cx="296175" cy="241825"/>
          </a:xfrm>
        </p:grpSpPr>
        <p:sp>
          <p:nvSpPr>
            <p:cNvPr id="9032" name="Google Shape;9032;p93"/>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3"/>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3"/>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3"/>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3"/>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3"/>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3"/>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93"/>
          <p:cNvGrpSpPr/>
          <p:nvPr/>
        </p:nvGrpSpPr>
        <p:grpSpPr>
          <a:xfrm>
            <a:off x="5318479" y="3331102"/>
            <a:ext cx="351024" cy="350079"/>
            <a:chOff x="3859600" y="3591950"/>
            <a:chExt cx="296975" cy="296175"/>
          </a:xfrm>
        </p:grpSpPr>
        <p:sp>
          <p:nvSpPr>
            <p:cNvPr id="9040" name="Google Shape;9040;p93"/>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3"/>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3"/>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93"/>
          <p:cNvGrpSpPr/>
          <p:nvPr/>
        </p:nvGrpSpPr>
        <p:grpSpPr>
          <a:xfrm>
            <a:off x="5318952" y="3807186"/>
            <a:ext cx="350079" cy="350079"/>
            <a:chOff x="3860400" y="3955025"/>
            <a:chExt cx="296175" cy="296175"/>
          </a:xfrm>
        </p:grpSpPr>
        <p:sp>
          <p:nvSpPr>
            <p:cNvPr id="9044" name="Google Shape;9044;p93"/>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3"/>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3"/>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3"/>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3"/>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93"/>
          <p:cNvGrpSpPr/>
          <p:nvPr/>
        </p:nvGrpSpPr>
        <p:grpSpPr>
          <a:xfrm>
            <a:off x="7534167" y="2883584"/>
            <a:ext cx="355664" cy="349133"/>
            <a:chOff x="5716825" y="3235950"/>
            <a:chExt cx="300900" cy="295375"/>
          </a:xfrm>
        </p:grpSpPr>
        <p:sp>
          <p:nvSpPr>
            <p:cNvPr id="9050" name="Google Shape;9050;p93"/>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3"/>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3"/>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3"/>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4" name="Google Shape;9054;p93"/>
          <p:cNvGrpSpPr/>
          <p:nvPr/>
        </p:nvGrpSpPr>
        <p:grpSpPr>
          <a:xfrm>
            <a:off x="7547199" y="3342272"/>
            <a:ext cx="329601" cy="327739"/>
            <a:chOff x="5727850" y="3609275"/>
            <a:chExt cx="278850" cy="277275"/>
          </a:xfrm>
        </p:grpSpPr>
        <p:sp>
          <p:nvSpPr>
            <p:cNvPr id="9055" name="Google Shape;9055;p93"/>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3"/>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3"/>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3"/>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3"/>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93"/>
          <p:cNvGrpSpPr/>
          <p:nvPr/>
        </p:nvGrpSpPr>
        <p:grpSpPr>
          <a:xfrm>
            <a:off x="7558383" y="3807659"/>
            <a:ext cx="307231" cy="349133"/>
            <a:chOff x="5736525" y="3963700"/>
            <a:chExt cx="259925" cy="295375"/>
          </a:xfrm>
        </p:grpSpPr>
        <p:sp>
          <p:nvSpPr>
            <p:cNvPr id="9061" name="Google Shape;9061;p93"/>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3"/>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3"/>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3"/>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3"/>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3"/>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3"/>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93"/>
          <p:cNvGrpSpPr/>
          <p:nvPr/>
        </p:nvGrpSpPr>
        <p:grpSpPr>
          <a:xfrm>
            <a:off x="6649963" y="4256985"/>
            <a:ext cx="351024" cy="350079"/>
            <a:chOff x="6553275" y="3604550"/>
            <a:chExt cx="296975" cy="296175"/>
          </a:xfrm>
        </p:grpSpPr>
        <p:sp>
          <p:nvSpPr>
            <p:cNvPr id="9069" name="Google Shape;9069;p93"/>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3"/>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3"/>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3"/>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3"/>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3"/>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78"/>
        <p:cNvGrpSpPr/>
        <p:nvPr/>
      </p:nvGrpSpPr>
      <p:grpSpPr>
        <a:xfrm>
          <a:off x="0" y="0"/>
          <a:ext cx="0" cy="0"/>
          <a:chOff x="0" y="0"/>
          <a:chExt cx="0" cy="0"/>
        </a:xfrm>
      </p:grpSpPr>
      <p:sp>
        <p:nvSpPr>
          <p:cNvPr id="9079" name="Google Shape;9079;p94"/>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80" name="Google Shape;9080;p94"/>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081" name="Google Shape;9081;p94"/>
          <p:cNvGrpSpPr/>
          <p:nvPr/>
        </p:nvGrpSpPr>
        <p:grpSpPr>
          <a:xfrm>
            <a:off x="877057" y="1532946"/>
            <a:ext cx="294401" cy="353645"/>
            <a:chOff x="-35814600" y="3202075"/>
            <a:chExt cx="242625" cy="291450"/>
          </a:xfrm>
        </p:grpSpPr>
        <p:sp>
          <p:nvSpPr>
            <p:cNvPr id="9082" name="Google Shape;9082;p94"/>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4"/>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4"/>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4"/>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4"/>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4"/>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4"/>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9" name="Google Shape;9089;p94"/>
          <p:cNvGrpSpPr/>
          <p:nvPr/>
        </p:nvGrpSpPr>
        <p:grpSpPr>
          <a:xfrm>
            <a:off x="847435" y="1973866"/>
            <a:ext cx="353645" cy="353888"/>
            <a:chOff x="-35839800" y="3561025"/>
            <a:chExt cx="291450" cy="291650"/>
          </a:xfrm>
        </p:grpSpPr>
        <p:sp>
          <p:nvSpPr>
            <p:cNvPr id="9090" name="Google Shape;9090;p94"/>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4"/>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4"/>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4"/>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4"/>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4"/>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4"/>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7" name="Google Shape;9097;p94"/>
          <p:cNvSpPr/>
          <p:nvPr/>
        </p:nvSpPr>
        <p:spPr>
          <a:xfrm>
            <a:off x="845859" y="24094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8" name="Google Shape;9098;p94"/>
          <p:cNvGrpSpPr/>
          <p:nvPr/>
        </p:nvGrpSpPr>
        <p:grpSpPr>
          <a:xfrm>
            <a:off x="3084980" y="1532946"/>
            <a:ext cx="353645" cy="353645"/>
            <a:chOff x="-34003850" y="3227275"/>
            <a:chExt cx="291450" cy="291450"/>
          </a:xfrm>
        </p:grpSpPr>
        <p:sp>
          <p:nvSpPr>
            <p:cNvPr id="9099" name="Google Shape;9099;p94"/>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4"/>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4"/>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4"/>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4"/>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94"/>
          <p:cNvGrpSpPr/>
          <p:nvPr/>
        </p:nvGrpSpPr>
        <p:grpSpPr>
          <a:xfrm>
            <a:off x="3084510" y="1973638"/>
            <a:ext cx="354586" cy="354343"/>
            <a:chOff x="-34004625" y="3585850"/>
            <a:chExt cx="292225" cy="292025"/>
          </a:xfrm>
        </p:grpSpPr>
        <p:sp>
          <p:nvSpPr>
            <p:cNvPr id="9105" name="Google Shape;9105;p94"/>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4"/>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4"/>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4"/>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4"/>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94"/>
          <p:cNvGrpSpPr/>
          <p:nvPr/>
        </p:nvGrpSpPr>
        <p:grpSpPr>
          <a:xfrm>
            <a:off x="3084025" y="2408839"/>
            <a:ext cx="355557" cy="354616"/>
            <a:chOff x="-34005425" y="3945575"/>
            <a:chExt cx="293025" cy="292250"/>
          </a:xfrm>
        </p:grpSpPr>
        <p:sp>
          <p:nvSpPr>
            <p:cNvPr id="9111" name="Google Shape;9111;p94"/>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4"/>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4"/>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94"/>
          <p:cNvGrpSpPr/>
          <p:nvPr/>
        </p:nvGrpSpPr>
        <p:grpSpPr>
          <a:xfrm>
            <a:off x="1731124" y="2882015"/>
            <a:ext cx="358408" cy="355557"/>
            <a:chOff x="-32174975" y="3192625"/>
            <a:chExt cx="295375" cy="293025"/>
          </a:xfrm>
        </p:grpSpPr>
        <p:sp>
          <p:nvSpPr>
            <p:cNvPr id="9115" name="Google Shape;9115;p94"/>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4"/>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4"/>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4"/>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9" name="Google Shape;9119;p94"/>
          <p:cNvSpPr/>
          <p:nvPr/>
        </p:nvSpPr>
        <p:spPr>
          <a:xfrm>
            <a:off x="1728170" y="33530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4"/>
          <p:cNvSpPr/>
          <p:nvPr/>
        </p:nvSpPr>
        <p:spPr>
          <a:xfrm>
            <a:off x="1732948" y="38181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1" name="Google Shape;9121;p94"/>
          <p:cNvGrpSpPr/>
          <p:nvPr/>
        </p:nvGrpSpPr>
        <p:grpSpPr>
          <a:xfrm>
            <a:off x="3970274" y="2882970"/>
            <a:ext cx="354586" cy="353645"/>
            <a:chOff x="-30345325" y="3184750"/>
            <a:chExt cx="292225" cy="291450"/>
          </a:xfrm>
        </p:grpSpPr>
        <p:sp>
          <p:nvSpPr>
            <p:cNvPr id="9122" name="Google Shape;9122;p94"/>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4"/>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4"/>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4"/>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4"/>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94"/>
          <p:cNvGrpSpPr/>
          <p:nvPr/>
        </p:nvGrpSpPr>
        <p:grpSpPr>
          <a:xfrm>
            <a:off x="1295026" y="1532946"/>
            <a:ext cx="353645" cy="353645"/>
            <a:chOff x="-35481425" y="3202075"/>
            <a:chExt cx="291450" cy="291450"/>
          </a:xfrm>
        </p:grpSpPr>
        <p:sp>
          <p:nvSpPr>
            <p:cNvPr id="9128" name="Google Shape;9128;p94"/>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4"/>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4"/>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4"/>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4"/>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4"/>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4"/>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5" name="Google Shape;9135;p94"/>
          <p:cNvGrpSpPr/>
          <p:nvPr/>
        </p:nvGrpSpPr>
        <p:grpSpPr>
          <a:xfrm>
            <a:off x="1294556" y="1974472"/>
            <a:ext cx="354586" cy="352675"/>
            <a:chOff x="-35482200" y="3561225"/>
            <a:chExt cx="292225" cy="290650"/>
          </a:xfrm>
        </p:grpSpPr>
        <p:sp>
          <p:nvSpPr>
            <p:cNvPr id="9136" name="Google Shape;9136;p94"/>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4"/>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4"/>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94"/>
          <p:cNvGrpSpPr/>
          <p:nvPr/>
        </p:nvGrpSpPr>
        <p:grpSpPr>
          <a:xfrm>
            <a:off x="1295026" y="2409340"/>
            <a:ext cx="353645" cy="353615"/>
            <a:chOff x="-35481425" y="3919600"/>
            <a:chExt cx="291450" cy="291425"/>
          </a:xfrm>
        </p:grpSpPr>
        <p:sp>
          <p:nvSpPr>
            <p:cNvPr id="9140" name="Google Shape;9140;p94"/>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4"/>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4"/>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4"/>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4"/>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4"/>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4"/>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4"/>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94"/>
          <p:cNvGrpSpPr/>
          <p:nvPr/>
        </p:nvGrpSpPr>
        <p:grpSpPr>
          <a:xfrm>
            <a:off x="3530661" y="1533431"/>
            <a:ext cx="357468" cy="352675"/>
            <a:chOff x="-33645475" y="3228075"/>
            <a:chExt cx="294600" cy="290650"/>
          </a:xfrm>
        </p:grpSpPr>
        <p:sp>
          <p:nvSpPr>
            <p:cNvPr id="9149" name="Google Shape;9149;p94"/>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4"/>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4"/>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4"/>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4"/>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4"/>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4"/>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94"/>
          <p:cNvGrpSpPr/>
          <p:nvPr/>
        </p:nvGrpSpPr>
        <p:grpSpPr>
          <a:xfrm>
            <a:off x="3531631" y="1973516"/>
            <a:ext cx="355526" cy="354586"/>
            <a:chOff x="-33646250" y="3586425"/>
            <a:chExt cx="293000" cy="292225"/>
          </a:xfrm>
        </p:grpSpPr>
        <p:sp>
          <p:nvSpPr>
            <p:cNvPr id="9157" name="Google Shape;9157;p94"/>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4"/>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9" name="Google Shape;9159;p94"/>
          <p:cNvGrpSpPr/>
          <p:nvPr/>
        </p:nvGrpSpPr>
        <p:grpSpPr>
          <a:xfrm>
            <a:off x="3532101" y="2408369"/>
            <a:ext cx="354586" cy="355557"/>
            <a:chOff x="-33645475" y="3944800"/>
            <a:chExt cx="292225" cy="293025"/>
          </a:xfrm>
        </p:grpSpPr>
        <p:sp>
          <p:nvSpPr>
            <p:cNvPr id="9160" name="Google Shape;9160;p94"/>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4"/>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4"/>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4"/>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4"/>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4"/>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4"/>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4"/>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4"/>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4"/>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94"/>
          <p:cNvGrpSpPr/>
          <p:nvPr/>
        </p:nvGrpSpPr>
        <p:grpSpPr>
          <a:xfrm>
            <a:off x="2185320" y="2882106"/>
            <a:ext cx="352675" cy="355375"/>
            <a:chOff x="-31809525" y="3192625"/>
            <a:chExt cx="290650" cy="292875"/>
          </a:xfrm>
        </p:grpSpPr>
        <p:sp>
          <p:nvSpPr>
            <p:cNvPr id="9171" name="Google Shape;9171;p94"/>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4"/>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4"/>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4"/>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5" name="Google Shape;9175;p94"/>
          <p:cNvGrpSpPr/>
          <p:nvPr/>
        </p:nvGrpSpPr>
        <p:grpSpPr>
          <a:xfrm>
            <a:off x="2184835" y="3352658"/>
            <a:ext cx="353645" cy="355557"/>
            <a:chOff x="-31811100" y="3550975"/>
            <a:chExt cx="291450" cy="293025"/>
          </a:xfrm>
        </p:grpSpPr>
        <p:sp>
          <p:nvSpPr>
            <p:cNvPr id="9176" name="Google Shape;9176;p94"/>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4"/>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4"/>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4"/>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4"/>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4"/>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4"/>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3" name="Google Shape;9183;p94"/>
          <p:cNvGrpSpPr/>
          <p:nvPr/>
        </p:nvGrpSpPr>
        <p:grpSpPr>
          <a:xfrm>
            <a:off x="2178631" y="3816962"/>
            <a:ext cx="366052" cy="356831"/>
            <a:chOff x="-31817400" y="3910025"/>
            <a:chExt cx="301675" cy="294075"/>
          </a:xfrm>
        </p:grpSpPr>
        <p:sp>
          <p:nvSpPr>
            <p:cNvPr id="9184" name="Google Shape;9184;p94"/>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4"/>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4"/>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94"/>
          <p:cNvGrpSpPr/>
          <p:nvPr/>
        </p:nvGrpSpPr>
        <p:grpSpPr>
          <a:xfrm>
            <a:off x="3970259" y="3353143"/>
            <a:ext cx="354616" cy="354586"/>
            <a:chOff x="-30354000" y="3569100"/>
            <a:chExt cx="292250" cy="292225"/>
          </a:xfrm>
        </p:grpSpPr>
        <p:sp>
          <p:nvSpPr>
            <p:cNvPr id="9188" name="Google Shape;9188;p94"/>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4"/>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4"/>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4"/>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4"/>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4"/>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94"/>
          <p:cNvGrpSpPr/>
          <p:nvPr/>
        </p:nvGrpSpPr>
        <p:grpSpPr>
          <a:xfrm>
            <a:off x="1748837" y="1532946"/>
            <a:ext cx="342148" cy="353645"/>
            <a:chOff x="-35118325" y="3202075"/>
            <a:chExt cx="281975" cy="291450"/>
          </a:xfrm>
        </p:grpSpPr>
        <p:sp>
          <p:nvSpPr>
            <p:cNvPr id="9195" name="Google Shape;9195;p94"/>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4"/>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4"/>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4"/>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94"/>
          <p:cNvGrpSpPr/>
          <p:nvPr/>
        </p:nvGrpSpPr>
        <p:grpSpPr>
          <a:xfrm>
            <a:off x="1742618" y="1974199"/>
            <a:ext cx="354586" cy="353221"/>
            <a:chOff x="-35123050" y="3561225"/>
            <a:chExt cx="292225" cy="291100"/>
          </a:xfrm>
        </p:grpSpPr>
        <p:sp>
          <p:nvSpPr>
            <p:cNvPr id="9200" name="Google Shape;9200;p94"/>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4"/>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94"/>
          <p:cNvGrpSpPr/>
          <p:nvPr/>
        </p:nvGrpSpPr>
        <p:grpSpPr>
          <a:xfrm>
            <a:off x="1784677" y="2409340"/>
            <a:ext cx="270467" cy="353615"/>
            <a:chOff x="-35089175" y="3919600"/>
            <a:chExt cx="222900" cy="291425"/>
          </a:xfrm>
        </p:grpSpPr>
        <p:sp>
          <p:nvSpPr>
            <p:cNvPr id="9203" name="Google Shape;9203;p94"/>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4"/>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94"/>
          <p:cNvGrpSpPr/>
          <p:nvPr/>
        </p:nvGrpSpPr>
        <p:grpSpPr>
          <a:xfrm>
            <a:off x="3981673" y="1532703"/>
            <a:ext cx="336445" cy="354131"/>
            <a:chOff x="-33277650" y="3226875"/>
            <a:chExt cx="277275" cy="291850"/>
          </a:xfrm>
        </p:grpSpPr>
        <p:sp>
          <p:nvSpPr>
            <p:cNvPr id="9206" name="Google Shape;9206;p94"/>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4"/>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4"/>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4"/>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4"/>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4"/>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4"/>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94"/>
          <p:cNvGrpSpPr/>
          <p:nvPr/>
        </p:nvGrpSpPr>
        <p:grpSpPr>
          <a:xfrm>
            <a:off x="3973073" y="1973987"/>
            <a:ext cx="353645" cy="353645"/>
            <a:chOff x="-33286325" y="3586425"/>
            <a:chExt cx="291450" cy="291450"/>
          </a:xfrm>
        </p:grpSpPr>
        <p:sp>
          <p:nvSpPr>
            <p:cNvPr id="9214" name="Google Shape;9214;p94"/>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4"/>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4"/>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4"/>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4"/>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94"/>
          <p:cNvGrpSpPr/>
          <p:nvPr/>
        </p:nvGrpSpPr>
        <p:grpSpPr>
          <a:xfrm>
            <a:off x="3973073" y="2408369"/>
            <a:ext cx="353645" cy="355557"/>
            <a:chOff x="-33286325" y="3944800"/>
            <a:chExt cx="291450" cy="293025"/>
          </a:xfrm>
        </p:grpSpPr>
        <p:sp>
          <p:nvSpPr>
            <p:cNvPr id="9220" name="Google Shape;9220;p94"/>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4"/>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4"/>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4"/>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94"/>
          <p:cNvGrpSpPr/>
          <p:nvPr/>
        </p:nvGrpSpPr>
        <p:grpSpPr>
          <a:xfrm>
            <a:off x="2631470" y="2881529"/>
            <a:ext cx="353645" cy="356527"/>
            <a:chOff x="-31452725" y="3191825"/>
            <a:chExt cx="291450" cy="293825"/>
          </a:xfrm>
        </p:grpSpPr>
        <p:sp>
          <p:nvSpPr>
            <p:cNvPr id="9225" name="Google Shape;9225;p94"/>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4"/>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4"/>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4"/>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94"/>
          <p:cNvGrpSpPr/>
          <p:nvPr/>
        </p:nvGrpSpPr>
        <p:grpSpPr>
          <a:xfrm>
            <a:off x="2631000" y="3353144"/>
            <a:ext cx="354586" cy="354586"/>
            <a:chOff x="-31452725" y="3551775"/>
            <a:chExt cx="292225" cy="292225"/>
          </a:xfrm>
        </p:grpSpPr>
        <p:sp>
          <p:nvSpPr>
            <p:cNvPr id="9230" name="Google Shape;9230;p94"/>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4"/>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4"/>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4"/>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4" name="Google Shape;9234;p94"/>
          <p:cNvGrpSpPr/>
          <p:nvPr/>
        </p:nvGrpSpPr>
        <p:grpSpPr>
          <a:xfrm>
            <a:off x="2629559" y="3817129"/>
            <a:ext cx="357468" cy="356497"/>
            <a:chOff x="-31455100" y="3909350"/>
            <a:chExt cx="294600" cy="293800"/>
          </a:xfrm>
        </p:grpSpPr>
        <p:sp>
          <p:nvSpPr>
            <p:cNvPr id="9235" name="Google Shape;9235;p94"/>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4"/>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94"/>
          <p:cNvGrpSpPr/>
          <p:nvPr/>
        </p:nvGrpSpPr>
        <p:grpSpPr>
          <a:xfrm>
            <a:off x="3970744" y="3818084"/>
            <a:ext cx="353645" cy="354586"/>
            <a:chOff x="-30345325" y="3918800"/>
            <a:chExt cx="291450" cy="292225"/>
          </a:xfrm>
        </p:grpSpPr>
        <p:sp>
          <p:nvSpPr>
            <p:cNvPr id="9238" name="Google Shape;9238;p94"/>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4"/>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4"/>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4"/>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4"/>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94"/>
          <p:cNvGrpSpPr/>
          <p:nvPr/>
        </p:nvGrpSpPr>
        <p:grpSpPr>
          <a:xfrm>
            <a:off x="2200736" y="1532946"/>
            <a:ext cx="332593" cy="353645"/>
            <a:chOff x="-34755225" y="3202075"/>
            <a:chExt cx="274100" cy="291450"/>
          </a:xfrm>
        </p:grpSpPr>
        <p:sp>
          <p:nvSpPr>
            <p:cNvPr id="9244" name="Google Shape;9244;p94"/>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4"/>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4"/>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4"/>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4"/>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4"/>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4"/>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94"/>
          <p:cNvGrpSpPr/>
          <p:nvPr/>
        </p:nvGrpSpPr>
        <p:grpSpPr>
          <a:xfrm>
            <a:off x="2190209" y="1973987"/>
            <a:ext cx="353645" cy="353645"/>
            <a:chOff x="-34763900" y="3561225"/>
            <a:chExt cx="291450" cy="291450"/>
          </a:xfrm>
        </p:grpSpPr>
        <p:sp>
          <p:nvSpPr>
            <p:cNvPr id="9252" name="Google Shape;9252;p94"/>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4"/>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4"/>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5" name="Google Shape;9255;p94"/>
          <p:cNvSpPr/>
          <p:nvPr/>
        </p:nvSpPr>
        <p:spPr>
          <a:xfrm>
            <a:off x="2189608" y="24094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6" name="Google Shape;9256;p94"/>
          <p:cNvGrpSpPr/>
          <p:nvPr/>
        </p:nvGrpSpPr>
        <p:grpSpPr>
          <a:xfrm>
            <a:off x="845106" y="2882499"/>
            <a:ext cx="354586" cy="354586"/>
            <a:chOff x="-32927950" y="3227275"/>
            <a:chExt cx="292225" cy="292225"/>
          </a:xfrm>
        </p:grpSpPr>
        <p:sp>
          <p:nvSpPr>
            <p:cNvPr id="9257" name="Google Shape;9257;p94"/>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4"/>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4"/>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4"/>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4"/>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94"/>
          <p:cNvGrpSpPr/>
          <p:nvPr/>
        </p:nvGrpSpPr>
        <p:grpSpPr>
          <a:xfrm>
            <a:off x="844621" y="3353613"/>
            <a:ext cx="355557" cy="353645"/>
            <a:chOff x="-32927950" y="3586425"/>
            <a:chExt cx="293025" cy="291450"/>
          </a:xfrm>
        </p:grpSpPr>
        <p:sp>
          <p:nvSpPr>
            <p:cNvPr id="9263" name="Google Shape;9263;p94"/>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4"/>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4"/>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4"/>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4"/>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8" name="Google Shape;9268;p94"/>
          <p:cNvGrpSpPr/>
          <p:nvPr/>
        </p:nvGrpSpPr>
        <p:grpSpPr>
          <a:xfrm>
            <a:off x="845106" y="3817598"/>
            <a:ext cx="354586" cy="355557"/>
            <a:chOff x="-32927950" y="3944800"/>
            <a:chExt cx="292225" cy="293025"/>
          </a:xfrm>
        </p:grpSpPr>
        <p:sp>
          <p:nvSpPr>
            <p:cNvPr id="9269" name="Google Shape;9269;p94"/>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4"/>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4"/>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4"/>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4"/>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4"/>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4"/>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4"/>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4"/>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94"/>
          <p:cNvGrpSpPr/>
          <p:nvPr/>
        </p:nvGrpSpPr>
        <p:grpSpPr>
          <a:xfrm>
            <a:off x="3073898" y="2882849"/>
            <a:ext cx="354586" cy="353888"/>
            <a:chOff x="-31094350" y="3194000"/>
            <a:chExt cx="292225" cy="291650"/>
          </a:xfrm>
        </p:grpSpPr>
        <p:sp>
          <p:nvSpPr>
            <p:cNvPr id="9279" name="Google Shape;9279;p94"/>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4"/>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4"/>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4"/>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4"/>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4"/>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4"/>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4"/>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94"/>
          <p:cNvGrpSpPr/>
          <p:nvPr/>
        </p:nvGrpSpPr>
        <p:grpSpPr>
          <a:xfrm>
            <a:off x="3074368" y="3353341"/>
            <a:ext cx="353645" cy="354191"/>
            <a:chOff x="-31093575" y="3552550"/>
            <a:chExt cx="291450" cy="291900"/>
          </a:xfrm>
        </p:grpSpPr>
        <p:sp>
          <p:nvSpPr>
            <p:cNvPr id="9288" name="Google Shape;9288;p94"/>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4"/>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4"/>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4"/>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94"/>
          <p:cNvGrpSpPr/>
          <p:nvPr/>
        </p:nvGrpSpPr>
        <p:grpSpPr>
          <a:xfrm>
            <a:off x="3074368" y="3818569"/>
            <a:ext cx="353645" cy="353615"/>
            <a:chOff x="-31093575" y="3911725"/>
            <a:chExt cx="291450" cy="291425"/>
          </a:xfrm>
        </p:grpSpPr>
        <p:sp>
          <p:nvSpPr>
            <p:cNvPr id="9293" name="Google Shape;9293;p94"/>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4"/>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5" name="Google Shape;9295;p94"/>
          <p:cNvGrpSpPr/>
          <p:nvPr/>
        </p:nvGrpSpPr>
        <p:grpSpPr>
          <a:xfrm>
            <a:off x="2183798" y="4275536"/>
            <a:ext cx="356497" cy="354586"/>
            <a:chOff x="-29946000" y="3183175"/>
            <a:chExt cx="293800" cy="292225"/>
          </a:xfrm>
        </p:grpSpPr>
        <p:sp>
          <p:nvSpPr>
            <p:cNvPr id="9296" name="Google Shape;9296;p94"/>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4"/>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4"/>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4"/>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4"/>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4"/>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94"/>
          <p:cNvGrpSpPr/>
          <p:nvPr/>
        </p:nvGrpSpPr>
        <p:grpSpPr>
          <a:xfrm>
            <a:off x="2628330" y="1532689"/>
            <a:ext cx="358408" cy="354161"/>
            <a:chOff x="-34408675" y="3202075"/>
            <a:chExt cx="295375" cy="291875"/>
          </a:xfrm>
        </p:grpSpPr>
        <p:sp>
          <p:nvSpPr>
            <p:cNvPr id="9303" name="Google Shape;9303;p94"/>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4"/>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4"/>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4"/>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94"/>
          <p:cNvGrpSpPr/>
          <p:nvPr/>
        </p:nvGrpSpPr>
        <p:grpSpPr>
          <a:xfrm>
            <a:off x="2630241" y="1972683"/>
            <a:ext cx="354586" cy="356254"/>
            <a:chOff x="-34405525" y="3558075"/>
            <a:chExt cx="292225" cy="293600"/>
          </a:xfrm>
        </p:grpSpPr>
        <p:sp>
          <p:nvSpPr>
            <p:cNvPr id="9308" name="Google Shape;9308;p94"/>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4"/>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4"/>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94"/>
          <p:cNvGrpSpPr/>
          <p:nvPr/>
        </p:nvGrpSpPr>
        <p:grpSpPr>
          <a:xfrm>
            <a:off x="2629755" y="2409340"/>
            <a:ext cx="355557" cy="353615"/>
            <a:chOff x="-34406325" y="3919600"/>
            <a:chExt cx="293025" cy="291425"/>
          </a:xfrm>
        </p:grpSpPr>
        <p:sp>
          <p:nvSpPr>
            <p:cNvPr id="9312" name="Google Shape;9312;p94"/>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4"/>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4"/>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4"/>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4"/>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4"/>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4"/>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94"/>
          <p:cNvGrpSpPr/>
          <p:nvPr/>
        </p:nvGrpSpPr>
        <p:grpSpPr>
          <a:xfrm>
            <a:off x="1293653" y="2888703"/>
            <a:ext cx="353645" cy="342179"/>
            <a:chOff x="-32568800" y="3232000"/>
            <a:chExt cx="291450" cy="282000"/>
          </a:xfrm>
        </p:grpSpPr>
        <p:sp>
          <p:nvSpPr>
            <p:cNvPr id="9320" name="Google Shape;9320;p94"/>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4"/>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94"/>
          <p:cNvGrpSpPr/>
          <p:nvPr/>
        </p:nvGrpSpPr>
        <p:grpSpPr>
          <a:xfrm>
            <a:off x="1293183" y="3353613"/>
            <a:ext cx="354586" cy="353645"/>
            <a:chOff x="-32569575" y="3586425"/>
            <a:chExt cx="292225" cy="291450"/>
          </a:xfrm>
        </p:grpSpPr>
        <p:sp>
          <p:nvSpPr>
            <p:cNvPr id="9323" name="Google Shape;9323;p94"/>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4"/>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5" name="Google Shape;9325;p94"/>
          <p:cNvGrpSpPr/>
          <p:nvPr/>
        </p:nvGrpSpPr>
        <p:grpSpPr>
          <a:xfrm>
            <a:off x="1284098" y="3818205"/>
            <a:ext cx="372756" cy="354343"/>
            <a:chOff x="-32576675" y="3944600"/>
            <a:chExt cx="307200" cy="292025"/>
          </a:xfrm>
        </p:grpSpPr>
        <p:sp>
          <p:nvSpPr>
            <p:cNvPr id="9326" name="Google Shape;9326;p94"/>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4"/>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8" name="Google Shape;9328;p94"/>
          <p:cNvGrpSpPr/>
          <p:nvPr/>
        </p:nvGrpSpPr>
        <p:grpSpPr>
          <a:xfrm>
            <a:off x="3529065" y="2882500"/>
            <a:ext cx="354586" cy="354586"/>
            <a:chOff x="-30735200" y="3192625"/>
            <a:chExt cx="292225" cy="292225"/>
          </a:xfrm>
        </p:grpSpPr>
        <p:sp>
          <p:nvSpPr>
            <p:cNvPr id="9329" name="Google Shape;9329;p94"/>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4"/>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4"/>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4"/>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4"/>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4"/>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4"/>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94"/>
          <p:cNvGrpSpPr/>
          <p:nvPr/>
        </p:nvGrpSpPr>
        <p:grpSpPr>
          <a:xfrm>
            <a:off x="3529065" y="3353932"/>
            <a:ext cx="354586" cy="353008"/>
            <a:chOff x="-30735200" y="3552550"/>
            <a:chExt cx="292225" cy="290925"/>
          </a:xfrm>
        </p:grpSpPr>
        <p:sp>
          <p:nvSpPr>
            <p:cNvPr id="9337" name="Google Shape;9337;p94"/>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4"/>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94"/>
          <p:cNvGrpSpPr/>
          <p:nvPr/>
        </p:nvGrpSpPr>
        <p:grpSpPr>
          <a:xfrm>
            <a:off x="3529065" y="3818554"/>
            <a:ext cx="354586" cy="353645"/>
            <a:chOff x="-30735200" y="3910925"/>
            <a:chExt cx="292225" cy="291450"/>
          </a:xfrm>
        </p:grpSpPr>
        <p:sp>
          <p:nvSpPr>
            <p:cNvPr id="9340" name="Google Shape;9340;p94"/>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4"/>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2" name="Google Shape;9342;p94"/>
          <p:cNvSpPr/>
          <p:nvPr/>
        </p:nvSpPr>
        <p:spPr>
          <a:xfrm>
            <a:off x="2632180" y="42756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3" name="Google Shape;9343;p94"/>
          <p:cNvGrpSpPr/>
          <p:nvPr/>
        </p:nvGrpSpPr>
        <p:grpSpPr>
          <a:xfrm>
            <a:off x="4882910" y="1531421"/>
            <a:ext cx="358971" cy="359224"/>
            <a:chOff x="-57956275" y="3197925"/>
            <a:chExt cx="319000" cy="319225"/>
          </a:xfrm>
        </p:grpSpPr>
        <p:sp>
          <p:nvSpPr>
            <p:cNvPr id="9344" name="Google Shape;9344;p94"/>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4"/>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4"/>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4"/>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4"/>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4"/>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4"/>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1" name="Google Shape;9351;p94"/>
          <p:cNvGrpSpPr/>
          <p:nvPr/>
        </p:nvGrpSpPr>
        <p:grpSpPr>
          <a:xfrm>
            <a:off x="4905064" y="1987846"/>
            <a:ext cx="314662" cy="358971"/>
            <a:chOff x="-57940525" y="3590375"/>
            <a:chExt cx="279625" cy="319000"/>
          </a:xfrm>
        </p:grpSpPr>
        <p:sp>
          <p:nvSpPr>
            <p:cNvPr id="9352" name="Google Shape;9352;p94"/>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4"/>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4"/>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4"/>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4"/>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94"/>
          <p:cNvGrpSpPr/>
          <p:nvPr/>
        </p:nvGrpSpPr>
        <p:grpSpPr>
          <a:xfrm>
            <a:off x="4875945" y="2429217"/>
            <a:ext cx="358099" cy="358999"/>
            <a:chOff x="-57959425" y="3982600"/>
            <a:chExt cx="318225" cy="319025"/>
          </a:xfrm>
        </p:grpSpPr>
        <p:sp>
          <p:nvSpPr>
            <p:cNvPr id="9358" name="Google Shape;9358;p94"/>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4"/>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4"/>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4"/>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2" name="Google Shape;9362;p94"/>
          <p:cNvGrpSpPr/>
          <p:nvPr/>
        </p:nvGrpSpPr>
        <p:grpSpPr>
          <a:xfrm>
            <a:off x="7076112" y="1532546"/>
            <a:ext cx="357226" cy="357226"/>
            <a:chOff x="-55987225" y="3198925"/>
            <a:chExt cx="317450" cy="317450"/>
          </a:xfrm>
        </p:grpSpPr>
        <p:sp>
          <p:nvSpPr>
            <p:cNvPr id="9363" name="Google Shape;9363;p94"/>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4"/>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4"/>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4"/>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7" name="Google Shape;9367;p94"/>
          <p:cNvGrpSpPr/>
          <p:nvPr/>
        </p:nvGrpSpPr>
        <p:grpSpPr>
          <a:xfrm>
            <a:off x="7076112" y="1988578"/>
            <a:ext cx="357226" cy="357367"/>
            <a:chOff x="-55987225" y="3591025"/>
            <a:chExt cx="317450" cy="317575"/>
          </a:xfrm>
        </p:grpSpPr>
        <p:sp>
          <p:nvSpPr>
            <p:cNvPr id="9368" name="Google Shape;9368;p94"/>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4"/>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4"/>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4"/>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4"/>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94"/>
          <p:cNvGrpSpPr/>
          <p:nvPr/>
        </p:nvGrpSpPr>
        <p:grpSpPr>
          <a:xfrm>
            <a:off x="7090027" y="2429217"/>
            <a:ext cx="358999" cy="358999"/>
            <a:chOff x="-55988800" y="3982600"/>
            <a:chExt cx="319025" cy="319025"/>
          </a:xfrm>
        </p:grpSpPr>
        <p:sp>
          <p:nvSpPr>
            <p:cNvPr id="9374" name="Google Shape;9374;p94"/>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4"/>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4"/>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4"/>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4"/>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94"/>
          <p:cNvGrpSpPr/>
          <p:nvPr/>
        </p:nvGrpSpPr>
        <p:grpSpPr>
          <a:xfrm>
            <a:off x="5748546" y="2887174"/>
            <a:ext cx="356326" cy="358971"/>
            <a:chOff x="-54026025" y="3192625"/>
            <a:chExt cx="316650" cy="319000"/>
          </a:xfrm>
        </p:grpSpPr>
        <p:sp>
          <p:nvSpPr>
            <p:cNvPr id="9380" name="Google Shape;9380;p94"/>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4"/>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4"/>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4"/>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4"/>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4"/>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4"/>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4"/>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8" name="Google Shape;9388;p94"/>
          <p:cNvGrpSpPr/>
          <p:nvPr/>
        </p:nvGrpSpPr>
        <p:grpSpPr>
          <a:xfrm>
            <a:off x="5768492" y="3358148"/>
            <a:ext cx="316434" cy="358099"/>
            <a:chOff x="-54007925" y="3584850"/>
            <a:chExt cx="281200" cy="318225"/>
          </a:xfrm>
        </p:grpSpPr>
        <p:sp>
          <p:nvSpPr>
            <p:cNvPr id="9389" name="Google Shape;9389;p94"/>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4"/>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4"/>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4"/>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4"/>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4"/>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94"/>
          <p:cNvGrpSpPr/>
          <p:nvPr/>
        </p:nvGrpSpPr>
        <p:grpSpPr>
          <a:xfrm>
            <a:off x="5768492" y="3820033"/>
            <a:ext cx="316434" cy="358914"/>
            <a:chOff x="-54007925" y="3975575"/>
            <a:chExt cx="281200" cy="318950"/>
          </a:xfrm>
        </p:grpSpPr>
        <p:sp>
          <p:nvSpPr>
            <p:cNvPr id="9396" name="Google Shape;9396;p94"/>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4"/>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4"/>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4"/>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94"/>
          <p:cNvGrpSpPr/>
          <p:nvPr/>
        </p:nvGrpSpPr>
        <p:grpSpPr>
          <a:xfrm>
            <a:off x="8003359" y="2904504"/>
            <a:ext cx="274770" cy="358492"/>
            <a:chOff x="-52005775" y="3208025"/>
            <a:chExt cx="244175" cy="318575"/>
          </a:xfrm>
        </p:grpSpPr>
        <p:sp>
          <p:nvSpPr>
            <p:cNvPr id="9401" name="Google Shape;9401;p94"/>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4"/>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4"/>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4"/>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4"/>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4"/>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4"/>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4"/>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4"/>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4"/>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4"/>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94"/>
          <p:cNvGrpSpPr/>
          <p:nvPr/>
        </p:nvGrpSpPr>
        <p:grpSpPr>
          <a:xfrm>
            <a:off x="5309825" y="1532546"/>
            <a:ext cx="358099" cy="358099"/>
            <a:chOff x="-57568775" y="3198925"/>
            <a:chExt cx="318225" cy="318225"/>
          </a:xfrm>
        </p:grpSpPr>
        <p:sp>
          <p:nvSpPr>
            <p:cNvPr id="9413" name="Google Shape;9413;p94"/>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4"/>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4"/>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4"/>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4"/>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4"/>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94"/>
          <p:cNvGrpSpPr/>
          <p:nvPr/>
        </p:nvGrpSpPr>
        <p:grpSpPr>
          <a:xfrm>
            <a:off x="5331543" y="1987846"/>
            <a:ext cx="314662" cy="358099"/>
            <a:chOff x="-57549075" y="3590375"/>
            <a:chExt cx="279625" cy="318225"/>
          </a:xfrm>
        </p:grpSpPr>
        <p:sp>
          <p:nvSpPr>
            <p:cNvPr id="9420" name="Google Shape;9420;p94"/>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4"/>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4"/>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4"/>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94"/>
          <p:cNvGrpSpPr/>
          <p:nvPr/>
        </p:nvGrpSpPr>
        <p:grpSpPr>
          <a:xfrm>
            <a:off x="5323740" y="2429217"/>
            <a:ext cx="359871" cy="359871"/>
            <a:chOff x="-57570350" y="3982600"/>
            <a:chExt cx="319800" cy="319800"/>
          </a:xfrm>
        </p:grpSpPr>
        <p:sp>
          <p:nvSpPr>
            <p:cNvPr id="9425" name="Google Shape;9425;p94"/>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4"/>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4"/>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4"/>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94"/>
          <p:cNvGrpSpPr/>
          <p:nvPr/>
        </p:nvGrpSpPr>
        <p:grpSpPr>
          <a:xfrm>
            <a:off x="7538779" y="1531646"/>
            <a:ext cx="314662" cy="358999"/>
            <a:chOff x="-55576850" y="3198125"/>
            <a:chExt cx="279625" cy="319025"/>
          </a:xfrm>
        </p:grpSpPr>
        <p:sp>
          <p:nvSpPr>
            <p:cNvPr id="9430" name="Google Shape;9430;p94"/>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4"/>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4"/>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4"/>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94"/>
          <p:cNvGrpSpPr/>
          <p:nvPr/>
        </p:nvGrpSpPr>
        <p:grpSpPr>
          <a:xfrm>
            <a:off x="7516174" y="1987621"/>
            <a:ext cx="359871" cy="358324"/>
            <a:chOff x="-55596550" y="3590175"/>
            <a:chExt cx="319800" cy="318425"/>
          </a:xfrm>
        </p:grpSpPr>
        <p:sp>
          <p:nvSpPr>
            <p:cNvPr id="9435" name="Google Shape;9435;p94"/>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4"/>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4"/>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4"/>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94"/>
          <p:cNvGrpSpPr/>
          <p:nvPr/>
        </p:nvGrpSpPr>
        <p:grpSpPr>
          <a:xfrm>
            <a:off x="7531412" y="2428964"/>
            <a:ext cx="358999" cy="359252"/>
            <a:chOff x="-55595775" y="3982375"/>
            <a:chExt cx="319025" cy="319250"/>
          </a:xfrm>
        </p:grpSpPr>
        <p:sp>
          <p:nvSpPr>
            <p:cNvPr id="9440" name="Google Shape;9440;p94"/>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4"/>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4"/>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4"/>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4"/>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4"/>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94"/>
          <p:cNvGrpSpPr/>
          <p:nvPr/>
        </p:nvGrpSpPr>
        <p:grpSpPr>
          <a:xfrm>
            <a:off x="6188595" y="2887174"/>
            <a:ext cx="358999" cy="358099"/>
            <a:chOff x="-53635375" y="3192625"/>
            <a:chExt cx="319025" cy="318225"/>
          </a:xfrm>
        </p:grpSpPr>
        <p:sp>
          <p:nvSpPr>
            <p:cNvPr id="9447" name="Google Shape;9447;p94"/>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4"/>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4"/>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0" name="Google Shape;9450;p94"/>
          <p:cNvGrpSpPr/>
          <p:nvPr/>
        </p:nvGrpSpPr>
        <p:grpSpPr>
          <a:xfrm>
            <a:off x="6210763" y="3358148"/>
            <a:ext cx="314662" cy="358999"/>
            <a:chOff x="-53615675" y="3584850"/>
            <a:chExt cx="279625" cy="319025"/>
          </a:xfrm>
        </p:grpSpPr>
        <p:sp>
          <p:nvSpPr>
            <p:cNvPr id="9451" name="Google Shape;9451;p94"/>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4"/>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4"/>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94"/>
          <p:cNvGrpSpPr/>
          <p:nvPr/>
        </p:nvGrpSpPr>
        <p:grpSpPr>
          <a:xfrm>
            <a:off x="6188609" y="3821074"/>
            <a:ext cx="358971" cy="357874"/>
            <a:chOff x="-53634575" y="3976500"/>
            <a:chExt cx="319000" cy="318025"/>
          </a:xfrm>
        </p:grpSpPr>
        <p:sp>
          <p:nvSpPr>
            <p:cNvPr id="9455" name="Google Shape;9455;p94"/>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4"/>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4"/>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4"/>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4"/>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4"/>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4"/>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4"/>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94"/>
          <p:cNvGrpSpPr/>
          <p:nvPr/>
        </p:nvGrpSpPr>
        <p:grpSpPr>
          <a:xfrm>
            <a:off x="7983413" y="3364028"/>
            <a:ext cx="314662" cy="358436"/>
            <a:chOff x="-52023900" y="3590075"/>
            <a:chExt cx="279625" cy="318525"/>
          </a:xfrm>
        </p:grpSpPr>
        <p:sp>
          <p:nvSpPr>
            <p:cNvPr id="9464" name="Google Shape;9464;p94"/>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4"/>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4"/>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4"/>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4"/>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4"/>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4"/>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94"/>
          <p:cNvGrpSpPr/>
          <p:nvPr/>
        </p:nvGrpSpPr>
        <p:grpSpPr>
          <a:xfrm>
            <a:off x="5746654" y="1532546"/>
            <a:ext cx="358971" cy="358971"/>
            <a:chOff x="-57173375" y="3198925"/>
            <a:chExt cx="319000" cy="319000"/>
          </a:xfrm>
        </p:grpSpPr>
        <p:sp>
          <p:nvSpPr>
            <p:cNvPr id="9472" name="Google Shape;9472;p94"/>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4"/>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4"/>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4"/>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94"/>
          <p:cNvGrpSpPr/>
          <p:nvPr/>
        </p:nvGrpSpPr>
        <p:grpSpPr>
          <a:xfrm>
            <a:off x="5747541" y="2009987"/>
            <a:ext cx="357198" cy="314690"/>
            <a:chOff x="-57176525" y="3610050"/>
            <a:chExt cx="317425" cy="279650"/>
          </a:xfrm>
        </p:grpSpPr>
        <p:sp>
          <p:nvSpPr>
            <p:cNvPr id="9477" name="Google Shape;9477;p94"/>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4"/>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4"/>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4"/>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4"/>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94"/>
          <p:cNvGrpSpPr/>
          <p:nvPr/>
        </p:nvGrpSpPr>
        <p:grpSpPr>
          <a:xfrm>
            <a:off x="7957995" y="1532546"/>
            <a:ext cx="358099" cy="356326"/>
            <a:chOff x="-55202750" y="3198925"/>
            <a:chExt cx="318225" cy="316650"/>
          </a:xfrm>
        </p:grpSpPr>
        <p:sp>
          <p:nvSpPr>
            <p:cNvPr id="9483" name="Google Shape;9483;p94"/>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4"/>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94"/>
          <p:cNvGrpSpPr/>
          <p:nvPr/>
        </p:nvGrpSpPr>
        <p:grpSpPr>
          <a:xfrm>
            <a:off x="7968629" y="1987846"/>
            <a:ext cx="336830" cy="358099"/>
            <a:chOff x="-55194875" y="3590375"/>
            <a:chExt cx="299325" cy="318225"/>
          </a:xfrm>
        </p:grpSpPr>
        <p:sp>
          <p:nvSpPr>
            <p:cNvPr id="9486" name="Google Shape;9486;p94"/>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4"/>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4"/>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4"/>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4"/>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94"/>
          <p:cNvGrpSpPr/>
          <p:nvPr/>
        </p:nvGrpSpPr>
        <p:grpSpPr>
          <a:xfrm>
            <a:off x="7973247" y="2430117"/>
            <a:ext cx="357198" cy="357198"/>
            <a:chOff x="-55203525" y="3983400"/>
            <a:chExt cx="317425" cy="317425"/>
          </a:xfrm>
        </p:grpSpPr>
        <p:sp>
          <p:nvSpPr>
            <p:cNvPr id="9492" name="Google Shape;9492;p94"/>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4"/>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4"/>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94"/>
          <p:cNvGrpSpPr/>
          <p:nvPr/>
        </p:nvGrpSpPr>
        <p:grpSpPr>
          <a:xfrm>
            <a:off x="6639727" y="2887174"/>
            <a:ext cx="335930" cy="358971"/>
            <a:chOff x="-53232900" y="3192625"/>
            <a:chExt cx="298525" cy="319000"/>
          </a:xfrm>
        </p:grpSpPr>
        <p:sp>
          <p:nvSpPr>
            <p:cNvPr id="9496" name="Google Shape;9496;p94"/>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4"/>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4"/>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4"/>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4"/>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4"/>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4"/>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4"/>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94"/>
          <p:cNvGrpSpPr/>
          <p:nvPr/>
        </p:nvGrpSpPr>
        <p:grpSpPr>
          <a:xfrm>
            <a:off x="6629093" y="3358148"/>
            <a:ext cx="357198" cy="356326"/>
            <a:chOff x="-53242350" y="3584850"/>
            <a:chExt cx="317425" cy="316650"/>
          </a:xfrm>
        </p:grpSpPr>
        <p:sp>
          <p:nvSpPr>
            <p:cNvPr id="9505" name="Google Shape;9505;p94"/>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4"/>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4"/>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4"/>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4"/>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0" name="Google Shape;9510;p94"/>
          <p:cNvGrpSpPr/>
          <p:nvPr/>
        </p:nvGrpSpPr>
        <p:grpSpPr>
          <a:xfrm>
            <a:off x="6650362" y="3820849"/>
            <a:ext cx="314662" cy="358999"/>
            <a:chOff x="-53224225" y="3976300"/>
            <a:chExt cx="279625" cy="319025"/>
          </a:xfrm>
        </p:grpSpPr>
        <p:sp>
          <p:nvSpPr>
            <p:cNvPr id="9511" name="Google Shape;9511;p94"/>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4"/>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4"/>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4"/>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4"/>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4"/>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4"/>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94"/>
          <p:cNvGrpSpPr/>
          <p:nvPr/>
        </p:nvGrpSpPr>
        <p:grpSpPr>
          <a:xfrm>
            <a:off x="7961258" y="3828529"/>
            <a:ext cx="358971" cy="358408"/>
            <a:chOff x="-52043575" y="3983125"/>
            <a:chExt cx="319000" cy="318500"/>
          </a:xfrm>
        </p:grpSpPr>
        <p:sp>
          <p:nvSpPr>
            <p:cNvPr id="9519" name="Google Shape;9519;p94"/>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4"/>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4"/>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4"/>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4"/>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4"/>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4"/>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4"/>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4"/>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8" name="Google Shape;9528;p94"/>
          <p:cNvGrpSpPr/>
          <p:nvPr/>
        </p:nvGrpSpPr>
        <p:grpSpPr>
          <a:xfrm>
            <a:off x="6215199" y="1532546"/>
            <a:ext cx="314662" cy="358971"/>
            <a:chOff x="-56766175" y="3198925"/>
            <a:chExt cx="279625" cy="319000"/>
          </a:xfrm>
        </p:grpSpPr>
        <p:sp>
          <p:nvSpPr>
            <p:cNvPr id="9529" name="Google Shape;9529;p94"/>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4"/>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4"/>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4"/>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4"/>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4"/>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4"/>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94"/>
          <p:cNvGrpSpPr/>
          <p:nvPr/>
        </p:nvGrpSpPr>
        <p:grpSpPr>
          <a:xfrm>
            <a:off x="6214313" y="1987846"/>
            <a:ext cx="316434" cy="358099"/>
            <a:chOff x="-56766175" y="3590375"/>
            <a:chExt cx="281200" cy="318225"/>
          </a:xfrm>
        </p:grpSpPr>
        <p:sp>
          <p:nvSpPr>
            <p:cNvPr id="9537" name="Google Shape;9537;p94"/>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4"/>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4"/>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4"/>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94"/>
          <p:cNvGrpSpPr/>
          <p:nvPr/>
        </p:nvGrpSpPr>
        <p:grpSpPr>
          <a:xfrm>
            <a:off x="6251269" y="2429217"/>
            <a:ext cx="272126" cy="358099"/>
            <a:chOff x="-56747275" y="3982600"/>
            <a:chExt cx="241825" cy="318225"/>
          </a:xfrm>
        </p:grpSpPr>
        <p:sp>
          <p:nvSpPr>
            <p:cNvPr id="9542" name="Google Shape;9542;p94"/>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4"/>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4"/>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4"/>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4"/>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4"/>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4"/>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94"/>
          <p:cNvGrpSpPr/>
          <p:nvPr/>
        </p:nvGrpSpPr>
        <p:grpSpPr>
          <a:xfrm>
            <a:off x="4859020" y="3371455"/>
            <a:ext cx="358999" cy="342991"/>
            <a:chOff x="-54812875" y="3596675"/>
            <a:chExt cx="319025" cy="304800"/>
          </a:xfrm>
        </p:grpSpPr>
        <p:sp>
          <p:nvSpPr>
            <p:cNvPr id="9550" name="Google Shape;9550;p94"/>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4"/>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4"/>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4"/>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4"/>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4"/>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4"/>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7" name="Google Shape;9557;p94"/>
          <p:cNvSpPr/>
          <p:nvPr/>
        </p:nvSpPr>
        <p:spPr>
          <a:xfrm>
            <a:off x="5033910" y="37457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4"/>
          <p:cNvSpPr/>
          <p:nvPr/>
        </p:nvSpPr>
        <p:spPr>
          <a:xfrm>
            <a:off x="5034361" y="37465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9" name="Google Shape;9559;p94"/>
          <p:cNvGrpSpPr/>
          <p:nvPr/>
        </p:nvGrpSpPr>
        <p:grpSpPr>
          <a:xfrm>
            <a:off x="4881188" y="3827938"/>
            <a:ext cx="314662" cy="358099"/>
            <a:chOff x="-54793175" y="3982600"/>
            <a:chExt cx="279625" cy="318225"/>
          </a:xfrm>
        </p:grpSpPr>
        <p:sp>
          <p:nvSpPr>
            <p:cNvPr id="9560" name="Google Shape;9560;p94"/>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4"/>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4"/>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4"/>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4"/>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4"/>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4"/>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94"/>
          <p:cNvGrpSpPr/>
          <p:nvPr/>
        </p:nvGrpSpPr>
        <p:grpSpPr>
          <a:xfrm>
            <a:off x="7092647" y="2887174"/>
            <a:ext cx="314662" cy="358099"/>
            <a:chOff x="-52832000" y="3192625"/>
            <a:chExt cx="279625" cy="318225"/>
          </a:xfrm>
        </p:grpSpPr>
        <p:sp>
          <p:nvSpPr>
            <p:cNvPr id="9568" name="Google Shape;9568;p94"/>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4"/>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4"/>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4"/>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4"/>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4"/>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4"/>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4"/>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94"/>
          <p:cNvGrpSpPr/>
          <p:nvPr/>
        </p:nvGrpSpPr>
        <p:grpSpPr>
          <a:xfrm>
            <a:off x="5779179" y="2428542"/>
            <a:ext cx="323524" cy="358774"/>
            <a:chOff x="-57162350" y="3982000"/>
            <a:chExt cx="287500" cy="318825"/>
          </a:xfrm>
        </p:grpSpPr>
        <p:sp>
          <p:nvSpPr>
            <p:cNvPr id="9577" name="Google Shape;9577;p94"/>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4"/>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4"/>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4"/>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4"/>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4"/>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4"/>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4"/>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94"/>
          <p:cNvGrpSpPr/>
          <p:nvPr/>
        </p:nvGrpSpPr>
        <p:grpSpPr>
          <a:xfrm>
            <a:off x="7070492" y="3359048"/>
            <a:ext cx="358971" cy="357198"/>
            <a:chOff x="-52851675" y="3585650"/>
            <a:chExt cx="319000" cy="317425"/>
          </a:xfrm>
        </p:grpSpPr>
        <p:sp>
          <p:nvSpPr>
            <p:cNvPr id="9586" name="Google Shape;9586;p94"/>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4"/>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4"/>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4"/>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4"/>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4"/>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94"/>
          <p:cNvGrpSpPr/>
          <p:nvPr/>
        </p:nvGrpSpPr>
        <p:grpSpPr>
          <a:xfrm>
            <a:off x="7092647" y="3820849"/>
            <a:ext cx="314662" cy="358999"/>
            <a:chOff x="-52832000" y="3976300"/>
            <a:chExt cx="279625" cy="319025"/>
          </a:xfrm>
        </p:grpSpPr>
        <p:sp>
          <p:nvSpPr>
            <p:cNvPr id="9593" name="Google Shape;9593;p94"/>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4"/>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4"/>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4"/>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4"/>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94"/>
          <p:cNvGrpSpPr/>
          <p:nvPr/>
        </p:nvGrpSpPr>
        <p:grpSpPr>
          <a:xfrm>
            <a:off x="6209853" y="4275497"/>
            <a:ext cx="316434" cy="358099"/>
            <a:chOff x="-51633225" y="3198925"/>
            <a:chExt cx="281200" cy="318225"/>
          </a:xfrm>
        </p:grpSpPr>
        <p:sp>
          <p:nvSpPr>
            <p:cNvPr id="9599" name="Google Shape;9599;p94"/>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4"/>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4"/>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4"/>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4"/>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4"/>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4"/>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94"/>
          <p:cNvGrpSpPr/>
          <p:nvPr/>
        </p:nvGrpSpPr>
        <p:grpSpPr>
          <a:xfrm>
            <a:off x="6628676" y="1533418"/>
            <a:ext cx="365188" cy="357226"/>
            <a:chOff x="-56396775" y="3199700"/>
            <a:chExt cx="324525" cy="317450"/>
          </a:xfrm>
        </p:grpSpPr>
        <p:sp>
          <p:nvSpPr>
            <p:cNvPr id="9607" name="Google Shape;9607;p94"/>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4"/>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4"/>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4"/>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4"/>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4"/>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94"/>
          <p:cNvGrpSpPr/>
          <p:nvPr/>
        </p:nvGrpSpPr>
        <p:grpSpPr>
          <a:xfrm>
            <a:off x="6631771" y="1999353"/>
            <a:ext cx="358999" cy="335958"/>
            <a:chOff x="-56394425" y="3600600"/>
            <a:chExt cx="319025" cy="298550"/>
          </a:xfrm>
        </p:grpSpPr>
        <p:sp>
          <p:nvSpPr>
            <p:cNvPr id="9614" name="Google Shape;9614;p94"/>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4"/>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4"/>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7" name="Google Shape;9617;p94"/>
          <p:cNvGrpSpPr/>
          <p:nvPr/>
        </p:nvGrpSpPr>
        <p:grpSpPr>
          <a:xfrm>
            <a:off x="6662538" y="2430117"/>
            <a:ext cx="327068" cy="357198"/>
            <a:chOff x="-56379450" y="3983400"/>
            <a:chExt cx="290650" cy="317425"/>
          </a:xfrm>
        </p:grpSpPr>
        <p:sp>
          <p:nvSpPr>
            <p:cNvPr id="9618" name="Google Shape;9618;p94"/>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4"/>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4"/>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4"/>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4"/>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4"/>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4"/>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4"/>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94"/>
          <p:cNvGrpSpPr/>
          <p:nvPr/>
        </p:nvGrpSpPr>
        <p:grpSpPr>
          <a:xfrm>
            <a:off x="5326242" y="2894264"/>
            <a:ext cx="316434" cy="358971"/>
            <a:chOff x="-54401725" y="3198925"/>
            <a:chExt cx="281200" cy="319000"/>
          </a:xfrm>
        </p:grpSpPr>
        <p:sp>
          <p:nvSpPr>
            <p:cNvPr id="9627" name="Google Shape;9627;p94"/>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4"/>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4"/>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4"/>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4"/>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4"/>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4"/>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4"/>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4"/>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4"/>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4"/>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94"/>
          <p:cNvGrpSpPr/>
          <p:nvPr/>
        </p:nvGrpSpPr>
        <p:grpSpPr>
          <a:xfrm>
            <a:off x="5327128" y="3364365"/>
            <a:ext cx="314662" cy="358099"/>
            <a:chOff x="-54401725" y="3590375"/>
            <a:chExt cx="279625" cy="318225"/>
          </a:xfrm>
        </p:grpSpPr>
        <p:sp>
          <p:nvSpPr>
            <p:cNvPr id="9639" name="Google Shape;9639;p94"/>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4"/>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4"/>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4"/>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4"/>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4"/>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5" name="Google Shape;9645;p94"/>
          <p:cNvGrpSpPr/>
          <p:nvPr/>
        </p:nvGrpSpPr>
        <p:grpSpPr>
          <a:xfrm>
            <a:off x="5324920" y="3827938"/>
            <a:ext cx="319079" cy="358099"/>
            <a:chOff x="-54403300" y="3982600"/>
            <a:chExt cx="283550" cy="318225"/>
          </a:xfrm>
        </p:grpSpPr>
        <p:sp>
          <p:nvSpPr>
            <p:cNvPr id="9646" name="Google Shape;9646;p94"/>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4"/>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4"/>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4"/>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4"/>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94"/>
          <p:cNvGrpSpPr/>
          <p:nvPr/>
        </p:nvGrpSpPr>
        <p:grpSpPr>
          <a:xfrm>
            <a:off x="7512313" y="2889172"/>
            <a:ext cx="356298" cy="356973"/>
            <a:chOff x="-52458650" y="3194400"/>
            <a:chExt cx="316625" cy="317225"/>
          </a:xfrm>
        </p:grpSpPr>
        <p:sp>
          <p:nvSpPr>
            <p:cNvPr id="9652" name="Google Shape;9652;p94"/>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4"/>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4"/>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4"/>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4"/>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4"/>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4"/>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4"/>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0" name="Google Shape;9660;p94"/>
          <p:cNvGrpSpPr/>
          <p:nvPr/>
        </p:nvGrpSpPr>
        <p:grpSpPr>
          <a:xfrm>
            <a:off x="4881188" y="2894264"/>
            <a:ext cx="314662" cy="358971"/>
            <a:chOff x="-54793175" y="3198925"/>
            <a:chExt cx="279625" cy="319000"/>
          </a:xfrm>
        </p:grpSpPr>
        <p:sp>
          <p:nvSpPr>
            <p:cNvPr id="9661" name="Google Shape;9661;p94"/>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4"/>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4"/>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4"/>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4"/>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4"/>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4"/>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94"/>
          <p:cNvGrpSpPr/>
          <p:nvPr/>
        </p:nvGrpSpPr>
        <p:grpSpPr>
          <a:xfrm>
            <a:off x="7521611" y="3358148"/>
            <a:ext cx="337703" cy="357845"/>
            <a:chOff x="-52450000" y="3584850"/>
            <a:chExt cx="300100" cy="318000"/>
          </a:xfrm>
        </p:grpSpPr>
        <p:sp>
          <p:nvSpPr>
            <p:cNvPr id="9669" name="Google Shape;9669;p94"/>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4"/>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4"/>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4"/>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4"/>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4"/>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4"/>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94"/>
          <p:cNvGrpSpPr/>
          <p:nvPr/>
        </p:nvGrpSpPr>
        <p:grpSpPr>
          <a:xfrm>
            <a:off x="7533131" y="3822621"/>
            <a:ext cx="314662" cy="357226"/>
            <a:chOff x="-52440550" y="3977875"/>
            <a:chExt cx="279625" cy="317450"/>
          </a:xfrm>
        </p:grpSpPr>
        <p:sp>
          <p:nvSpPr>
            <p:cNvPr id="9677" name="Google Shape;9677;p94"/>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4"/>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4"/>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4"/>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4"/>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4"/>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4"/>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4"/>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94"/>
          <p:cNvGrpSpPr/>
          <p:nvPr/>
        </p:nvGrpSpPr>
        <p:grpSpPr>
          <a:xfrm>
            <a:off x="6645066" y="4278827"/>
            <a:ext cx="314662" cy="358999"/>
            <a:chOff x="-51623775" y="3584850"/>
            <a:chExt cx="279625" cy="319025"/>
          </a:xfrm>
        </p:grpSpPr>
        <p:sp>
          <p:nvSpPr>
            <p:cNvPr id="9686" name="Google Shape;9686;p94"/>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4"/>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4"/>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4"/>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4"/>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4"/>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4"/>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4"/>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4"/>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98"/>
        <p:cNvGrpSpPr/>
        <p:nvPr/>
      </p:nvGrpSpPr>
      <p:grpSpPr>
        <a:xfrm>
          <a:off x="0" y="0"/>
          <a:ext cx="0" cy="0"/>
          <a:chOff x="0" y="0"/>
          <a:chExt cx="0" cy="0"/>
        </a:xfrm>
      </p:grpSpPr>
      <p:sp>
        <p:nvSpPr>
          <p:cNvPr id="9699" name="Google Shape;9699;p95"/>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00" name="Google Shape;9700;p95"/>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701" name="Google Shape;9701;p95"/>
          <p:cNvGrpSpPr/>
          <p:nvPr/>
        </p:nvGrpSpPr>
        <p:grpSpPr>
          <a:xfrm>
            <a:off x="885675" y="1539249"/>
            <a:ext cx="276003" cy="357300"/>
            <a:chOff x="-50469125" y="3183175"/>
            <a:chExt cx="233150" cy="301825"/>
          </a:xfrm>
        </p:grpSpPr>
        <p:sp>
          <p:nvSpPr>
            <p:cNvPr id="9702" name="Google Shape;9702;p95"/>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5"/>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5"/>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95"/>
          <p:cNvGrpSpPr/>
          <p:nvPr/>
        </p:nvGrpSpPr>
        <p:grpSpPr>
          <a:xfrm>
            <a:off x="845574" y="1974651"/>
            <a:ext cx="356205" cy="355288"/>
            <a:chOff x="-50504575" y="3550975"/>
            <a:chExt cx="300900" cy="300125"/>
          </a:xfrm>
        </p:grpSpPr>
        <p:sp>
          <p:nvSpPr>
            <p:cNvPr id="9706" name="Google Shape;9706;p95"/>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5"/>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5"/>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5"/>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95"/>
          <p:cNvGrpSpPr/>
          <p:nvPr/>
        </p:nvGrpSpPr>
        <p:grpSpPr>
          <a:xfrm>
            <a:off x="845574" y="2412893"/>
            <a:ext cx="356205" cy="354341"/>
            <a:chOff x="-50503000" y="3921175"/>
            <a:chExt cx="300900" cy="299325"/>
          </a:xfrm>
        </p:grpSpPr>
        <p:sp>
          <p:nvSpPr>
            <p:cNvPr id="9711" name="Google Shape;9711;p95"/>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5"/>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5"/>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5"/>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5"/>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95"/>
          <p:cNvGrpSpPr/>
          <p:nvPr/>
        </p:nvGrpSpPr>
        <p:grpSpPr>
          <a:xfrm>
            <a:off x="3049627" y="1558811"/>
            <a:ext cx="355258" cy="356205"/>
            <a:chOff x="-48630025" y="3199700"/>
            <a:chExt cx="300100" cy="300900"/>
          </a:xfrm>
        </p:grpSpPr>
        <p:sp>
          <p:nvSpPr>
            <p:cNvPr id="9717" name="Google Shape;9717;p95"/>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5"/>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5"/>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95"/>
          <p:cNvGrpSpPr/>
          <p:nvPr/>
        </p:nvGrpSpPr>
        <p:grpSpPr>
          <a:xfrm>
            <a:off x="3049627" y="1996107"/>
            <a:ext cx="355258" cy="355258"/>
            <a:chOff x="-48630025" y="3569100"/>
            <a:chExt cx="300100" cy="300100"/>
          </a:xfrm>
        </p:grpSpPr>
        <p:sp>
          <p:nvSpPr>
            <p:cNvPr id="9721" name="Google Shape;9721;p95"/>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5"/>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5"/>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5"/>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5"/>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5"/>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5"/>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5"/>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5"/>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5"/>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95"/>
          <p:cNvGrpSpPr/>
          <p:nvPr/>
        </p:nvGrpSpPr>
        <p:grpSpPr>
          <a:xfrm>
            <a:off x="3050101" y="2433403"/>
            <a:ext cx="354311" cy="353394"/>
            <a:chOff x="-48629225" y="3938500"/>
            <a:chExt cx="299300" cy="298525"/>
          </a:xfrm>
        </p:grpSpPr>
        <p:sp>
          <p:nvSpPr>
            <p:cNvPr id="9732" name="Google Shape;9732;p95"/>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5"/>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5"/>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5"/>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6" name="Google Shape;9736;p95"/>
          <p:cNvGrpSpPr/>
          <p:nvPr/>
        </p:nvGrpSpPr>
        <p:grpSpPr>
          <a:xfrm>
            <a:off x="1785504" y="2904744"/>
            <a:ext cx="311458" cy="354341"/>
            <a:chOff x="-46762575" y="3200500"/>
            <a:chExt cx="263100" cy="299325"/>
          </a:xfrm>
        </p:grpSpPr>
        <p:sp>
          <p:nvSpPr>
            <p:cNvPr id="9737" name="Google Shape;9737;p95"/>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5"/>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5"/>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5"/>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5"/>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95"/>
          <p:cNvGrpSpPr/>
          <p:nvPr/>
        </p:nvGrpSpPr>
        <p:grpSpPr>
          <a:xfrm>
            <a:off x="1763589" y="3363466"/>
            <a:ext cx="355288" cy="312375"/>
            <a:chOff x="-46779900" y="3588000"/>
            <a:chExt cx="300125" cy="263875"/>
          </a:xfrm>
        </p:grpSpPr>
        <p:sp>
          <p:nvSpPr>
            <p:cNvPr id="9743" name="Google Shape;9743;p95"/>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5"/>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5"/>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5"/>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95"/>
          <p:cNvGrpSpPr/>
          <p:nvPr/>
        </p:nvGrpSpPr>
        <p:grpSpPr>
          <a:xfrm>
            <a:off x="1764062" y="3778388"/>
            <a:ext cx="354341" cy="353394"/>
            <a:chOff x="-46779100" y="3938500"/>
            <a:chExt cx="299325" cy="298525"/>
          </a:xfrm>
        </p:grpSpPr>
        <p:sp>
          <p:nvSpPr>
            <p:cNvPr id="9748" name="Google Shape;9748;p95"/>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5"/>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0" name="Google Shape;9750;p95"/>
          <p:cNvGrpSpPr/>
          <p:nvPr/>
        </p:nvGrpSpPr>
        <p:grpSpPr>
          <a:xfrm>
            <a:off x="3971800" y="2911255"/>
            <a:ext cx="355258" cy="355288"/>
            <a:chOff x="-44924250" y="3206000"/>
            <a:chExt cx="300100" cy="300125"/>
          </a:xfrm>
        </p:grpSpPr>
        <p:sp>
          <p:nvSpPr>
            <p:cNvPr id="9751" name="Google Shape;9751;p95"/>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5"/>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5"/>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5"/>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5"/>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6" name="Google Shape;9756;p95"/>
          <p:cNvGrpSpPr/>
          <p:nvPr/>
        </p:nvGrpSpPr>
        <p:grpSpPr>
          <a:xfrm>
            <a:off x="1286286" y="1539249"/>
            <a:ext cx="355258" cy="355258"/>
            <a:chOff x="-50134375" y="3183175"/>
            <a:chExt cx="300100" cy="300100"/>
          </a:xfrm>
        </p:grpSpPr>
        <p:sp>
          <p:nvSpPr>
            <p:cNvPr id="9757" name="Google Shape;9757;p95"/>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5"/>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5"/>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5"/>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5"/>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5"/>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5"/>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5"/>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5"/>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5"/>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95"/>
          <p:cNvGrpSpPr/>
          <p:nvPr/>
        </p:nvGrpSpPr>
        <p:grpSpPr>
          <a:xfrm>
            <a:off x="1286286" y="1974651"/>
            <a:ext cx="355258" cy="355288"/>
            <a:chOff x="-50134375" y="3550975"/>
            <a:chExt cx="300100" cy="300125"/>
          </a:xfrm>
        </p:grpSpPr>
        <p:sp>
          <p:nvSpPr>
            <p:cNvPr id="9768" name="Google Shape;9768;p95"/>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5"/>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95"/>
          <p:cNvGrpSpPr/>
          <p:nvPr/>
        </p:nvGrpSpPr>
        <p:grpSpPr>
          <a:xfrm>
            <a:off x="1286286" y="2412183"/>
            <a:ext cx="355258" cy="355051"/>
            <a:chOff x="-50134375" y="3920575"/>
            <a:chExt cx="300100" cy="299925"/>
          </a:xfrm>
        </p:grpSpPr>
        <p:sp>
          <p:nvSpPr>
            <p:cNvPr id="9771" name="Google Shape;9771;p95"/>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5"/>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5"/>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95"/>
          <p:cNvGrpSpPr/>
          <p:nvPr/>
        </p:nvGrpSpPr>
        <p:grpSpPr>
          <a:xfrm>
            <a:off x="3497010" y="1559758"/>
            <a:ext cx="357123" cy="355258"/>
            <a:chOff x="-48262200" y="3200500"/>
            <a:chExt cx="301675" cy="300100"/>
          </a:xfrm>
        </p:grpSpPr>
        <p:sp>
          <p:nvSpPr>
            <p:cNvPr id="9775" name="Google Shape;9775;p95"/>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5"/>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5"/>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5"/>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5"/>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5"/>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5"/>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5"/>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5"/>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95"/>
          <p:cNvGrpSpPr/>
          <p:nvPr/>
        </p:nvGrpSpPr>
        <p:grpSpPr>
          <a:xfrm>
            <a:off x="3526383" y="1996847"/>
            <a:ext cx="298377" cy="354519"/>
            <a:chOff x="-48233050" y="3569725"/>
            <a:chExt cx="252050" cy="299475"/>
          </a:xfrm>
        </p:grpSpPr>
        <p:sp>
          <p:nvSpPr>
            <p:cNvPr id="9785" name="Google Shape;9785;p95"/>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5"/>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5"/>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95"/>
          <p:cNvGrpSpPr/>
          <p:nvPr/>
        </p:nvGrpSpPr>
        <p:grpSpPr>
          <a:xfrm>
            <a:off x="3550148" y="2430591"/>
            <a:ext cx="250847" cy="358070"/>
            <a:chOff x="-48216525" y="3936125"/>
            <a:chExt cx="211900" cy="302475"/>
          </a:xfrm>
        </p:grpSpPr>
        <p:sp>
          <p:nvSpPr>
            <p:cNvPr id="9789" name="Google Shape;9789;p95"/>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5"/>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5"/>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5"/>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95"/>
          <p:cNvGrpSpPr/>
          <p:nvPr/>
        </p:nvGrpSpPr>
        <p:grpSpPr>
          <a:xfrm>
            <a:off x="2205866" y="2905661"/>
            <a:ext cx="355258" cy="355288"/>
            <a:chOff x="-46410500" y="3201275"/>
            <a:chExt cx="300100" cy="300125"/>
          </a:xfrm>
        </p:grpSpPr>
        <p:sp>
          <p:nvSpPr>
            <p:cNvPr id="9794" name="Google Shape;9794;p95"/>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5"/>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5"/>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5"/>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5"/>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9" name="Google Shape;9799;p95"/>
          <p:cNvGrpSpPr/>
          <p:nvPr/>
        </p:nvGrpSpPr>
        <p:grpSpPr>
          <a:xfrm>
            <a:off x="2205866" y="3341092"/>
            <a:ext cx="355258" cy="356205"/>
            <a:chOff x="-46409700" y="3569100"/>
            <a:chExt cx="300100" cy="300900"/>
          </a:xfrm>
        </p:grpSpPr>
        <p:sp>
          <p:nvSpPr>
            <p:cNvPr id="9800" name="Google Shape;9800;p95"/>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5"/>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5"/>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5"/>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5"/>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95"/>
          <p:cNvGrpSpPr/>
          <p:nvPr/>
        </p:nvGrpSpPr>
        <p:grpSpPr>
          <a:xfrm>
            <a:off x="2193747" y="3776524"/>
            <a:ext cx="379497" cy="358070"/>
            <a:chOff x="-46422300" y="3936925"/>
            <a:chExt cx="320575" cy="302475"/>
          </a:xfrm>
        </p:grpSpPr>
        <p:sp>
          <p:nvSpPr>
            <p:cNvPr id="9806" name="Google Shape;9806;p95"/>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5"/>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95"/>
          <p:cNvGrpSpPr/>
          <p:nvPr/>
        </p:nvGrpSpPr>
        <p:grpSpPr>
          <a:xfrm>
            <a:off x="3971326" y="3330852"/>
            <a:ext cx="356205" cy="355258"/>
            <a:chOff x="-44914800" y="3560450"/>
            <a:chExt cx="300900" cy="300100"/>
          </a:xfrm>
        </p:grpSpPr>
        <p:sp>
          <p:nvSpPr>
            <p:cNvPr id="9809" name="Google Shape;9809;p95"/>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5"/>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5"/>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5"/>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5"/>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95"/>
          <p:cNvGrpSpPr/>
          <p:nvPr/>
        </p:nvGrpSpPr>
        <p:grpSpPr>
          <a:xfrm>
            <a:off x="1726378" y="1539486"/>
            <a:ext cx="354311" cy="354104"/>
            <a:chOff x="-49764975" y="3183375"/>
            <a:chExt cx="299300" cy="299125"/>
          </a:xfrm>
        </p:grpSpPr>
        <p:sp>
          <p:nvSpPr>
            <p:cNvPr id="9815" name="Google Shape;9815;p95"/>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5"/>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5"/>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5"/>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5"/>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5"/>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5"/>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5"/>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5"/>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95"/>
          <p:cNvGrpSpPr/>
          <p:nvPr/>
        </p:nvGrpSpPr>
        <p:grpSpPr>
          <a:xfrm>
            <a:off x="1726378" y="1974947"/>
            <a:ext cx="354311" cy="355909"/>
            <a:chOff x="-49764975" y="3551225"/>
            <a:chExt cx="299300" cy="300650"/>
          </a:xfrm>
        </p:grpSpPr>
        <p:sp>
          <p:nvSpPr>
            <p:cNvPr id="9825" name="Google Shape;9825;p95"/>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5"/>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5"/>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5"/>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5"/>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5"/>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5"/>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5"/>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5"/>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5"/>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5"/>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95"/>
          <p:cNvGrpSpPr/>
          <p:nvPr/>
        </p:nvGrpSpPr>
        <p:grpSpPr>
          <a:xfrm>
            <a:off x="1724040" y="2411710"/>
            <a:ext cx="358987" cy="355525"/>
            <a:chOff x="-49766550" y="3920175"/>
            <a:chExt cx="303250" cy="300325"/>
          </a:xfrm>
        </p:grpSpPr>
        <p:sp>
          <p:nvSpPr>
            <p:cNvPr id="9837" name="Google Shape;9837;p95"/>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5"/>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5"/>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5"/>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95"/>
          <p:cNvGrpSpPr/>
          <p:nvPr/>
        </p:nvGrpSpPr>
        <p:grpSpPr>
          <a:xfrm>
            <a:off x="3939571" y="1559758"/>
            <a:ext cx="357123" cy="354341"/>
            <a:chOff x="-47892800" y="3200500"/>
            <a:chExt cx="301675" cy="299325"/>
          </a:xfrm>
        </p:grpSpPr>
        <p:sp>
          <p:nvSpPr>
            <p:cNvPr id="9842" name="Google Shape;9842;p95"/>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5"/>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5"/>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5"/>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5"/>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5"/>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95"/>
          <p:cNvGrpSpPr/>
          <p:nvPr/>
        </p:nvGrpSpPr>
        <p:grpSpPr>
          <a:xfrm>
            <a:off x="4003437" y="1996107"/>
            <a:ext cx="229391" cy="355258"/>
            <a:chOff x="-47839250" y="3569100"/>
            <a:chExt cx="193775" cy="300100"/>
          </a:xfrm>
        </p:grpSpPr>
        <p:sp>
          <p:nvSpPr>
            <p:cNvPr id="9849" name="Google Shape;9849;p95"/>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5"/>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5"/>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5"/>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5"/>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5"/>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95"/>
          <p:cNvGrpSpPr/>
          <p:nvPr/>
        </p:nvGrpSpPr>
        <p:grpSpPr>
          <a:xfrm>
            <a:off x="3940503" y="2432456"/>
            <a:ext cx="355258" cy="356205"/>
            <a:chOff x="-47892800" y="3937700"/>
            <a:chExt cx="300100" cy="300900"/>
          </a:xfrm>
        </p:grpSpPr>
        <p:sp>
          <p:nvSpPr>
            <p:cNvPr id="9856" name="Google Shape;9856;p95"/>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5"/>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5"/>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5"/>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5"/>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5"/>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5"/>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5"/>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95"/>
          <p:cNvGrpSpPr/>
          <p:nvPr/>
        </p:nvGrpSpPr>
        <p:grpSpPr>
          <a:xfrm>
            <a:off x="2645798" y="2926170"/>
            <a:ext cx="355258" cy="311458"/>
            <a:chOff x="-46042675" y="3218600"/>
            <a:chExt cx="300100" cy="263100"/>
          </a:xfrm>
        </p:grpSpPr>
        <p:sp>
          <p:nvSpPr>
            <p:cNvPr id="9865" name="Google Shape;9865;p95"/>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5"/>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5"/>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5"/>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5"/>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5"/>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95"/>
          <p:cNvGrpSpPr/>
          <p:nvPr/>
        </p:nvGrpSpPr>
        <p:grpSpPr>
          <a:xfrm>
            <a:off x="2645798" y="3340619"/>
            <a:ext cx="355258" cy="323118"/>
            <a:chOff x="-46042675" y="3568700"/>
            <a:chExt cx="300100" cy="272950"/>
          </a:xfrm>
        </p:grpSpPr>
        <p:sp>
          <p:nvSpPr>
            <p:cNvPr id="9872" name="Google Shape;9872;p95"/>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5"/>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5"/>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5"/>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95"/>
          <p:cNvGrpSpPr/>
          <p:nvPr/>
        </p:nvGrpSpPr>
        <p:grpSpPr>
          <a:xfrm>
            <a:off x="2687749" y="3777589"/>
            <a:ext cx="271357" cy="356057"/>
            <a:chOff x="-46007225" y="3937825"/>
            <a:chExt cx="229225" cy="300775"/>
          </a:xfrm>
        </p:grpSpPr>
        <p:sp>
          <p:nvSpPr>
            <p:cNvPr id="9877" name="Google Shape;9877;p95"/>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5"/>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5"/>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5"/>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5"/>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5"/>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5"/>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5"/>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5"/>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5"/>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95"/>
          <p:cNvGrpSpPr/>
          <p:nvPr/>
        </p:nvGrpSpPr>
        <p:grpSpPr>
          <a:xfrm>
            <a:off x="3993241" y="3767675"/>
            <a:ext cx="312375" cy="357596"/>
            <a:chOff x="-44895900" y="3929450"/>
            <a:chExt cx="263875" cy="302075"/>
          </a:xfrm>
        </p:grpSpPr>
        <p:sp>
          <p:nvSpPr>
            <p:cNvPr id="9888" name="Google Shape;9888;p95"/>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5"/>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5"/>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5"/>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5"/>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5"/>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95"/>
          <p:cNvGrpSpPr/>
          <p:nvPr/>
        </p:nvGrpSpPr>
        <p:grpSpPr>
          <a:xfrm>
            <a:off x="2167060" y="1550436"/>
            <a:ext cx="356205" cy="332885"/>
            <a:chOff x="-49397175" y="3192625"/>
            <a:chExt cx="300900" cy="281200"/>
          </a:xfrm>
        </p:grpSpPr>
        <p:sp>
          <p:nvSpPr>
            <p:cNvPr id="9895" name="Google Shape;9895;p95"/>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5"/>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5"/>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5"/>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5"/>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5"/>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5"/>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95"/>
          <p:cNvGrpSpPr/>
          <p:nvPr/>
        </p:nvGrpSpPr>
        <p:grpSpPr>
          <a:xfrm>
            <a:off x="2193163" y="1974651"/>
            <a:ext cx="304000" cy="356205"/>
            <a:chOff x="-49375900" y="3550975"/>
            <a:chExt cx="256800" cy="300900"/>
          </a:xfrm>
        </p:grpSpPr>
        <p:sp>
          <p:nvSpPr>
            <p:cNvPr id="9903" name="Google Shape;9903;p95"/>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5"/>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5"/>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5"/>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5"/>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5"/>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5"/>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5"/>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5"/>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5"/>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5"/>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95"/>
          <p:cNvGrpSpPr/>
          <p:nvPr/>
        </p:nvGrpSpPr>
        <p:grpSpPr>
          <a:xfrm>
            <a:off x="2188516" y="2411946"/>
            <a:ext cx="313293" cy="356205"/>
            <a:chOff x="-49378250" y="3920375"/>
            <a:chExt cx="264650" cy="300900"/>
          </a:xfrm>
        </p:grpSpPr>
        <p:sp>
          <p:nvSpPr>
            <p:cNvPr id="9915" name="Google Shape;9915;p95"/>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5"/>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5"/>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5"/>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5"/>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5"/>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5"/>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95"/>
          <p:cNvGrpSpPr/>
          <p:nvPr/>
        </p:nvGrpSpPr>
        <p:grpSpPr>
          <a:xfrm>
            <a:off x="907504" y="2904744"/>
            <a:ext cx="312375" cy="357123"/>
            <a:chOff x="-47505300" y="3200500"/>
            <a:chExt cx="263875" cy="301675"/>
          </a:xfrm>
        </p:grpSpPr>
        <p:sp>
          <p:nvSpPr>
            <p:cNvPr id="9923" name="Google Shape;9923;p95"/>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5"/>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5"/>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5"/>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5"/>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5"/>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5"/>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5"/>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5"/>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5"/>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5"/>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5"/>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5"/>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95"/>
          <p:cNvGrpSpPr/>
          <p:nvPr/>
        </p:nvGrpSpPr>
        <p:grpSpPr>
          <a:xfrm>
            <a:off x="885604" y="3341092"/>
            <a:ext cx="356176" cy="355051"/>
            <a:chOff x="-47524975" y="3569100"/>
            <a:chExt cx="300875" cy="299925"/>
          </a:xfrm>
        </p:grpSpPr>
        <p:sp>
          <p:nvSpPr>
            <p:cNvPr id="9937" name="Google Shape;9937;p95"/>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5"/>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5"/>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5"/>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5"/>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95"/>
          <p:cNvGrpSpPr/>
          <p:nvPr/>
        </p:nvGrpSpPr>
        <p:grpSpPr>
          <a:xfrm>
            <a:off x="886062" y="3820354"/>
            <a:ext cx="355258" cy="270410"/>
            <a:chOff x="-47523400" y="3973950"/>
            <a:chExt cx="300100" cy="228425"/>
          </a:xfrm>
        </p:grpSpPr>
        <p:sp>
          <p:nvSpPr>
            <p:cNvPr id="9943" name="Google Shape;9943;p95"/>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5"/>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5"/>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5"/>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5"/>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95"/>
          <p:cNvGrpSpPr/>
          <p:nvPr/>
        </p:nvGrpSpPr>
        <p:grpSpPr>
          <a:xfrm>
            <a:off x="3091183" y="2903353"/>
            <a:ext cx="354341" cy="357596"/>
            <a:chOff x="-45673275" y="3199325"/>
            <a:chExt cx="299325" cy="302075"/>
          </a:xfrm>
        </p:grpSpPr>
        <p:sp>
          <p:nvSpPr>
            <p:cNvPr id="9949" name="Google Shape;9949;p95"/>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5"/>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5"/>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95"/>
          <p:cNvGrpSpPr/>
          <p:nvPr/>
        </p:nvGrpSpPr>
        <p:grpSpPr>
          <a:xfrm>
            <a:off x="3090251" y="3361602"/>
            <a:ext cx="356205" cy="314240"/>
            <a:chOff x="-45674075" y="3586425"/>
            <a:chExt cx="300900" cy="265450"/>
          </a:xfrm>
        </p:grpSpPr>
        <p:sp>
          <p:nvSpPr>
            <p:cNvPr id="9953" name="Google Shape;9953;p95"/>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5"/>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95"/>
          <p:cNvGrpSpPr/>
          <p:nvPr/>
        </p:nvGrpSpPr>
        <p:grpSpPr>
          <a:xfrm>
            <a:off x="3091183" y="3777441"/>
            <a:ext cx="354341" cy="356205"/>
            <a:chOff x="-45673275" y="3937700"/>
            <a:chExt cx="299325" cy="300900"/>
          </a:xfrm>
        </p:grpSpPr>
        <p:sp>
          <p:nvSpPr>
            <p:cNvPr id="9956" name="Google Shape;9956;p95"/>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5"/>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5"/>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5"/>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5"/>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5"/>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95"/>
          <p:cNvGrpSpPr/>
          <p:nvPr/>
        </p:nvGrpSpPr>
        <p:grpSpPr>
          <a:xfrm>
            <a:off x="2205349" y="4270225"/>
            <a:ext cx="356205" cy="356205"/>
            <a:chOff x="-44512325" y="3176075"/>
            <a:chExt cx="300900" cy="300900"/>
          </a:xfrm>
        </p:grpSpPr>
        <p:sp>
          <p:nvSpPr>
            <p:cNvPr id="9963" name="Google Shape;9963;p95"/>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5"/>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5"/>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95"/>
          <p:cNvGrpSpPr/>
          <p:nvPr/>
        </p:nvGrpSpPr>
        <p:grpSpPr>
          <a:xfrm>
            <a:off x="2608689" y="1539249"/>
            <a:ext cx="354341" cy="354341"/>
            <a:chOff x="-49027775" y="3183175"/>
            <a:chExt cx="299325" cy="299325"/>
          </a:xfrm>
        </p:grpSpPr>
        <p:sp>
          <p:nvSpPr>
            <p:cNvPr id="9967" name="Google Shape;9967;p95"/>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5"/>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5"/>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5"/>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95"/>
          <p:cNvGrpSpPr/>
          <p:nvPr/>
        </p:nvGrpSpPr>
        <p:grpSpPr>
          <a:xfrm>
            <a:off x="2608230" y="1974651"/>
            <a:ext cx="355258" cy="357152"/>
            <a:chOff x="-49027775" y="3550975"/>
            <a:chExt cx="300100" cy="301700"/>
          </a:xfrm>
        </p:grpSpPr>
        <p:sp>
          <p:nvSpPr>
            <p:cNvPr id="9972" name="Google Shape;9972;p95"/>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5"/>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5"/>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5"/>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5"/>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5"/>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5"/>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5"/>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5"/>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5"/>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95"/>
          <p:cNvGrpSpPr/>
          <p:nvPr/>
        </p:nvGrpSpPr>
        <p:grpSpPr>
          <a:xfrm>
            <a:off x="2606306" y="2411710"/>
            <a:ext cx="359106" cy="355525"/>
            <a:chOff x="-49031025" y="3920175"/>
            <a:chExt cx="303350" cy="300325"/>
          </a:xfrm>
        </p:grpSpPr>
        <p:sp>
          <p:nvSpPr>
            <p:cNvPr id="9983" name="Google Shape;9983;p95"/>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5"/>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5"/>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5"/>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5"/>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5"/>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95"/>
          <p:cNvGrpSpPr/>
          <p:nvPr/>
        </p:nvGrpSpPr>
        <p:grpSpPr>
          <a:xfrm>
            <a:off x="1322411" y="2904744"/>
            <a:ext cx="356176" cy="354341"/>
            <a:chOff x="-47155575" y="3200500"/>
            <a:chExt cx="300875" cy="299325"/>
          </a:xfrm>
        </p:grpSpPr>
        <p:sp>
          <p:nvSpPr>
            <p:cNvPr id="9990" name="Google Shape;9990;p95"/>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5"/>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5"/>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5"/>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5"/>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5"/>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95"/>
          <p:cNvGrpSpPr/>
          <p:nvPr/>
        </p:nvGrpSpPr>
        <p:grpSpPr>
          <a:xfrm>
            <a:off x="1322870" y="3341092"/>
            <a:ext cx="355258" cy="355258"/>
            <a:chOff x="-47154800" y="3569100"/>
            <a:chExt cx="300100" cy="300100"/>
          </a:xfrm>
        </p:grpSpPr>
        <p:sp>
          <p:nvSpPr>
            <p:cNvPr id="9997" name="Google Shape;9997;p95"/>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5"/>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5"/>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5"/>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5"/>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5"/>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95"/>
          <p:cNvGrpSpPr/>
          <p:nvPr/>
        </p:nvGrpSpPr>
        <p:grpSpPr>
          <a:xfrm>
            <a:off x="1323343" y="3779305"/>
            <a:ext cx="354311" cy="353423"/>
            <a:chOff x="-47154000" y="3939275"/>
            <a:chExt cx="299300" cy="298550"/>
          </a:xfrm>
        </p:grpSpPr>
        <p:sp>
          <p:nvSpPr>
            <p:cNvPr id="10004" name="Google Shape;10004;p95"/>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5"/>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5"/>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5"/>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95"/>
          <p:cNvGrpSpPr/>
          <p:nvPr/>
        </p:nvGrpSpPr>
        <p:grpSpPr>
          <a:xfrm>
            <a:off x="3548633" y="2904744"/>
            <a:ext cx="312375" cy="354341"/>
            <a:chOff x="-45286550" y="3200500"/>
            <a:chExt cx="263875" cy="299325"/>
          </a:xfrm>
        </p:grpSpPr>
        <p:sp>
          <p:nvSpPr>
            <p:cNvPr id="10009" name="Google Shape;10009;p95"/>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5"/>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5"/>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95"/>
          <p:cNvGrpSpPr/>
          <p:nvPr/>
        </p:nvGrpSpPr>
        <p:grpSpPr>
          <a:xfrm>
            <a:off x="3548633" y="3342039"/>
            <a:ext cx="312375" cy="354311"/>
            <a:chOff x="-45286550" y="3569900"/>
            <a:chExt cx="263875" cy="299300"/>
          </a:xfrm>
        </p:grpSpPr>
        <p:sp>
          <p:nvSpPr>
            <p:cNvPr id="10013" name="Google Shape;10013;p95"/>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5"/>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5"/>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5"/>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5"/>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5"/>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95"/>
          <p:cNvGrpSpPr/>
          <p:nvPr/>
        </p:nvGrpSpPr>
        <p:grpSpPr>
          <a:xfrm>
            <a:off x="3559820" y="3778388"/>
            <a:ext cx="290001" cy="355258"/>
            <a:chOff x="-45277900" y="3938500"/>
            <a:chExt cx="244975" cy="300100"/>
          </a:xfrm>
        </p:grpSpPr>
        <p:sp>
          <p:nvSpPr>
            <p:cNvPr id="10020" name="Google Shape;10020;p95"/>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5"/>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5"/>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5"/>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95"/>
          <p:cNvGrpSpPr/>
          <p:nvPr/>
        </p:nvGrpSpPr>
        <p:grpSpPr>
          <a:xfrm>
            <a:off x="2645769" y="4247490"/>
            <a:ext cx="355258" cy="355258"/>
            <a:chOff x="-44502875" y="3576975"/>
            <a:chExt cx="300100" cy="300100"/>
          </a:xfrm>
        </p:grpSpPr>
        <p:sp>
          <p:nvSpPr>
            <p:cNvPr id="10025" name="Google Shape;10025;p95"/>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5"/>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5"/>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95"/>
          <p:cNvGrpSpPr/>
          <p:nvPr/>
        </p:nvGrpSpPr>
        <p:grpSpPr>
          <a:xfrm>
            <a:off x="4858981" y="1973145"/>
            <a:ext cx="356196" cy="354670"/>
            <a:chOff x="-13946200" y="3647075"/>
            <a:chExt cx="353650" cy="352100"/>
          </a:xfrm>
        </p:grpSpPr>
        <p:sp>
          <p:nvSpPr>
            <p:cNvPr id="10029" name="Google Shape;10029;p95"/>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5"/>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5"/>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5"/>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5"/>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5"/>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95"/>
          <p:cNvGrpSpPr/>
          <p:nvPr/>
        </p:nvGrpSpPr>
        <p:grpSpPr>
          <a:xfrm>
            <a:off x="6642374" y="1532628"/>
            <a:ext cx="357002" cy="354267"/>
            <a:chOff x="-12163025" y="3214275"/>
            <a:chExt cx="354450" cy="351700"/>
          </a:xfrm>
        </p:grpSpPr>
        <p:sp>
          <p:nvSpPr>
            <p:cNvPr id="10036" name="Google Shape;10036;p95"/>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5"/>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5"/>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95"/>
          <p:cNvGrpSpPr/>
          <p:nvPr/>
        </p:nvGrpSpPr>
        <p:grpSpPr>
          <a:xfrm>
            <a:off x="6643154" y="1972365"/>
            <a:ext cx="355441" cy="356232"/>
            <a:chOff x="-12160675" y="3647875"/>
            <a:chExt cx="352900" cy="353650"/>
          </a:xfrm>
        </p:grpSpPr>
        <p:sp>
          <p:nvSpPr>
            <p:cNvPr id="10040" name="Google Shape;10040;p95"/>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5"/>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5"/>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5"/>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5"/>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5"/>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5"/>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95"/>
          <p:cNvGrpSpPr/>
          <p:nvPr/>
        </p:nvGrpSpPr>
        <p:grpSpPr>
          <a:xfrm>
            <a:off x="6653870" y="2416821"/>
            <a:ext cx="354635" cy="356232"/>
            <a:chOff x="-12160675" y="4081850"/>
            <a:chExt cx="352100" cy="353650"/>
          </a:xfrm>
        </p:grpSpPr>
        <p:sp>
          <p:nvSpPr>
            <p:cNvPr id="10048" name="Google Shape;10048;p95"/>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5"/>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5"/>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5"/>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5"/>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5"/>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4" name="Google Shape;10054;p95"/>
          <p:cNvGrpSpPr/>
          <p:nvPr/>
        </p:nvGrpSpPr>
        <p:grpSpPr>
          <a:xfrm>
            <a:off x="4858836" y="2891264"/>
            <a:ext cx="355416" cy="355652"/>
            <a:chOff x="-10391650" y="3180600"/>
            <a:chExt cx="352875" cy="353075"/>
          </a:xfrm>
        </p:grpSpPr>
        <p:sp>
          <p:nvSpPr>
            <p:cNvPr id="10055" name="Google Shape;10055;p95"/>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5"/>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5"/>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5"/>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5"/>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5"/>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95"/>
          <p:cNvGrpSpPr/>
          <p:nvPr/>
        </p:nvGrpSpPr>
        <p:grpSpPr>
          <a:xfrm>
            <a:off x="4858835" y="3368062"/>
            <a:ext cx="354635" cy="353890"/>
            <a:chOff x="-10390875" y="3616350"/>
            <a:chExt cx="352100" cy="351325"/>
          </a:xfrm>
        </p:grpSpPr>
        <p:sp>
          <p:nvSpPr>
            <p:cNvPr id="10062" name="Google Shape;10062;p95"/>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5"/>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5"/>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5" name="Google Shape;10065;p95"/>
          <p:cNvGrpSpPr/>
          <p:nvPr/>
        </p:nvGrpSpPr>
        <p:grpSpPr>
          <a:xfrm>
            <a:off x="7525810" y="2892727"/>
            <a:ext cx="312585" cy="354670"/>
            <a:chOff x="-10370400" y="4049550"/>
            <a:chExt cx="310350" cy="352100"/>
          </a:xfrm>
        </p:grpSpPr>
        <p:sp>
          <p:nvSpPr>
            <p:cNvPr id="10066" name="Google Shape;10066;p95"/>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5"/>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5"/>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5"/>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5"/>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95"/>
          <p:cNvGrpSpPr/>
          <p:nvPr/>
        </p:nvGrpSpPr>
        <p:grpSpPr>
          <a:xfrm>
            <a:off x="6630066" y="2891668"/>
            <a:ext cx="379236" cy="354847"/>
            <a:chOff x="-8674650" y="3210975"/>
            <a:chExt cx="376525" cy="352275"/>
          </a:xfrm>
        </p:grpSpPr>
        <p:sp>
          <p:nvSpPr>
            <p:cNvPr id="10072" name="Google Shape;10072;p95"/>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5"/>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5"/>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5"/>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5"/>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5"/>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95"/>
          <p:cNvGrpSpPr/>
          <p:nvPr/>
        </p:nvGrpSpPr>
        <p:grpSpPr>
          <a:xfrm>
            <a:off x="5301563" y="1973145"/>
            <a:ext cx="356221" cy="354670"/>
            <a:chOff x="-13512225" y="3647075"/>
            <a:chExt cx="353675" cy="352100"/>
          </a:xfrm>
        </p:grpSpPr>
        <p:sp>
          <p:nvSpPr>
            <p:cNvPr id="10079" name="Google Shape;10079;p95"/>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5"/>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5"/>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5"/>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5"/>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5"/>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5"/>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5"/>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5"/>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5"/>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95"/>
          <p:cNvGrpSpPr/>
          <p:nvPr/>
        </p:nvGrpSpPr>
        <p:grpSpPr>
          <a:xfrm>
            <a:off x="5311876" y="2417211"/>
            <a:ext cx="356221" cy="355451"/>
            <a:chOff x="-13512225" y="4080275"/>
            <a:chExt cx="353675" cy="352875"/>
          </a:xfrm>
        </p:grpSpPr>
        <p:sp>
          <p:nvSpPr>
            <p:cNvPr id="10090" name="Google Shape;10090;p95"/>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5"/>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5"/>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5"/>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5"/>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5"/>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5"/>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5"/>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5"/>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5"/>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5"/>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95"/>
          <p:cNvGrpSpPr/>
          <p:nvPr/>
        </p:nvGrpSpPr>
        <p:grpSpPr>
          <a:xfrm>
            <a:off x="7084956" y="1564572"/>
            <a:ext cx="356196" cy="290379"/>
            <a:chOff x="-11728250" y="3245400"/>
            <a:chExt cx="353650" cy="288275"/>
          </a:xfrm>
        </p:grpSpPr>
        <p:sp>
          <p:nvSpPr>
            <p:cNvPr id="10102" name="Google Shape;10102;p95"/>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5"/>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5"/>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5"/>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5"/>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95"/>
          <p:cNvGrpSpPr/>
          <p:nvPr/>
        </p:nvGrpSpPr>
        <p:grpSpPr>
          <a:xfrm>
            <a:off x="7117464" y="2417211"/>
            <a:ext cx="311804" cy="355451"/>
            <a:chOff x="-11703850" y="4081850"/>
            <a:chExt cx="309575" cy="352875"/>
          </a:xfrm>
        </p:grpSpPr>
        <p:sp>
          <p:nvSpPr>
            <p:cNvPr id="10108" name="Google Shape;10108;p95"/>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5"/>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5"/>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5"/>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5"/>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5"/>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5"/>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5"/>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95"/>
          <p:cNvGrpSpPr/>
          <p:nvPr/>
        </p:nvGrpSpPr>
        <p:grpSpPr>
          <a:xfrm>
            <a:off x="5306120" y="2891364"/>
            <a:ext cx="357002" cy="355451"/>
            <a:chOff x="-9958475" y="3180025"/>
            <a:chExt cx="354450" cy="352875"/>
          </a:xfrm>
        </p:grpSpPr>
        <p:sp>
          <p:nvSpPr>
            <p:cNvPr id="10117" name="Google Shape;10117;p95"/>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5"/>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5"/>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95"/>
          <p:cNvGrpSpPr/>
          <p:nvPr/>
        </p:nvGrpSpPr>
        <p:grpSpPr>
          <a:xfrm>
            <a:off x="5315247" y="3367345"/>
            <a:ext cx="337966" cy="355325"/>
            <a:chOff x="-9949025" y="3615575"/>
            <a:chExt cx="335550" cy="352750"/>
          </a:xfrm>
        </p:grpSpPr>
        <p:sp>
          <p:nvSpPr>
            <p:cNvPr id="10121" name="Google Shape;10121;p95"/>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5"/>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5"/>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95"/>
          <p:cNvGrpSpPr/>
          <p:nvPr/>
        </p:nvGrpSpPr>
        <p:grpSpPr>
          <a:xfrm>
            <a:off x="7950093" y="2890851"/>
            <a:ext cx="360175" cy="358423"/>
            <a:chOff x="-9961625" y="4048175"/>
            <a:chExt cx="357600" cy="355825"/>
          </a:xfrm>
        </p:grpSpPr>
        <p:sp>
          <p:nvSpPr>
            <p:cNvPr id="10125" name="Google Shape;10125;p95"/>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5"/>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5"/>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5"/>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5"/>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5"/>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95"/>
          <p:cNvGrpSpPr/>
          <p:nvPr/>
        </p:nvGrpSpPr>
        <p:grpSpPr>
          <a:xfrm>
            <a:off x="6636814" y="3366363"/>
            <a:ext cx="364959" cy="357289"/>
            <a:chOff x="-8680950" y="3624225"/>
            <a:chExt cx="362350" cy="354700"/>
          </a:xfrm>
        </p:grpSpPr>
        <p:sp>
          <p:nvSpPr>
            <p:cNvPr id="10132" name="Google Shape;10132;p95"/>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5"/>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5"/>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5"/>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5"/>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5"/>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95"/>
          <p:cNvGrpSpPr/>
          <p:nvPr/>
        </p:nvGrpSpPr>
        <p:grpSpPr>
          <a:xfrm>
            <a:off x="5773058" y="1532024"/>
            <a:ext cx="313365" cy="355476"/>
            <a:chOff x="-13056975" y="3212300"/>
            <a:chExt cx="311125" cy="352900"/>
          </a:xfrm>
        </p:grpSpPr>
        <p:sp>
          <p:nvSpPr>
            <p:cNvPr id="10139" name="Google Shape;10139;p95"/>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5"/>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5"/>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5"/>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95"/>
          <p:cNvGrpSpPr/>
          <p:nvPr/>
        </p:nvGrpSpPr>
        <p:grpSpPr>
          <a:xfrm>
            <a:off x="5750446" y="1972818"/>
            <a:ext cx="358588" cy="355325"/>
            <a:chOff x="-13077450" y="3647075"/>
            <a:chExt cx="356025" cy="352750"/>
          </a:xfrm>
        </p:grpSpPr>
        <p:sp>
          <p:nvSpPr>
            <p:cNvPr id="10144" name="Google Shape;10144;p95"/>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5"/>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5"/>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95"/>
          <p:cNvGrpSpPr/>
          <p:nvPr/>
        </p:nvGrpSpPr>
        <p:grpSpPr>
          <a:xfrm>
            <a:off x="5761552" y="2416418"/>
            <a:ext cx="357002" cy="357037"/>
            <a:chOff x="-13079025" y="4079475"/>
            <a:chExt cx="354450" cy="354450"/>
          </a:xfrm>
        </p:grpSpPr>
        <p:sp>
          <p:nvSpPr>
            <p:cNvPr id="10148" name="Google Shape;10148;p95"/>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5"/>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5"/>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5"/>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2" name="Google Shape;10152;p95"/>
          <p:cNvGrpSpPr/>
          <p:nvPr/>
        </p:nvGrpSpPr>
        <p:grpSpPr>
          <a:xfrm>
            <a:off x="7534619" y="1532427"/>
            <a:ext cx="356221" cy="354670"/>
            <a:chOff x="-11292700" y="3213875"/>
            <a:chExt cx="353675" cy="352100"/>
          </a:xfrm>
        </p:grpSpPr>
        <p:sp>
          <p:nvSpPr>
            <p:cNvPr id="10153" name="Google Shape;10153;p95"/>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5"/>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5"/>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5"/>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5"/>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5"/>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5"/>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95"/>
          <p:cNvGrpSpPr/>
          <p:nvPr/>
        </p:nvGrpSpPr>
        <p:grpSpPr>
          <a:xfrm>
            <a:off x="7528677" y="1972365"/>
            <a:ext cx="368106" cy="356232"/>
            <a:chOff x="-11299000" y="3647875"/>
            <a:chExt cx="365475" cy="353650"/>
          </a:xfrm>
        </p:grpSpPr>
        <p:sp>
          <p:nvSpPr>
            <p:cNvPr id="10161" name="Google Shape;10161;p95"/>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5"/>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5"/>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5"/>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5"/>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5"/>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95"/>
          <p:cNvGrpSpPr/>
          <p:nvPr/>
        </p:nvGrpSpPr>
        <p:grpSpPr>
          <a:xfrm>
            <a:off x="7544139" y="2428316"/>
            <a:ext cx="357808" cy="333240"/>
            <a:chOff x="-11295075" y="4092875"/>
            <a:chExt cx="355250" cy="330825"/>
          </a:xfrm>
        </p:grpSpPr>
        <p:sp>
          <p:nvSpPr>
            <p:cNvPr id="10168" name="Google Shape;10168;p95"/>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5"/>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5"/>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5"/>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5"/>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3" name="Google Shape;10173;p95"/>
          <p:cNvGrpSpPr/>
          <p:nvPr/>
        </p:nvGrpSpPr>
        <p:grpSpPr>
          <a:xfrm>
            <a:off x="5769739" y="2891364"/>
            <a:ext cx="312585" cy="355451"/>
            <a:chOff x="-9500075" y="3180800"/>
            <a:chExt cx="310350" cy="352875"/>
          </a:xfrm>
        </p:grpSpPr>
        <p:sp>
          <p:nvSpPr>
            <p:cNvPr id="10174" name="Google Shape;10174;p95"/>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5"/>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5"/>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5"/>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5"/>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5"/>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5"/>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5"/>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5"/>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95"/>
          <p:cNvGrpSpPr/>
          <p:nvPr/>
        </p:nvGrpSpPr>
        <p:grpSpPr>
          <a:xfrm>
            <a:off x="5747530" y="3366879"/>
            <a:ext cx="356221" cy="356257"/>
            <a:chOff x="-9523700" y="3614000"/>
            <a:chExt cx="353675" cy="353675"/>
          </a:xfrm>
        </p:grpSpPr>
        <p:sp>
          <p:nvSpPr>
            <p:cNvPr id="10184" name="Google Shape;10184;p95"/>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5"/>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5"/>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5"/>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5"/>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5"/>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5"/>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5"/>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5"/>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95"/>
          <p:cNvGrpSpPr/>
          <p:nvPr/>
        </p:nvGrpSpPr>
        <p:grpSpPr>
          <a:xfrm>
            <a:off x="7532481" y="3389521"/>
            <a:ext cx="356221" cy="354670"/>
            <a:chOff x="-9523700" y="4049550"/>
            <a:chExt cx="353675" cy="352100"/>
          </a:xfrm>
        </p:grpSpPr>
        <p:sp>
          <p:nvSpPr>
            <p:cNvPr id="10194" name="Google Shape;10194;p95"/>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5"/>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5"/>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5"/>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5"/>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5"/>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5"/>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95"/>
          <p:cNvGrpSpPr/>
          <p:nvPr/>
        </p:nvGrpSpPr>
        <p:grpSpPr>
          <a:xfrm>
            <a:off x="7088596" y="3389494"/>
            <a:ext cx="357002" cy="311029"/>
            <a:chOff x="-8209150" y="3659675"/>
            <a:chExt cx="354450" cy="308775"/>
          </a:xfrm>
        </p:grpSpPr>
        <p:sp>
          <p:nvSpPr>
            <p:cNvPr id="10202" name="Google Shape;10202;p95"/>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5"/>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5"/>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5"/>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5"/>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5"/>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95"/>
          <p:cNvGrpSpPr/>
          <p:nvPr/>
        </p:nvGrpSpPr>
        <p:grpSpPr>
          <a:xfrm>
            <a:off x="6202157" y="2418407"/>
            <a:ext cx="356221" cy="353059"/>
            <a:chOff x="-12643475" y="4081850"/>
            <a:chExt cx="353675" cy="350500"/>
          </a:xfrm>
        </p:grpSpPr>
        <p:sp>
          <p:nvSpPr>
            <p:cNvPr id="10209" name="Google Shape;10209;p95"/>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5"/>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5"/>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5"/>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3" name="Google Shape;10213;p95"/>
          <p:cNvSpPr/>
          <p:nvPr/>
        </p:nvSpPr>
        <p:spPr>
          <a:xfrm>
            <a:off x="8015262" y="19730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4" name="Google Shape;10214;p95"/>
          <p:cNvGrpSpPr/>
          <p:nvPr/>
        </p:nvGrpSpPr>
        <p:grpSpPr>
          <a:xfrm>
            <a:off x="7984757" y="2428316"/>
            <a:ext cx="356221" cy="333240"/>
            <a:chOff x="-10858725" y="4092875"/>
            <a:chExt cx="353675" cy="330825"/>
          </a:xfrm>
        </p:grpSpPr>
        <p:sp>
          <p:nvSpPr>
            <p:cNvPr id="10215" name="Google Shape;10215;p95"/>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5"/>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5"/>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5"/>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5"/>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5"/>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95"/>
          <p:cNvGrpSpPr/>
          <p:nvPr/>
        </p:nvGrpSpPr>
        <p:grpSpPr>
          <a:xfrm>
            <a:off x="6243280" y="3367282"/>
            <a:ext cx="252278" cy="355451"/>
            <a:chOff x="-9039300" y="3614000"/>
            <a:chExt cx="250475" cy="352875"/>
          </a:xfrm>
        </p:grpSpPr>
        <p:sp>
          <p:nvSpPr>
            <p:cNvPr id="10222" name="Google Shape;10222;p95"/>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5"/>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95"/>
          <p:cNvGrpSpPr/>
          <p:nvPr/>
        </p:nvGrpSpPr>
        <p:grpSpPr>
          <a:xfrm>
            <a:off x="7975246" y="3389521"/>
            <a:ext cx="354635" cy="354670"/>
            <a:chOff x="-9088150" y="4049550"/>
            <a:chExt cx="352100" cy="352100"/>
          </a:xfrm>
        </p:grpSpPr>
        <p:sp>
          <p:nvSpPr>
            <p:cNvPr id="10225" name="Google Shape;10225;p95"/>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5"/>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5"/>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5"/>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5"/>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5"/>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1" name="Google Shape;10231;p95"/>
          <p:cNvGrpSpPr/>
          <p:nvPr/>
        </p:nvGrpSpPr>
        <p:grpSpPr>
          <a:xfrm>
            <a:off x="7109610" y="2891754"/>
            <a:ext cx="315757" cy="354670"/>
            <a:chOff x="-8191825" y="3174500"/>
            <a:chExt cx="313500" cy="352100"/>
          </a:xfrm>
        </p:grpSpPr>
        <p:sp>
          <p:nvSpPr>
            <p:cNvPr id="10232" name="Google Shape;10232;p95"/>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5"/>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5"/>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95"/>
          <p:cNvGrpSpPr/>
          <p:nvPr/>
        </p:nvGrpSpPr>
        <p:grpSpPr>
          <a:xfrm>
            <a:off x="4858968" y="1532275"/>
            <a:ext cx="356221" cy="354973"/>
            <a:chOff x="-13947000" y="3212800"/>
            <a:chExt cx="353675" cy="352400"/>
          </a:xfrm>
        </p:grpSpPr>
        <p:sp>
          <p:nvSpPr>
            <p:cNvPr id="10236" name="Google Shape;10236;p95"/>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5"/>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8" name="Google Shape;10238;p95"/>
          <p:cNvSpPr/>
          <p:nvPr/>
        </p:nvSpPr>
        <p:spPr>
          <a:xfrm>
            <a:off x="4902088" y="24178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95"/>
          <p:cNvGrpSpPr/>
          <p:nvPr/>
        </p:nvGrpSpPr>
        <p:grpSpPr>
          <a:xfrm>
            <a:off x="5301563" y="1531633"/>
            <a:ext cx="356221" cy="356257"/>
            <a:chOff x="-13512225" y="3211525"/>
            <a:chExt cx="353675" cy="353675"/>
          </a:xfrm>
        </p:grpSpPr>
        <p:sp>
          <p:nvSpPr>
            <p:cNvPr id="10240" name="Google Shape;10240;p95"/>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5"/>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5"/>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5"/>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5"/>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95"/>
          <p:cNvGrpSpPr/>
          <p:nvPr/>
        </p:nvGrpSpPr>
        <p:grpSpPr>
          <a:xfrm>
            <a:off x="6191845" y="1532024"/>
            <a:ext cx="356221" cy="355476"/>
            <a:chOff x="-12643475" y="3212300"/>
            <a:chExt cx="353675" cy="352900"/>
          </a:xfrm>
        </p:grpSpPr>
        <p:sp>
          <p:nvSpPr>
            <p:cNvPr id="10246" name="Google Shape;10246;p95"/>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5"/>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5"/>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5"/>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5"/>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5"/>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5"/>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5"/>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5"/>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95"/>
          <p:cNvGrpSpPr/>
          <p:nvPr/>
        </p:nvGrpSpPr>
        <p:grpSpPr>
          <a:xfrm>
            <a:off x="6191845" y="1983798"/>
            <a:ext cx="356221" cy="333366"/>
            <a:chOff x="-12643475" y="3657325"/>
            <a:chExt cx="353675" cy="330950"/>
          </a:xfrm>
        </p:grpSpPr>
        <p:sp>
          <p:nvSpPr>
            <p:cNvPr id="10256" name="Google Shape;10256;p95"/>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5"/>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5"/>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5"/>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5"/>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5"/>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2" name="Google Shape;10262;p95"/>
          <p:cNvGrpSpPr/>
          <p:nvPr/>
        </p:nvGrpSpPr>
        <p:grpSpPr>
          <a:xfrm>
            <a:off x="7974847" y="1532427"/>
            <a:ext cx="355416" cy="354670"/>
            <a:chOff x="-10857925" y="3213875"/>
            <a:chExt cx="352875" cy="352100"/>
          </a:xfrm>
        </p:grpSpPr>
        <p:sp>
          <p:nvSpPr>
            <p:cNvPr id="10263" name="Google Shape;10263;p95"/>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5"/>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5"/>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5"/>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5"/>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5"/>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5"/>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5"/>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5"/>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5"/>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95"/>
          <p:cNvGrpSpPr/>
          <p:nvPr/>
        </p:nvGrpSpPr>
        <p:grpSpPr>
          <a:xfrm>
            <a:off x="6191762" y="2891855"/>
            <a:ext cx="356096" cy="354469"/>
            <a:chOff x="-9089725" y="3180200"/>
            <a:chExt cx="353550" cy="351900"/>
          </a:xfrm>
        </p:grpSpPr>
        <p:sp>
          <p:nvSpPr>
            <p:cNvPr id="10274" name="Google Shape;10274;p95"/>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5"/>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95"/>
          <p:cNvGrpSpPr/>
          <p:nvPr/>
        </p:nvGrpSpPr>
        <p:grpSpPr>
          <a:xfrm>
            <a:off x="7083760" y="1971660"/>
            <a:ext cx="358588" cy="357642"/>
            <a:chOff x="7083760" y="1971660"/>
            <a:chExt cx="358588" cy="357642"/>
          </a:xfrm>
        </p:grpSpPr>
        <p:sp>
          <p:nvSpPr>
            <p:cNvPr id="10277" name="Google Shape;10277;p95"/>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5"/>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5"/>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5"/>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5"/>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5"/>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5"/>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5"/>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5"/>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5"/>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5"/>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5"/>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92"/>
        <p:cNvGrpSpPr/>
        <p:nvPr/>
      </p:nvGrpSpPr>
      <p:grpSpPr>
        <a:xfrm>
          <a:off x="0" y="0"/>
          <a:ext cx="0" cy="0"/>
          <a:chOff x="0" y="0"/>
          <a:chExt cx="0" cy="0"/>
        </a:xfrm>
      </p:grpSpPr>
      <p:sp>
        <p:nvSpPr>
          <p:cNvPr id="10293" name="Google Shape;10293;p9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0294" name="Google Shape;10294;p96"/>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5" name="Google Shape;10295;p96"/>
          <p:cNvGrpSpPr/>
          <p:nvPr/>
        </p:nvGrpSpPr>
        <p:grpSpPr>
          <a:xfrm>
            <a:off x="748855" y="2243507"/>
            <a:ext cx="452798" cy="449473"/>
            <a:chOff x="-21322300" y="3693325"/>
            <a:chExt cx="306400" cy="304150"/>
          </a:xfrm>
        </p:grpSpPr>
        <p:sp>
          <p:nvSpPr>
            <p:cNvPr id="10296" name="Google Shape;10296;p96"/>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96"/>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96"/>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6"/>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96"/>
          <p:cNvGrpSpPr/>
          <p:nvPr/>
        </p:nvGrpSpPr>
        <p:grpSpPr>
          <a:xfrm>
            <a:off x="748263" y="2810244"/>
            <a:ext cx="453980" cy="422540"/>
            <a:chOff x="-21322300" y="4077125"/>
            <a:chExt cx="307200" cy="285925"/>
          </a:xfrm>
        </p:grpSpPr>
        <p:sp>
          <p:nvSpPr>
            <p:cNvPr id="10301" name="Google Shape;10301;p96"/>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6"/>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6"/>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6"/>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96"/>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96"/>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6"/>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6"/>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6"/>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6"/>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96"/>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96"/>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96"/>
          <p:cNvGrpSpPr/>
          <p:nvPr/>
        </p:nvGrpSpPr>
        <p:grpSpPr>
          <a:xfrm>
            <a:off x="3525440" y="1689128"/>
            <a:ext cx="451653" cy="450212"/>
            <a:chOff x="-19394200" y="3333800"/>
            <a:chExt cx="305625" cy="304650"/>
          </a:xfrm>
        </p:grpSpPr>
        <p:sp>
          <p:nvSpPr>
            <p:cNvPr id="10314" name="Google Shape;10314;p96"/>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96"/>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96"/>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96"/>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96"/>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96"/>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96"/>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96"/>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6"/>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96"/>
          <p:cNvGrpSpPr/>
          <p:nvPr/>
        </p:nvGrpSpPr>
        <p:grpSpPr>
          <a:xfrm>
            <a:off x="3524276" y="2243580"/>
            <a:ext cx="453980" cy="449325"/>
            <a:chOff x="-19396575" y="3708500"/>
            <a:chExt cx="307200" cy="304050"/>
          </a:xfrm>
        </p:grpSpPr>
        <p:sp>
          <p:nvSpPr>
            <p:cNvPr id="10324" name="Google Shape;10324;p96"/>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96"/>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96"/>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96"/>
          <p:cNvGrpSpPr/>
          <p:nvPr/>
        </p:nvGrpSpPr>
        <p:grpSpPr>
          <a:xfrm>
            <a:off x="3518457" y="2796461"/>
            <a:ext cx="465618" cy="450101"/>
            <a:chOff x="-19394200" y="4084200"/>
            <a:chExt cx="315075" cy="304575"/>
          </a:xfrm>
        </p:grpSpPr>
        <p:sp>
          <p:nvSpPr>
            <p:cNvPr id="10328" name="Google Shape;10328;p96"/>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96"/>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96"/>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96"/>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96"/>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96"/>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96"/>
          <p:cNvGrpSpPr/>
          <p:nvPr/>
        </p:nvGrpSpPr>
        <p:grpSpPr>
          <a:xfrm>
            <a:off x="6324167" y="1689001"/>
            <a:ext cx="400447" cy="450470"/>
            <a:chOff x="-17526750" y="3309200"/>
            <a:chExt cx="270975" cy="304825"/>
          </a:xfrm>
        </p:grpSpPr>
        <p:sp>
          <p:nvSpPr>
            <p:cNvPr id="10335" name="Google Shape;10335;p96"/>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96"/>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96"/>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96"/>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96"/>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96"/>
          <p:cNvGrpSpPr/>
          <p:nvPr/>
        </p:nvGrpSpPr>
        <p:grpSpPr>
          <a:xfrm>
            <a:off x="6300319" y="2244173"/>
            <a:ext cx="448143" cy="448143"/>
            <a:chOff x="-17542500" y="3684100"/>
            <a:chExt cx="303250" cy="303250"/>
          </a:xfrm>
        </p:grpSpPr>
        <p:sp>
          <p:nvSpPr>
            <p:cNvPr id="10341" name="Google Shape;10341;p96"/>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6"/>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96"/>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96"/>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6"/>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96"/>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96"/>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96"/>
          <p:cNvGrpSpPr/>
          <p:nvPr/>
        </p:nvGrpSpPr>
        <p:grpSpPr>
          <a:xfrm>
            <a:off x="6299728" y="2810817"/>
            <a:ext cx="449325" cy="421395"/>
            <a:chOff x="-17542500" y="4068450"/>
            <a:chExt cx="304050" cy="285150"/>
          </a:xfrm>
        </p:grpSpPr>
        <p:sp>
          <p:nvSpPr>
            <p:cNvPr id="10349" name="Google Shape;10349;p96"/>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6"/>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96"/>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96"/>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6"/>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96"/>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96"/>
          <p:cNvGrpSpPr/>
          <p:nvPr/>
        </p:nvGrpSpPr>
        <p:grpSpPr>
          <a:xfrm>
            <a:off x="3530150" y="3342211"/>
            <a:ext cx="343404" cy="449325"/>
            <a:chOff x="-15652200" y="3335975"/>
            <a:chExt cx="232375" cy="304050"/>
          </a:xfrm>
        </p:grpSpPr>
        <p:sp>
          <p:nvSpPr>
            <p:cNvPr id="10356" name="Google Shape;10356;p96"/>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96"/>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96"/>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96"/>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96"/>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96"/>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96"/>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96"/>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96"/>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96"/>
          <p:cNvGrpSpPr/>
          <p:nvPr/>
        </p:nvGrpSpPr>
        <p:grpSpPr>
          <a:xfrm>
            <a:off x="1303491" y="1689573"/>
            <a:ext cx="450470" cy="449325"/>
            <a:chOff x="-20946600" y="3317850"/>
            <a:chExt cx="304825" cy="304050"/>
          </a:xfrm>
        </p:grpSpPr>
        <p:sp>
          <p:nvSpPr>
            <p:cNvPr id="10366" name="Google Shape;10366;p96"/>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6"/>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6"/>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96"/>
          <p:cNvGrpSpPr/>
          <p:nvPr/>
        </p:nvGrpSpPr>
        <p:grpSpPr>
          <a:xfrm>
            <a:off x="1304064" y="2243729"/>
            <a:ext cx="449325" cy="449030"/>
            <a:chOff x="-20945825" y="3692175"/>
            <a:chExt cx="304050" cy="303850"/>
          </a:xfrm>
        </p:grpSpPr>
        <p:sp>
          <p:nvSpPr>
            <p:cNvPr id="10370" name="Google Shape;10370;p96"/>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96"/>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6"/>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6"/>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96"/>
          <p:cNvGrpSpPr/>
          <p:nvPr/>
        </p:nvGrpSpPr>
        <p:grpSpPr>
          <a:xfrm>
            <a:off x="1329667" y="2797442"/>
            <a:ext cx="398119" cy="448143"/>
            <a:chOff x="-20930075" y="4066100"/>
            <a:chExt cx="269400" cy="303250"/>
          </a:xfrm>
        </p:grpSpPr>
        <p:sp>
          <p:nvSpPr>
            <p:cNvPr id="10375" name="Google Shape;10375;p96"/>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6"/>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6"/>
          <p:cNvGrpSpPr/>
          <p:nvPr/>
        </p:nvGrpSpPr>
        <p:grpSpPr>
          <a:xfrm>
            <a:off x="4110888" y="1689848"/>
            <a:ext cx="372516" cy="448771"/>
            <a:chOff x="-18994100" y="3334775"/>
            <a:chExt cx="252075" cy="303675"/>
          </a:xfrm>
        </p:grpSpPr>
        <p:sp>
          <p:nvSpPr>
            <p:cNvPr id="10378" name="Google Shape;10378;p96"/>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96"/>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96"/>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96"/>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96"/>
          <p:cNvGrpSpPr/>
          <p:nvPr/>
        </p:nvGrpSpPr>
        <p:grpSpPr>
          <a:xfrm>
            <a:off x="4125445" y="2244743"/>
            <a:ext cx="343404" cy="446998"/>
            <a:chOff x="-18983850" y="3710075"/>
            <a:chExt cx="232375" cy="302475"/>
          </a:xfrm>
        </p:grpSpPr>
        <p:sp>
          <p:nvSpPr>
            <p:cNvPr id="10383" name="Google Shape;10383;p96"/>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6"/>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6"/>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96"/>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96"/>
          <p:cNvGrpSpPr/>
          <p:nvPr/>
        </p:nvGrpSpPr>
        <p:grpSpPr>
          <a:xfrm>
            <a:off x="4071911" y="2797422"/>
            <a:ext cx="450470" cy="448180"/>
            <a:chOff x="-19020075" y="4084200"/>
            <a:chExt cx="304825" cy="303275"/>
          </a:xfrm>
        </p:grpSpPr>
        <p:sp>
          <p:nvSpPr>
            <p:cNvPr id="10388" name="Google Shape;10388;p96"/>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6"/>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96"/>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96"/>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96"/>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96"/>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96"/>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6"/>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6"/>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96"/>
          <p:cNvGrpSpPr/>
          <p:nvPr/>
        </p:nvGrpSpPr>
        <p:grpSpPr>
          <a:xfrm>
            <a:off x="6889176" y="1689001"/>
            <a:ext cx="396937" cy="450470"/>
            <a:chOff x="-17149475" y="3309200"/>
            <a:chExt cx="268600" cy="304825"/>
          </a:xfrm>
        </p:grpSpPr>
        <p:sp>
          <p:nvSpPr>
            <p:cNvPr id="10398" name="Google Shape;10398;p96"/>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96"/>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0" name="Google Shape;10400;p96"/>
          <p:cNvGrpSpPr/>
          <p:nvPr/>
        </p:nvGrpSpPr>
        <p:grpSpPr>
          <a:xfrm>
            <a:off x="6862982" y="2258120"/>
            <a:ext cx="449325" cy="420249"/>
            <a:chOff x="-17168375" y="3692750"/>
            <a:chExt cx="304050" cy="284375"/>
          </a:xfrm>
        </p:grpSpPr>
        <p:sp>
          <p:nvSpPr>
            <p:cNvPr id="10401" name="Google Shape;10401;p96"/>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6"/>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6"/>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96"/>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96"/>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6"/>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6"/>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96"/>
          <p:cNvGrpSpPr/>
          <p:nvPr/>
        </p:nvGrpSpPr>
        <p:grpSpPr>
          <a:xfrm>
            <a:off x="6859491" y="2796852"/>
            <a:ext cx="456308" cy="449325"/>
            <a:chOff x="-17170750" y="4058800"/>
            <a:chExt cx="308775" cy="304050"/>
          </a:xfrm>
        </p:grpSpPr>
        <p:sp>
          <p:nvSpPr>
            <p:cNvPr id="10409" name="Google Shape;10409;p96"/>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96"/>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96"/>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96"/>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96"/>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96"/>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96"/>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96"/>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96"/>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96"/>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96"/>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96"/>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96"/>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96"/>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96"/>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96"/>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96"/>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96"/>
          <p:cNvGrpSpPr/>
          <p:nvPr/>
        </p:nvGrpSpPr>
        <p:grpSpPr>
          <a:xfrm>
            <a:off x="5721388" y="3343358"/>
            <a:ext cx="450470" cy="446998"/>
            <a:chOff x="-15688425" y="3707725"/>
            <a:chExt cx="304825" cy="302475"/>
          </a:xfrm>
        </p:grpSpPr>
        <p:sp>
          <p:nvSpPr>
            <p:cNvPr id="10427" name="Google Shape;10427;p96"/>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96"/>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96"/>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96"/>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96"/>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96"/>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96"/>
          <p:cNvGrpSpPr/>
          <p:nvPr/>
        </p:nvGrpSpPr>
        <p:grpSpPr>
          <a:xfrm>
            <a:off x="1865544" y="1690441"/>
            <a:ext cx="451653" cy="447589"/>
            <a:chOff x="-20572500" y="3319025"/>
            <a:chExt cx="305625" cy="302875"/>
          </a:xfrm>
        </p:grpSpPr>
        <p:sp>
          <p:nvSpPr>
            <p:cNvPr id="10434" name="Google Shape;10434;p96"/>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96"/>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96"/>
          <p:cNvGrpSpPr/>
          <p:nvPr/>
        </p:nvGrpSpPr>
        <p:grpSpPr>
          <a:xfrm>
            <a:off x="1866708" y="2305410"/>
            <a:ext cx="449325" cy="325670"/>
            <a:chOff x="-20571700" y="3722875"/>
            <a:chExt cx="304050" cy="220375"/>
          </a:xfrm>
        </p:grpSpPr>
        <p:sp>
          <p:nvSpPr>
            <p:cNvPr id="10437" name="Google Shape;10437;p96"/>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96"/>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96"/>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96"/>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96"/>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96"/>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96"/>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96"/>
          <p:cNvGrpSpPr/>
          <p:nvPr/>
        </p:nvGrpSpPr>
        <p:grpSpPr>
          <a:xfrm>
            <a:off x="1866135" y="2796278"/>
            <a:ext cx="450470" cy="450470"/>
            <a:chOff x="-20571700" y="4066875"/>
            <a:chExt cx="304825" cy="304825"/>
          </a:xfrm>
        </p:grpSpPr>
        <p:sp>
          <p:nvSpPr>
            <p:cNvPr id="10445" name="Google Shape;10445;p96"/>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96"/>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96"/>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96"/>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96"/>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96"/>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1" name="Google Shape;10451;p96"/>
          <p:cNvGrpSpPr/>
          <p:nvPr/>
        </p:nvGrpSpPr>
        <p:grpSpPr>
          <a:xfrm>
            <a:off x="4632837" y="1688259"/>
            <a:ext cx="453980" cy="451948"/>
            <a:chOff x="-18645175" y="3334200"/>
            <a:chExt cx="307200" cy="305825"/>
          </a:xfrm>
        </p:grpSpPr>
        <p:sp>
          <p:nvSpPr>
            <p:cNvPr id="10452" name="Google Shape;10452;p96"/>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96"/>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6"/>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6"/>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96"/>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96"/>
          <p:cNvGrpSpPr/>
          <p:nvPr/>
        </p:nvGrpSpPr>
        <p:grpSpPr>
          <a:xfrm>
            <a:off x="4633429" y="2242989"/>
            <a:ext cx="452798" cy="450507"/>
            <a:chOff x="-18645175" y="3708500"/>
            <a:chExt cx="306400" cy="304850"/>
          </a:xfrm>
        </p:grpSpPr>
        <p:sp>
          <p:nvSpPr>
            <p:cNvPr id="10458" name="Google Shape;10458;p96"/>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6"/>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96"/>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96"/>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6"/>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6"/>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96"/>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96"/>
          <p:cNvGrpSpPr/>
          <p:nvPr/>
        </p:nvGrpSpPr>
        <p:grpSpPr>
          <a:xfrm>
            <a:off x="4631101" y="2795630"/>
            <a:ext cx="457453" cy="451763"/>
            <a:chOff x="-18647525" y="4082625"/>
            <a:chExt cx="309550" cy="305700"/>
          </a:xfrm>
        </p:grpSpPr>
        <p:sp>
          <p:nvSpPr>
            <p:cNvPr id="10466" name="Google Shape;10466;p96"/>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6"/>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96"/>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96"/>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96"/>
          <p:cNvGrpSpPr/>
          <p:nvPr/>
        </p:nvGrpSpPr>
        <p:grpSpPr>
          <a:xfrm>
            <a:off x="7441485" y="1689592"/>
            <a:ext cx="395755" cy="449288"/>
            <a:chOff x="-16775350" y="3309200"/>
            <a:chExt cx="267800" cy="304025"/>
          </a:xfrm>
        </p:grpSpPr>
        <p:sp>
          <p:nvSpPr>
            <p:cNvPr id="10471" name="Google Shape;10471;p96"/>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6"/>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6"/>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96"/>
          <p:cNvGrpSpPr/>
          <p:nvPr/>
        </p:nvGrpSpPr>
        <p:grpSpPr>
          <a:xfrm>
            <a:off x="7441485" y="2241827"/>
            <a:ext cx="395755" cy="452835"/>
            <a:chOff x="-16775350" y="3683300"/>
            <a:chExt cx="267800" cy="306425"/>
          </a:xfrm>
        </p:grpSpPr>
        <p:sp>
          <p:nvSpPr>
            <p:cNvPr id="10475" name="Google Shape;10475;p96"/>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6"/>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6"/>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96"/>
          <p:cNvGrpSpPr/>
          <p:nvPr/>
        </p:nvGrpSpPr>
        <p:grpSpPr>
          <a:xfrm>
            <a:off x="7413536" y="2796870"/>
            <a:ext cx="451653" cy="449288"/>
            <a:chOff x="-16794250" y="4058225"/>
            <a:chExt cx="305625" cy="304025"/>
          </a:xfrm>
        </p:grpSpPr>
        <p:sp>
          <p:nvSpPr>
            <p:cNvPr id="10479" name="Google Shape;10479;p96"/>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96"/>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6"/>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6"/>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6"/>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6"/>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6"/>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6"/>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6"/>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8" name="Google Shape;10488;p96"/>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9" name="Google Shape;10489;p96"/>
          <p:cNvGrpSpPr/>
          <p:nvPr/>
        </p:nvGrpSpPr>
        <p:grpSpPr>
          <a:xfrm>
            <a:off x="2414953" y="1689573"/>
            <a:ext cx="457453" cy="449325"/>
            <a:chOff x="-20199150" y="3317850"/>
            <a:chExt cx="309550" cy="304050"/>
          </a:xfrm>
        </p:grpSpPr>
        <p:sp>
          <p:nvSpPr>
            <p:cNvPr id="10490" name="Google Shape;10490;p96"/>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6"/>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6"/>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6"/>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6"/>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6"/>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6"/>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7" name="Google Shape;10497;p96"/>
          <p:cNvGrpSpPr/>
          <p:nvPr/>
        </p:nvGrpSpPr>
        <p:grpSpPr>
          <a:xfrm>
            <a:off x="2417281" y="2242861"/>
            <a:ext cx="452798" cy="450766"/>
            <a:chOff x="-20199150" y="3693150"/>
            <a:chExt cx="306400" cy="305025"/>
          </a:xfrm>
        </p:grpSpPr>
        <p:sp>
          <p:nvSpPr>
            <p:cNvPr id="10498" name="Google Shape;10498;p96"/>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6"/>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6"/>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6"/>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6"/>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6"/>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96"/>
          <p:cNvGrpSpPr/>
          <p:nvPr/>
        </p:nvGrpSpPr>
        <p:grpSpPr>
          <a:xfrm>
            <a:off x="2417854" y="2795687"/>
            <a:ext cx="451653" cy="451653"/>
            <a:chOff x="-20197575" y="4066875"/>
            <a:chExt cx="305625" cy="305625"/>
          </a:xfrm>
        </p:grpSpPr>
        <p:sp>
          <p:nvSpPr>
            <p:cNvPr id="10505" name="Google Shape;10505;p96"/>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96"/>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6"/>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6"/>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6"/>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6"/>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6"/>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6"/>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96"/>
          <p:cNvGrpSpPr/>
          <p:nvPr/>
        </p:nvGrpSpPr>
        <p:grpSpPr>
          <a:xfrm>
            <a:off x="5200071" y="1687520"/>
            <a:ext cx="449325" cy="453426"/>
            <a:chOff x="-18271050" y="3333200"/>
            <a:chExt cx="304050" cy="306825"/>
          </a:xfrm>
        </p:grpSpPr>
        <p:sp>
          <p:nvSpPr>
            <p:cNvPr id="10514" name="Google Shape;10514;p96"/>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6"/>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6"/>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6"/>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6"/>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96"/>
          <p:cNvGrpSpPr/>
          <p:nvPr/>
        </p:nvGrpSpPr>
        <p:grpSpPr>
          <a:xfrm>
            <a:off x="5200644" y="2244171"/>
            <a:ext cx="448180" cy="448143"/>
            <a:chOff x="-18270275" y="3710875"/>
            <a:chExt cx="303275" cy="303250"/>
          </a:xfrm>
        </p:grpSpPr>
        <p:sp>
          <p:nvSpPr>
            <p:cNvPr id="10520" name="Google Shape;10520;p96"/>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6"/>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6"/>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6"/>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6"/>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6"/>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96"/>
          <p:cNvGrpSpPr/>
          <p:nvPr/>
        </p:nvGrpSpPr>
        <p:grpSpPr>
          <a:xfrm>
            <a:off x="5254196" y="2797422"/>
            <a:ext cx="341076" cy="448180"/>
            <a:chOff x="-18234025" y="4084200"/>
            <a:chExt cx="230800" cy="303275"/>
          </a:xfrm>
        </p:grpSpPr>
        <p:sp>
          <p:nvSpPr>
            <p:cNvPr id="10527" name="Google Shape;10527;p96"/>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6"/>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6"/>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96"/>
          <p:cNvGrpSpPr/>
          <p:nvPr/>
        </p:nvGrpSpPr>
        <p:grpSpPr>
          <a:xfrm>
            <a:off x="2366751" y="3341641"/>
            <a:ext cx="449325" cy="450470"/>
            <a:chOff x="-16419350" y="3308400"/>
            <a:chExt cx="304050" cy="304825"/>
          </a:xfrm>
        </p:grpSpPr>
        <p:sp>
          <p:nvSpPr>
            <p:cNvPr id="10531" name="Google Shape;10531;p96"/>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6"/>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6"/>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6"/>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6"/>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6"/>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6"/>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8" name="Google Shape;10538;p96"/>
          <p:cNvGrpSpPr/>
          <p:nvPr/>
        </p:nvGrpSpPr>
        <p:grpSpPr>
          <a:xfrm>
            <a:off x="4638306" y="3340423"/>
            <a:ext cx="395755" cy="452872"/>
            <a:chOff x="-16401225" y="3683275"/>
            <a:chExt cx="267800" cy="306450"/>
          </a:xfrm>
        </p:grpSpPr>
        <p:sp>
          <p:nvSpPr>
            <p:cNvPr id="10539" name="Google Shape;10539;p96"/>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96"/>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96"/>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6"/>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6"/>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6"/>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6"/>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96"/>
          <p:cNvGrpSpPr/>
          <p:nvPr/>
        </p:nvGrpSpPr>
        <p:grpSpPr>
          <a:xfrm>
            <a:off x="8003755" y="2797062"/>
            <a:ext cx="450470" cy="448180"/>
            <a:chOff x="-16419350" y="4058200"/>
            <a:chExt cx="304825" cy="303275"/>
          </a:xfrm>
        </p:grpSpPr>
        <p:sp>
          <p:nvSpPr>
            <p:cNvPr id="10547" name="Google Shape;10547;p96"/>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6"/>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6"/>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6"/>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6"/>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6"/>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6"/>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96"/>
          <p:cNvGrpSpPr/>
          <p:nvPr/>
        </p:nvGrpSpPr>
        <p:grpSpPr>
          <a:xfrm>
            <a:off x="4030643" y="3343080"/>
            <a:ext cx="450507" cy="447589"/>
            <a:chOff x="-15296200" y="3326900"/>
            <a:chExt cx="304850" cy="302875"/>
          </a:xfrm>
        </p:grpSpPr>
        <p:sp>
          <p:nvSpPr>
            <p:cNvPr id="10555" name="Google Shape;10555;p96"/>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6"/>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6"/>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6"/>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6"/>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96"/>
          <p:cNvGrpSpPr/>
          <p:nvPr/>
        </p:nvGrpSpPr>
        <p:grpSpPr>
          <a:xfrm>
            <a:off x="2946296" y="1706881"/>
            <a:ext cx="486566" cy="414708"/>
            <a:chOff x="-19835275" y="3330250"/>
            <a:chExt cx="329250" cy="280625"/>
          </a:xfrm>
        </p:grpSpPr>
        <p:sp>
          <p:nvSpPr>
            <p:cNvPr id="10561" name="Google Shape;10561;p96"/>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6"/>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6"/>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96"/>
          <p:cNvGrpSpPr/>
          <p:nvPr/>
        </p:nvGrpSpPr>
        <p:grpSpPr>
          <a:xfrm>
            <a:off x="2964325" y="2243470"/>
            <a:ext cx="450507" cy="449547"/>
            <a:chOff x="-19822675" y="3692750"/>
            <a:chExt cx="304850" cy="304200"/>
          </a:xfrm>
        </p:grpSpPr>
        <p:sp>
          <p:nvSpPr>
            <p:cNvPr id="10565" name="Google Shape;10565;p96"/>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6"/>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6"/>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6"/>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6"/>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96"/>
          <p:cNvGrpSpPr/>
          <p:nvPr/>
        </p:nvGrpSpPr>
        <p:grpSpPr>
          <a:xfrm>
            <a:off x="2964916" y="2796278"/>
            <a:ext cx="449325" cy="450470"/>
            <a:chOff x="-19822675" y="4066875"/>
            <a:chExt cx="304050" cy="304825"/>
          </a:xfrm>
        </p:grpSpPr>
        <p:sp>
          <p:nvSpPr>
            <p:cNvPr id="10571" name="Google Shape;10571;p96"/>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6"/>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96"/>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96"/>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96"/>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6"/>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96"/>
          <p:cNvGrpSpPr/>
          <p:nvPr/>
        </p:nvGrpSpPr>
        <p:grpSpPr>
          <a:xfrm>
            <a:off x="5773985" y="1689571"/>
            <a:ext cx="399302" cy="449325"/>
            <a:chOff x="-17878825" y="3334400"/>
            <a:chExt cx="270200" cy="304050"/>
          </a:xfrm>
        </p:grpSpPr>
        <p:sp>
          <p:nvSpPr>
            <p:cNvPr id="10578" name="Google Shape;10578;p96"/>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6"/>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96"/>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96"/>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96"/>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96"/>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96"/>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5" name="Google Shape;10585;p96"/>
          <p:cNvGrpSpPr/>
          <p:nvPr/>
        </p:nvGrpSpPr>
        <p:grpSpPr>
          <a:xfrm>
            <a:off x="5747809" y="2242416"/>
            <a:ext cx="451653" cy="451653"/>
            <a:chOff x="-17896150" y="3709300"/>
            <a:chExt cx="305625" cy="305625"/>
          </a:xfrm>
        </p:grpSpPr>
        <p:sp>
          <p:nvSpPr>
            <p:cNvPr id="10586" name="Google Shape;10586;p96"/>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96"/>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96"/>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96"/>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0" name="Google Shape;10590;p96"/>
          <p:cNvGrpSpPr/>
          <p:nvPr/>
        </p:nvGrpSpPr>
        <p:grpSpPr>
          <a:xfrm>
            <a:off x="5775740" y="2795686"/>
            <a:ext cx="395792" cy="451653"/>
            <a:chOff x="-17878025" y="4082625"/>
            <a:chExt cx="267825" cy="305625"/>
          </a:xfrm>
        </p:grpSpPr>
        <p:sp>
          <p:nvSpPr>
            <p:cNvPr id="10591" name="Google Shape;10591;p96"/>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96"/>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96"/>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96"/>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96"/>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96"/>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96"/>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6"/>
          <p:cNvGrpSpPr/>
          <p:nvPr/>
        </p:nvGrpSpPr>
        <p:grpSpPr>
          <a:xfrm>
            <a:off x="2919632" y="3355015"/>
            <a:ext cx="450507" cy="423722"/>
            <a:chOff x="-16044450" y="3317850"/>
            <a:chExt cx="304850" cy="286725"/>
          </a:xfrm>
        </p:grpSpPr>
        <p:sp>
          <p:nvSpPr>
            <p:cNvPr id="10599" name="Google Shape;10599;p96"/>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96"/>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96"/>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96"/>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3" name="Google Shape;10603;p96"/>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4" name="Google Shape;10604;p96"/>
          <p:cNvGrpSpPr/>
          <p:nvPr/>
        </p:nvGrpSpPr>
        <p:grpSpPr>
          <a:xfrm>
            <a:off x="8042149" y="2243724"/>
            <a:ext cx="373662" cy="449030"/>
            <a:chOff x="-16018450" y="4058400"/>
            <a:chExt cx="252850" cy="303850"/>
          </a:xfrm>
        </p:grpSpPr>
        <p:sp>
          <p:nvSpPr>
            <p:cNvPr id="10605" name="Google Shape;10605;p96"/>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96"/>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96"/>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96"/>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9" name="Google Shape;10609;p96"/>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13"/>
        <p:cNvGrpSpPr/>
        <p:nvPr/>
      </p:nvGrpSpPr>
      <p:grpSpPr>
        <a:xfrm>
          <a:off x="0" y="0"/>
          <a:ext cx="0" cy="0"/>
          <a:chOff x="0" y="0"/>
          <a:chExt cx="0" cy="0"/>
        </a:xfrm>
      </p:grpSpPr>
      <p:sp>
        <p:nvSpPr>
          <p:cNvPr id="10614" name="Google Shape;10614;p9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0615" name="Google Shape;10615;p97"/>
          <p:cNvGrpSpPr/>
          <p:nvPr/>
        </p:nvGrpSpPr>
        <p:grpSpPr>
          <a:xfrm>
            <a:off x="845901" y="1689241"/>
            <a:ext cx="442337" cy="419623"/>
            <a:chOff x="-6696925" y="3272575"/>
            <a:chExt cx="307200" cy="291425"/>
          </a:xfrm>
        </p:grpSpPr>
        <p:sp>
          <p:nvSpPr>
            <p:cNvPr id="10616" name="Google Shape;10616;p97"/>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97"/>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97"/>
          <p:cNvGrpSpPr/>
          <p:nvPr/>
        </p:nvGrpSpPr>
        <p:grpSpPr>
          <a:xfrm>
            <a:off x="845884" y="2204636"/>
            <a:ext cx="442373" cy="420775"/>
            <a:chOff x="-6690625" y="3631325"/>
            <a:chExt cx="307225" cy="292225"/>
          </a:xfrm>
        </p:grpSpPr>
        <p:sp>
          <p:nvSpPr>
            <p:cNvPr id="10619" name="Google Shape;10619;p97"/>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7"/>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7"/>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7"/>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7"/>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4" name="Google Shape;10624;p97"/>
          <p:cNvGrpSpPr/>
          <p:nvPr/>
        </p:nvGrpSpPr>
        <p:grpSpPr>
          <a:xfrm>
            <a:off x="868005" y="2756972"/>
            <a:ext cx="421927" cy="419371"/>
            <a:chOff x="-6689825" y="3992050"/>
            <a:chExt cx="293025" cy="291250"/>
          </a:xfrm>
        </p:grpSpPr>
        <p:sp>
          <p:nvSpPr>
            <p:cNvPr id="10625" name="Google Shape;10625;p97"/>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97"/>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97"/>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97"/>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97"/>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7"/>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7"/>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7"/>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7"/>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7"/>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7"/>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97"/>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7" name="Google Shape;10637;p97"/>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8" name="Google Shape;10638;p97"/>
          <p:cNvGrpSpPr/>
          <p:nvPr/>
        </p:nvGrpSpPr>
        <p:grpSpPr>
          <a:xfrm>
            <a:off x="3551317" y="2205192"/>
            <a:ext cx="423043" cy="419659"/>
            <a:chOff x="-4837325" y="3612425"/>
            <a:chExt cx="293800" cy="291450"/>
          </a:xfrm>
        </p:grpSpPr>
        <p:sp>
          <p:nvSpPr>
            <p:cNvPr id="10639" name="Google Shape;10639;p97"/>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97"/>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97"/>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2" name="Google Shape;10642;p97"/>
          <p:cNvGrpSpPr/>
          <p:nvPr/>
        </p:nvGrpSpPr>
        <p:grpSpPr>
          <a:xfrm>
            <a:off x="3564349" y="2756826"/>
            <a:ext cx="420775" cy="419659"/>
            <a:chOff x="-4837325" y="3971575"/>
            <a:chExt cx="292225" cy="291450"/>
          </a:xfrm>
        </p:grpSpPr>
        <p:sp>
          <p:nvSpPr>
            <p:cNvPr id="10643" name="Google Shape;10643;p97"/>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7"/>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7"/>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7"/>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7"/>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7"/>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97"/>
          <p:cNvGrpSpPr/>
          <p:nvPr/>
        </p:nvGrpSpPr>
        <p:grpSpPr>
          <a:xfrm>
            <a:off x="6256364" y="1714185"/>
            <a:ext cx="430998" cy="369730"/>
            <a:chOff x="-3037625" y="3254850"/>
            <a:chExt cx="299325" cy="256775"/>
          </a:xfrm>
        </p:grpSpPr>
        <p:sp>
          <p:nvSpPr>
            <p:cNvPr id="10650" name="Google Shape;10650;p97"/>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97"/>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97"/>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7"/>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4" name="Google Shape;10654;p97"/>
          <p:cNvGrpSpPr/>
          <p:nvPr/>
        </p:nvGrpSpPr>
        <p:grpSpPr>
          <a:xfrm>
            <a:off x="6260324" y="2204615"/>
            <a:ext cx="423079" cy="420811"/>
            <a:chOff x="-3031325" y="3597450"/>
            <a:chExt cx="293825" cy="292250"/>
          </a:xfrm>
        </p:grpSpPr>
        <p:sp>
          <p:nvSpPr>
            <p:cNvPr id="10655" name="Google Shape;10655;p97"/>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7"/>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97"/>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97"/>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97"/>
          <p:cNvGrpSpPr/>
          <p:nvPr/>
        </p:nvGrpSpPr>
        <p:grpSpPr>
          <a:xfrm>
            <a:off x="6272798" y="2781214"/>
            <a:ext cx="421927" cy="370882"/>
            <a:chOff x="-3030525" y="3973150"/>
            <a:chExt cx="293025" cy="257575"/>
          </a:xfrm>
        </p:grpSpPr>
        <p:sp>
          <p:nvSpPr>
            <p:cNvPr id="10660" name="Google Shape;10660;p97"/>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97"/>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97"/>
          <p:cNvGrpSpPr/>
          <p:nvPr/>
        </p:nvGrpSpPr>
        <p:grpSpPr>
          <a:xfrm>
            <a:off x="1374391" y="3369426"/>
            <a:ext cx="421927" cy="297195"/>
            <a:chOff x="-1199300" y="3279250"/>
            <a:chExt cx="293025" cy="206400"/>
          </a:xfrm>
        </p:grpSpPr>
        <p:sp>
          <p:nvSpPr>
            <p:cNvPr id="10663" name="Google Shape;10663;p97"/>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97"/>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97"/>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97"/>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97"/>
          <p:cNvGrpSpPr/>
          <p:nvPr/>
        </p:nvGrpSpPr>
        <p:grpSpPr>
          <a:xfrm>
            <a:off x="1381477" y="1688773"/>
            <a:ext cx="444605" cy="420559"/>
            <a:chOff x="-6338550" y="3272950"/>
            <a:chExt cx="308775" cy="292075"/>
          </a:xfrm>
        </p:grpSpPr>
        <p:sp>
          <p:nvSpPr>
            <p:cNvPr id="10668" name="Google Shape;10668;p97"/>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97"/>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97"/>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97"/>
          <p:cNvGrpSpPr/>
          <p:nvPr/>
        </p:nvGrpSpPr>
        <p:grpSpPr>
          <a:xfrm>
            <a:off x="1392817" y="2205194"/>
            <a:ext cx="421927" cy="419659"/>
            <a:chOff x="-6329100" y="3632100"/>
            <a:chExt cx="293025" cy="291450"/>
          </a:xfrm>
        </p:grpSpPr>
        <p:sp>
          <p:nvSpPr>
            <p:cNvPr id="10672" name="Google Shape;10672;p97"/>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7"/>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7"/>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7"/>
          <p:cNvGrpSpPr/>
          <p:nvPr/>
        </p:nvGrpSpPr>
        <p:grpSpPr>
          <a:xfrm>
            <a:off x="1405867" y="2756828"/>
            <a:ext cx="419623" cy="419659"/>
            <a:chOff x="-6329875" y="3992050"/>
            <a:chExt cx="291425" cy="291450"/>
          </a:xfrm>
        </p:grpSpPr>
        <p:sp>
          <p:nvSpPr>
            <p:cNvPr id="10676" name="Google Shape;10676;p97"/>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7"/>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97"/>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97"/>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97"/>
          <p:cNvGrpSpPr/>
          <p:nvPr/>
        </p:nvGrpSpPr>
        <p:grpSpPr>
          <a:xfrm>
            <a:off x="4092004" y="1687530"/>
            <a:ext cx="423079" cy="423043"/>
            <a:chOff x="-4478975" y="3251700"/>
            <a:chExt cx="293825" cy="293800"/>
          </a:xfrm>
        </p:grpSpPr>
        <p:sp>
          <p:nvSpPr>
            <p:cNvPr id="10681" name="Google Shape;10681;p97"/>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7"/>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97"/>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97"/>
          <p:cNvGrpSpPr/>
          <p:nvPr/>
        </p:nvGrpSpPr>
        <p:grpSpPr>
          <a:xfrm>
            <a:off x="4092004" y="2205192"/>
            <a:ext cx="423079" cy="419659"/>
            <a:chOff x="-4475825" y="3612425"/>
            <a:chExt cx="293825" cy="291450"/>
          </a:xfrm>
        </p:grpSpPr>
        <p:sp>
          <p:nvSpPr>
            <p:cNvPr id="10685" name="Google Shape;10685;p97"/>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97"/>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97"/>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97"/>
          <p:cNvGrpSpPr/>
          <p:nvPr/>
        </p:nvGrpSpPr>
        <p:grpSpPr>
          <a:xfrm>
            <a:off x="4101077" y="2756844"/>
            <a:ext cx="428730" cy="419623"/>
            <a:chOff x="-4480550" y="3970800"/>
            <a:chExt cx="297750" cy="291425"/>
          </a:xfrm>
        </p:grpSpPr>
        <p:sp>
          <p:nvSpPr>
            <p:cNvPr id="10689" name="Google Shape;10689;p97"/>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7"/>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7"/>
          <p:cNvGrpSpPr/>
          <p:nvPr/>
        </p:nvGrpSpPr>
        <p:grpSpPr>
          <a:xfrm>
            <a:off x="6804910" y="1689221"/>
            <a:ext cx="415123" cy="419659"/>
            <a:chOff x="-2668225" y="3239075"/>
            <a:chExt cx="288300" cy="291450"/>
          </a:xfrm>
        </p:grpSpPr>
        <p:sp>
          <p:nvSpPr>
            <p:cNvPr id="10692" name="Google Shape;10692;p97"/>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7"/>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97"/>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97"/>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97"/>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97"/>
          <p:cNvGrpSpPr/>
          <p:nvPr/>
        </p:nvGrpSpPr>
        <p:grpSpPr>
          <a:xfrm>
            <a:off x="6802066" y="2205191"/>
            <a:ext cx="420811" cy="419659"/>
            <a:chOff x="-2671375" y="3597450"/>
            <a:chExt cx="292250" cy="291450"/>
          </a:xfrm>
        </p:grpSpPr>
        <p:sp>
          <p:nvSpPr>
            <p:cNvPr id="10698" name="Google Shape;10698;p97"/>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7"/>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7"/>
          <p:cNvGrpSpPr/>
          <p:nvPr/>
        </p:nvGrpSpPr>
        <p:grpSpPr>
          <a:xfrm>
            <a:off x="6812849" y="2755691"/>
            <a:ext cx="423043" cy="421927"/>
            <a:chOff x="-2670575" y="3956600"/>
            <a:chExt cx="293800" cy="293025"/>
          </a:xfrm>
        </p:grpSpPr>
        <p:sp>
          <p:nvSpPr>
            <p:cNvPr id="10701" name="Google Shape;10701;p97"/>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7"/>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97"/>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97"/>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5" name="Google Shape;10705;p97"/>
          <p:cNvGrpSpPr/>
          <p:nvPr/>
        </p:nvGrpSpPr>
        <p:grpSpPr>
          <a:xfrm>
            <a:off x="3070370" y="3311947"/>
            <a:ext cx="426462" cy="418363"/>
            <a:chOff x="-1183550" y="3586525"/>
            <a:chExt cx="296175" cy="290550"/>
          </a:xfrm>
        </p:grpSpPr>
        <p:sp>
          <p:nvSpPr>
            <p:cNvPr id="10706" name="Google Shape;10706;p97"/>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7"/>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97"/>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97"/>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7"/>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97"/>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97"/>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97"/>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7"/>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97"/>
          <p:cNvGrpSpPr/>
          <p:nvPr/>
        </p:nvGrpSpPr>
        <p:grpSpPr>
          <a:xfrm>
            <a:off x="1933980" y="1689799"/>
            <a:ext cx="420811" cy="418507"/>
            <a:chOff x="-5971525" y="3273750"/>
            <a:chExt cx="292250" cy="290650"/>
          </a:xfrm>
        </p:grpSpPr>
        <p:sp>
          <p:nvSpPr>
            <p:cNvPr id="10716" name="Google Shape;10716;p97"/>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97"/>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97"/>
          <p:cNvGrpSpPr/>
          <p:nvPr/>
        </p:nvGrpSpPr>
        <p:grpSpPr>
          <a:xfrm>
            <a:off x="1928310" y="2203826"/>
            <a:ext cx="432150" cy="422395"/>
            <a:chOff x="-5974675" y="3632100"/>
            <a:chExt cx="300125" cy="293350"/>
          </a:xfrm>
        </p:grpSpPr>
        <p:sp>
          <p:nvSpPr>
            <p:cNvPr id="10719" name="Google Shape;10719;p97"/>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97"/>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97"/>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97"/>
          <p:cNvGrpSpPr/>
          <p:nvPr/>
        </p:nvGrpSpPr>
        <p:grpSpPr>
          <a:xfrm>
            <a:off x="1958351" y="2755694"/>
            <a:ext cx="395865" cy="421927"/>
            <a:chOff x="-5971525" y="3990475"/>
            <a:chExt cx="274925" cy="293025"/>
          </a:xfrm>
        </p:grpSpPr>
        <p:sp>
          <p:nvSpPr>
            <p:cNvPr id="10723" name="Google Shape;10723;p97"/>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97"/>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97"/>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97"/>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7" name="Google Shape;10727;p97"/>
          <p:cNvGrpSpPr/>
          <p:nvPr/>
        </p:nvGrpSpPr>
        <p:grpSpPr>
          <a:xfrm>
            <a:off x="4631558" y="1689798"/>
            <a:ext cx="420775" cy="418507"/>
            <a:chOff x="-4118225" y="3253275"/>
            <a:chExt cx="292225" cy="290650"/>
          </a:xfrm>
        </p:grpSpPr>
        <p:sp>
          <p:nvSpPr>
            <p:cNvPr id="10728" name="Google Shape;10728;p97"/>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97"/>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97"/>
          <p:cNvGrpSpPr/>
          <p:nvPr/>
        </p:nvGrpSpPr>
        <p:grpSpPr>
          <a:xfrm>
            <a:off x="4682008" y="2204922"/>
            <a:ext cx="319874" cy="420199"/>
            <a:chOff x="-4082800" y="3612425"/>
            <a:chExt cx="222150" cy="291825"/>
          </a:xfrm>
        </p:grpSpPr>
        <p:sp>
          <p:nvSpPr>
            <p:cNvPr id="10731" name="Google Shape;10731;p97"/>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97"/>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97"/>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97"/>
          <p:cNvGrpSpPr/>
          <p:nvPr/>
        </p:nvGrpSpPr>
        <p:grpSpPr>
          <a:xfrm>
            <a:off x="4643456" y="2769876"/>
            <a:ext cx="420775" cy="393561"/>
            <a:chOff x="-4118225" y="3990475"/>
            <a:chExt cx="292225" cy="273325"/>
          </a:xfrm>
        </p:grpSpPr>
        <p:sp>
          <p:nvSpPr>
            <p:cNvPr id="10735" name="Google Shape;10735;p97"/>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97"/>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97"/>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97"/>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97"/>
          <p:cNvGrpSpPr/>
          <p:nvPr/>
        </p:nvGrpSpPr>
        <p:grpSpPr>
          <a:xfrm>
            <a:off x="7354110" y="1688087"/>
            <a:ext cx="394713" cy="421927"/>
            <a:chOff x="-2312225" y="3238300"/>
            <a:chExt cx="274125" cy="293025"/>
          </a:xfrm>
        </p:grpSpPr>
        <p:sp>
          <p:nvSpPr>
            <p:cNvPr id="10740" name="Google Shape;10740;p97"/>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97"/>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97"/>
          <p:cNvGrpSpPr/>
          <p:nvPr/>
        </p:nvGrpSpPr>
        <p:grpSpPr>
          <a:xfrm>
            <a:off x="7341062" y="2153586"/>
            <a:ext cx="420811" cy="522864"/>
            <a:chOff x="-2310650" y="3525775"/>
            <a:chExt cx="292250" cy="363125"/>
          </a:xfrm>
        </p:grpSpPr>
        <p:sp>
          <p:nvSpPr>
            <p:cNvPr id="10743" name="Google Shape;10743;p97"/>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97"/>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97"/>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97"/>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97"/>
          <p:cNvGrpSpPr/>
          <p:nvPr/>
        </p:nvGrpSpPr>
        <p:grpSpPr>
          <a:xfrm>
            <a:off x="7351827" y="2756825"/>
            <a:ext cx="423079" cy="419659"/>
            <a:chOff x="-2310650" y="3958175"/>
            <a:chExt cx="293825" cy="291450"/>
          </a:xfrm>
        </p:grpSpPr>
        <p:sp>
          <p:nvSpPr>
            <p:cNvPr id="10748" name="Google Shape;10748;p97"/>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97"/>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0" name="Google Shape;10750;p97"/>
          <p:cNvGrpSpPr/>
          <p:nvPr/>
        </p:nvGrpSpPr>
        <p:grpSpPr>
          <a:xfrm>
            <a:off x="4718688" y="3308459"/>
            <a:ext cx="424159" cy="419659"/>
            <a:chOff x="-1182750" y="3962900"/>
            <a:chExt cx="294575" cy="291450"/>
          </a:xfrm>
        </p:grpSpPr>
        <p:sp>
          <p:nvSpPr>
            <p:cNvPr id="10751" name="Google Shape;10751;p97"/>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97"/>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97"/>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97"/>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97"/>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97"/>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97"/>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97"/>
          <p:cNvGrpSpPr/>
          <p:nvPr/>
        </p:nvGrpSpPr>
        <p:grpSpPr>
          <a:xfrm>
            <a:off x="2471824" y="1689223"/>
            <a:ext cx="424195" cy="419659"/>
            <a:chOff x="-5611575" y="3272950"/>
            <a:chExt cx="294600" cy="291450"/>
          </a:xfrm>
        </p:grpSpPr>
        <p:sp>
          <p:nvSpPr>
            <p:cNvPr id="10759" name="Google Shape;10759;p97"/>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97"/>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97"/>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97"/>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97"/>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97"/>
          <p:cNvGrpSpPr/>
          <p:nvPr/>
        </p:nvGrpSpPr>
        <p:grpSpPr>
          <a:xfrm>
            <a:off x="2471824" y="2205770"/>
            <a:ext cx="424195" cy="418507"/>
            <a:chOff x="-5613150" y="3632900"/>
            <a:chExt cx="294600" cy="290650"/>
          </a:xfrm>
        </p:grpSpPr>
        <p:sp>
          <p:nvSpPr>
            <p:cNvPr id="10765" name="Google Shape;10765;p97"/>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97"/>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97"/>
          <p:cNvGrpSpPr/>
          <p:nvPr/>
        </p:nvGrpSpPr>
        <p:grpSpPr>
          <a:xfrm>
            <a:off x="2483722" y="2756270"/>
            <a:ext cx="424195" cy="420775"/>
            <a:chOff x="-5613150" y="3991275"/>
            <a:chExt cx="294600" cy="292225"/>
          </a:xfrm>
        </p:grpSpPr>
        <p:sp>
          <p:nvSpPr>
            <p:cNvPr id="10768" name="Google Shape;10768;p97"/>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97"/>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97"/>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97"/>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97"/>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97"/>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97"/>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97"/>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97"/>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97"/>
          <p:cNvGrpSpPr/>
          <p:nvPr/>
        </p:nvGrpSpPr>
        <p:grpSpPr>
          <a:xfrm>
            <a:off x="5155210" y="1689438"/>
            <a:ext cx="434634" cy="419227"/>
            <a:chOff x="-3768700" y="3253275"/>
            <a:chExt cx="301850" cy="291150"/>
          </a:xfrm>
        </p:grpSpPr>
        <p:sp>
          <p:nvSpPr>
            <p:cNvPr id="10778" name="Google Shape;10778;p97"/>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97"/>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97"/>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97"/>
          <p:cNvGrpSpPr/>
          <p:nvPr/>
        </p:nvGrpSpPr>
        <p:grpSpPr>
          <a:xfrm>
            <a:off x="5159293" y="2217090"/>
            <a:ext cx="426462" cy="395865"/>
            <a:chOff x="-3808700" y="3628950"/>
            <a:chExt cx="296175" cy="274925"/>
          </a:xfrm>
        </p:grpSpPr>
        <p:sp>
          <p:nvSpPr>
            <p:cNvPr id="10782" name="Google Shape;10782;p97"/>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97"/>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97"/>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97"/>
          <p:cNvGrpSpPr/>
          <p:nvPr/>
        </p:nvGrpSpPr>
        <p:grpSpPr>
          <a:xfrm>
            <a:off x="5224504" y="2756412"/>
            <a:ext cx="419443" cy="420487"/>
            <a:chOff x="-3771675" y="3971775"/>
            <a:chExt cx="291300" cy="292025"/>
          </a:xfrm>
        </p:grpSpPr>
        <p:sp>
          <p:nvSpPr>
            <p:cNvPr id="10786" name="Google Shape;10786;p97"/>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97"/>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97"/>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97"/>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97"/>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97"/>
          <p:cNvGrpSpPr/>
          <p:nvPr/>
        </p:nvGrpSpPr>
        <p:grpSpPr>
          <a:xfrm>
            <a:off x="7885948" y="1716461"/>
            <a:ext cx="420271" cy="320774"/>
            <a:chOff x="-1951475" y="3273100"/>
            <a:chExt cx="291875" cy="222775"/>
          </a:xfrm>
        </p:grpSpPr>
        <p:sp>
          <p:nvSpPr>
            <p:cNvPr id="10792" name="Google Shape;10792;p97"/>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97"/>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97"/>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5" name="Google Shape;10795;p97"/>
          <p:cNvGrpSpPr/>
          <p:nvPr/>
        </p:nvGrpSpPr>
        <p:grpSpPr>
          <a:xfrm>
            <a:off x="7883429" y="2205191"/>
            <a:ext cx="425310" cy="419659"/>
            <a:chOff x="-1951475" y="3597450"/>
            <a:chExt cx="295375" cy="291450"/>
          </a:xfrm>
        </p:grpSpPr>
        <p:sp>
          <p:nvSpPr>
            <p:cNvPr id="10796" name="Google Shape;10796;p97"/>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97"/>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97"/>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97"/>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97"/>
          <p:cNvGrpSpPr/>
          <p:nvPr/>
        </p:nvGrpSpPr>
        <p:grpSpPr>
          <a:xfrm>
            <a:off x="7885680" y="2756825"/>
            <a:ext cx="444605" cy="419659"/>
            <a:chOff x="-1960150" y="3956600"/>
            <a:chExt cx="308775" cy="291450"/>
          </a:xfrm>
        </p:grpSpPr>
        <p:sp>
          <p:nvSpPr>
            <p:cNvPr id="10801" name="Google Shape;10801;p97"/>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97"/>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97"/>
          <p:cNvGrpSpPr/>
          <p:nvPr/>
        </p:nvGrpSpPr>
        <p:grpSpPr>
          <a:xfrm>
            <a:off x="1939718" y="3307636"/>
            <a:ext cx="420775" cy="420775"/>
            <a:chOff x="-804700" y="3226500"/>
            <a:chExt cx="292225" cy="292225"/>
          </a:xfrm>
        </p:grpSpPr>
        <p:sp>
          <p:nvSpPr>
            <p:cNvPr id="10804" name="Google Shape;10804;p97"/>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97"/>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97"/>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97"/>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97"/>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97"/>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97"/>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97"/>
          <p:cNvGrpSpPr/>
          <p:nvPr/>
        </p:nvGrpSpPr>
        <p:grpSpPr>
          <a:xfrm>
            <a:off x="3019809" y="1688647"/>
            <a:ext cx="420775" cy="420811"/>
            <a:chOff x="-5251625" y="3272950"/>
            <a:chExt cx="292225" cy="292250"/>
          </a:xfrm>
        </p:grpSpPr>
        <p:sp>
          <p:nvSpPr>
            <p:cNvPr id="10812" name="Google Shape;10812;p97"/>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97"/>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97"/>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97"/>
          <p:cNvGrpSpPr/>
          <p:nvPr/>
        </p:nvGrpSpPr>
        <p:grpSpPr>
          <a:xfrm>
            <a:off x="3016407" y="2204348"/>
            <a:ext cx="427578" cy="421351"/>
            <a:chOff x="-5254775" y="3631325"/>
            <a:chExt cx="296950" cy="292625"/>
          </a:xfrm>
        </p:grpSpPr>
        <p:sp>
          <p:nvSpPr>
            <p:cNvPr id="10816" name="Google Shape;10816;p97"/>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97"/>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97"/>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97"/>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97"/>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97"/>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97"/>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97"/>
          <p:cNvGrpSpPr/>
          <p:nvPr/>
        </p:nvGrpSpPr>
        <p:grpSpPr>
          <a:xfrm>
            <a:off x="3032265" y="2756270"/>
            <a:ext cx="419659" cy="420775"/>
            <a:chOff x="-5251625" y="3991275"/>
            <a:chExt cx="291450" cy="292225"/>
          </a:xfrm>
        </p:grpSpPr>
        <p:sp>
          <p:nvSpPr>
            <p:cNvPr id="10824" name="Google Shape;10824;p97"/>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97"/>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97"/>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97"/>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97"/>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9" name="Google Shape;10829;p97"/>
          <p:cNvGrpSpPr/>
          <p:nvPr/>
        </p:nvGrpSpPr>
        <p:grpSpPr>
          <a:xfrm>
            <a:off x="5772848" y="1689240"/>
            <a:ext cx="319874" cy="419623"/>
            <a:chOff x="-3365275" y="3253275"/>
            <a:chExt cx="222150" cy="291425"/>
          </a:xfrm>
        </p:grpSpPr>
        <p:sp>
          <p:nvSpPr>
            <p:cNvPr id="10830" name="Google Shape;10830;p97"/>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97"/>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97"/>
          <p:cNvGrpSpPr/>
          <p:nvPr/>
        </p:nvGrpSpPr>
        <p:grpSpPr>
          <a:xfrm>
            <a:off x="5746786" y="2204058"/>
            <a:ext cx="371998" cy="421927"/>
            <a:chOff x="-3383375" y="3611625"/>
            <a:chExt cx="258350" cy="293025"/>
          </a:xfrm>
        </p:grpSpPr>
        <p:sp>
          <p:nvSpPr>
            <p:cNvPr id="10833" name="Google Shape;10833;p97"/>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97"/>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5" name="Google Shape;10835;p97"/>
          <p:cNvGrpSpPr/>
          <p:nvPr/>
        </p:nvGrpSpPr>
        <p:grpSpPr>
          <a:xfrm>
            <a:off x="5809135" y="2756826"/>
            <a:ext cx="271097" cy="419659"/>
            <a:chOff x="-3347950" y="3971575"/>
            <a:chExt cx="188275" cy="291450"/>
          </a:xfrm>
        </p:grpSpPr>
        <p:sp>
          <p:nvSpPr>
            <p:cNvPr id="10836" name="Google Shape;10836;p97"/>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97"/>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97"/>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9" name="Google Shape;10839;p97"/>
          <p:cNvGrpSpPr/>
          <p:nvPr/>
        </p:nvGrpSpPr>
        <p:grpSpPr>
          <a:xfrm>
            <a:off x="858994" y="3307061"/>
            <a:ext cx="371998" cy="421927"/>
            <a:chOff x="-1575775" y="3238300"/>
            <a:chExt cx="258350" cy="293025"/>
          </a:xfrm>
        </p:grpSpPr>
        <p:sp>
          <p:nvSpPr>
            <p:cNvPr id="10840" name="Google Shape;10840;p97"/>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97"/>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97"/>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97"/>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97"/>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5" name="Google Shape;10845;p97"/>
          <p:cNvGrpSpPr/>
          <p:nvPr/>
        </p:nvGrpSpPr>
        <p:grpSpPr>
          <a:xfrm>
            <a:off x="2503892" y="3309051"/>
            <a:ext cx="423079" cy="424159"/>
            <a:chOff x="-1591550" y="3597475"/>
            <a:chExt cx="293825" cy="294575"/>
          </a:xfrm>
        </p:grpSpPr>
        <p:sp>
          <p:nvSpPr>
            <p:cNvPr id="10846" name="Google Shape;10846;p97"/>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97"/>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97"/>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9" name="Google Shape;10849;p97"/>
          <p:cNvGrpSpPr/>
          <p:nvPr/>
        </p:nvGrpSpPr>
        <p:grpSpPr>
          <a:xfrm>
            <a:off x="4153362" y="3318663"/>
            <a:ext cx="421927" cy="399248"/>
            <a:chOff x="-1592325" y="3957400"/>
            <a:chExt cx="293025" cy="277275"/>
          </a:xfrm>
        </p:grpSpPr>
        <p:sp>
          <p:nvSpPr>
            <p:cNvPr id="10850" name="Google Shape;10850;p97"/>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97"/>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97"/>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97"/>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97"/>
          <p:cNvGrpSpPr/>
          <p:nvPr/>
        </p:nvGrpSpPr>
        <p:grpSpPr>
          <a:xfrm>
            <a:off x="3640232" y="3310744"/>
            <a:ext cx="369730" cy="420775"/>
            <a:chOff x="-778700" y="3612425"/>
            <a:chExt cx="256775" cy="292225"/>
          </a:xfrm>
        </p:grpSpPr>
        <p:sp>
          <p:nvSpPr>
            <p:cNvPr id="10855" name="Google Shape;10855;p97"/>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97"/>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97"/>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97"/>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97"/>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97"/>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97"/>
          <p:cNvGrpSpPr/>
          <p:nvPr/>
        </p:nvGrpSpPr>
        <p:grpSpPr>
          <a:xfrm>
            <a:off x="6111733" y="3828305"/>
            <a:ext cx="340731" cy="387641"/>
            <a:chOff x="7728464" y="1561258"/>
            <a:chExt cx="349719" cy="397866"/>
          </a:xfrm>
        </p:grpSpPr>
        <p:sp>
          <p:nvSpPr>
            <p:cNvPr id="10862" name="Google Shape;10862;p97"/>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97"/>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4" name="Google Shape;10864;p97"/>
          <p:cNvGrpSpPr/>
          <p:nvPr/>
        </p:nvGrpSpPr>
        <p:grpSpPr>
          <a:xfrm>
            <a:off x="4034702" y="3828305"/>
            <a:ext cx="387681" cy="387641"/>
            <a:chOff x="5611350" y="1561258"/>
            <a:chExt cx="397907" cy="397866"/>
          </a:xfrm>
        </p:grpSpPr>
        <p:sp>
          <p:nvSpPr>
            <p:cNvPr id="10865" name="Google Shape;10865;p97"/>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97"/>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97"/>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97"/>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97"/>
          <p:cNvGrpSpPr/>
          <p:nvPr/>
        </p:nvGrpSpPr>
        <p:grpSpPr>
          <a:xfrm>
            <a:off x="4553987" y="3925571"/>
            <a:ext cx="387610" cy="193109"/>
            <a:chOff x="6140660" y="1661097"/>
            <a:chExt cx="397835" cy="198202"/>
          </a:xfrm>
        </p:grpSpPr>
        <p:sp>
          <p:nvSpPr>
            <p:cNvPr id="10870" name="Google Shape;10870;p97"/>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97"/>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97"/>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97"/>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4" name="Google Shape;10874;p97"/>
          <p:cNvGrpSpPr/>
          <p:nvPr/>
        </p:nvGrpSpPr>
        <p:grpSpPr>
          <a:xfrm>
            <a:off x="5073202" y="3828305"/>
            <a:ext cx="387681" cy="387641"/>
            <a:chOff x="6669907" y="1561258"/>
            <a:chExt cx="397907" cy="397866"/>
          </a:xfrm>
        </p:grpSpPr>
        <p:sp>
          <p:nvSpPr>
            <p:cNvPr id="10875" name="Google Shape;10875;p97"/>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97"/>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97"/>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97"/>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97"/>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0" name="Google Shape;10880;p97"/>
          <p:cNvGrpSpPr/>
          <p:nvPr/>
        </p:nvGrpSpPr>
        <p:grpSpPr>
          <a:xfrm>
            <a:off x="1958433" y="3885842"/>
            <a:ext cx="387681" cy="272572"/>
            <a:chOff x="3386036" y="1746339"/>
            <a:chExt cx="397907" cy="279762"/>
          </a:xfrm>
        </p:grpSpPr>
        <p:sp>
          <p:nvSpPr>
            <p:cNvPr id="10881" name="Google Shape;10881;p97"/>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97"/>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97"/>
          <p:cNvGrpSpPr/>
          <p:nvPr/>
        </p:nvGrpSpPr>
        <p:grpSpPr>
          <a:xfrm>
            <a:off x="2996130" y="3828288"/>
            <a:ext cx="387681" cy="387681"/>
            <a:chOff x="4417380" y="1687279"/>
            <a:chExt cx="397907" cy="397907"/>
          </a:xfrm>
        </p:grpSpPr>
        <p:sp>
          <p:nvSpPr>
            <p:cNvPr id="10884" name="Google Shape;10884;p97"/>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97"/>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6" name="Google Shape;10886;p97"/>
          <p:cNvGrpSpPr/>
          <p:nvPr/>
        </p:nvGrpSpPr>
        <p:grpSpPr>
          <a:xfrm>
            <a:off x="7942611" y="3308537"/>
            <a:ext cx="387661" cy="387661"/>
            <a:chOff x="2869999" y="1687279"/>
            <a:chExt cx="397887" cy="397887"/>
          </a:xfrm>
        </p:grpSpPr>
        <p:sp>
          <p:nvSpPr>
            <p:cNvPr id="10887" name="Google Shape;10887;p97"/>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97"/>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9" name="Google Shape;10889;p97"/>
          <p:cNvGrpSpPr/>
          <p:nvPr/>
        </p:nvGrpSpPr>
        <p:grpSpPr>
          <a:xfrm>
            <a:off x="2477718" y="3828664"/>
            <a:ext cx="386807" cy="386929"/>
            <a:chOff x="3902887" y="1687655"/>
            <a:chExt cx="397010" cy="397135"/>
          </a:xfrm>
        </p:grpSpPr>
        <p:sp>
          <p:nvSpPr>
            <p:cNvPr id="10890" name="Google Shape;10890;p97"/>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97"/>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97"/>
          <p:cNvGrpSpPr/>
          <p:nvPr/>
        </p:nvGrpSpPr>
        <p:grpSpPr>
          <a:xfrm>
            <a:off x="3515416" y="3828288"/>
            <a:ext cx="387681" cy="387681"/>
            <a:chOff x="4933458" y="1687279"/>
            <a:chExt cx="397907" cy="397907"/>
          </a:xfrm>
        </p:grpSpPr>
        <p:sp>
          <p:nvSpPr>
            <p:cNvPr id="10893" name="Google Shape;10893;p97"/>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97"/>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5" name="Google Shape;10895;p97"/>
          <p:cNvGrpSpPr/>
          <p:nvPr/>
        </p:nvGrpSpPr>
        <p:grpSpPr>
          <a:xfrm>
            <a:off x="6348367" y="3308537"/>
            <a:ext cx="387661" cy="387661"/>
            <a:chOff x="1379798" y="1723250"/>
            <a:chExt cx="397887" cy="397887"/>
          </a:xfrm>
        </p:grpSpPr>
        <p:sp>
          <p:nvSpPr>
            <p:cNvPr id="10896" name="Google Shape;10896;p9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9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9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9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97"/>
          <p:cNvGrpSpPr/>
          <p:nvPr/>
        </p:nvGrpSpPr>
        <p:grpSpPr>
          <a:xfrm>
            <a:off x="5286246" y="3308537"/>
            <a:ext cx="387681" cy="387661"/>
            <a:chOff x="266768" y="1721375"/>
            <a:chExt cx="397907" cy="397887"/>
          </a:xfrm>
        </p:grpSpPr>
        <p:sp>
          <p:nvSpPr>
            <p:cNvPr id="10901" name="Google Shape;10901;p97"/>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97"/>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97"/>
          <p:cNvGrpSpPr/>
          <p:nvPr/>
        </p:nvGrpSpPr>
        <p:grpSpPr>
          <a:xfrm>
            <a:off x="5817327" y="3308537"/>
            <a:ext cx="387641" cy="387661"/>
            <a:chOff x="864491" y="1723250"/>
            <a:chExt cx="397866" cy="397887"/>
          </a:xfrm>
        </p:grpSpPr>
        <p:sp>
          <p:nvSpPr>
            <p:cNvPr id="10904" name="Google Shape;10904;p9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9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9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7" name="Google Shape;10907;p97"/>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8" name="Google Shape;10908;p97"/>
          <p:cNvGrpSpPr/>
          <p:nvPr/>
        </p:nvGrpSpPr>
        <p:grpSpPr>
          <a:xfrm>
            <a:off x="7411672" y="3308924"/>
            <a:ext cx="387539" cy="386888"/>
            <a:chOff x="2408992" y="1722875"/>
            <a:chExt cx="397761" cy="397093"/>
          </a:xfrm>
        </p:grpSpPr>
        <p:sp>
          <p:nvSpPr>
            <p:cNvPr id="10909" name="Google Shape;10909;p97"/>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97"/>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1" name="Google Shape;10911;p97"/>
          <p:cNvGrpSpPr/>
          <p:nvPr/>
        </p:nvGrpSpPr>
        <p:grpSpPr>
          <a:xfrm>
            <a:off x="6584077" y="3827044"/>
            <a:ext cx="395772" cy="395772"/>
            <a:chOff x="1190625" y="238125"/>
            <a:chExt cx="5235075" cy="5235075"/>
          </a:xfrm>
        </p:grpSpPr>
        <p:sp>
          <p:nvSpPr>
            <p:cNvPr id="10912" name="Google Shape;10912;p97"/>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97"/>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4" name="Google Shape;10914;p97"/>
          <p:cNvGrpSpPr/>
          <p:nvPr/>
        </p:nvGrpSpPr>
        <p:grpSpPr>
          <a:xfrm>
            <a:off x="5592488" y="3828305"/>
            <a:ext cx="387641" cy="387641"/>
            <a:chOff x="7199196" y="1561258"/>
            <a:chExt cx="397866" cy="397866"/>
          </a:xfrm>
        </p:grpSpPr>
        <p:sp>
          <p:nvSpPr>
            <p:cNvPr id="10915" name="Google Shape;10915;p97"/>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97"/>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97"/>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21"/>
        <p:cNvGrpSpPr/>
        <p:nvPr/>
      </p:nvGrpSpPr>
      <p:grpSpPr>
        <a:xfrm>
          <a:off x="0" y="0"/>
          <a:ext cx="0" cy="0"/>
          <a:chOff x="0" y="0"/>
          <a:chExt cx="0" cy="0"/>
        </a:xfrm>
      </p:grpSpPr>
      <p:pic>
        <p:nvPicPr>
          <p:cNvPr id="10922" name="Google Shape;10922;p9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Animated Healthcare Center by Slidesgo">
  <a:themeElements>
    <a:clrScheme name="Simple Light">
      <a:dk1>
        <a:srgbClr val="252E47"/>
      </a:dk1>
      <a:lt1>
        <a:srgbClr val="FFFFFF"/>
      </a:lt1>
      <a:dk2>
        <a:srgbClr val="F8F5EC"/>
      </a:dk2>
      <a:lt2>
        <a:srgbClr val="ECE9E1"/>
      </a:lt2>
      <a:accent1>
        <a:srgbClr val="DADACE"/>
      </a:accent1>
      <a:accent2>
        <a:srgbClr val="FFFFFF"/>
      </a:accent2>
      <a:accent3>
        <a:srgbClr val="FFFFFF"/>
      </a:accent3>
      <a:accent4>
        <a:srgbClr val="FFFFFF"/>
      </a:accent4>
      <a:accent5>
        <a:srgbClr val="FFFFFF"/>
      </a:accent5>
      <a:accent6>
        <a:srgbClr val="FFFFFF"/>
      </a:accent6>
      <a:hlink>
        <a:srgbClr val="252E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1812</Words>
  <Application>Microsoft Macintosh PowerPoint</Application>
  <PresentationFormat>On-screen Show (16:9)</PresentationFormat>
  <Paragraphs>324</Paragraphs>
  <Slides>59</Slides>
  <Notes>59</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59</vt:i4>
      </vt:variant>
    </vt:vector>
  </HeadingPairs>
  <TitlesOfParts>
    <vt:vector size="74" baseType="lpstr">
      <vt:lpstr>Amatic SC</vt:lpstr>
      <vt:lpstr>Arial</vt:lpstr>
      <vt:lpstr>Barlow</vt:lpstr>
      <vt:lpstr>Calibri</vt:lpstr>
      <vt:lpstr>Exo</vt:lpstr>
      <vt:lpstr>Nunito</vt:lpstr>
      <vt:lpstr>Open Sans</vt:lpstr>
      <vt:lpstr>Poppins</vt:lpstr>
      <vt:lpstr>Prata</vt:lpstr>
      <vt:lpstr>Proxima Nova</vt:lpstr>
      <vt:lpstr>Proxima Nova Semibold</vt:lpstr>
      <vt:lpstr>Roboto Medium</vt:lpstr>
      <vt:lpstr>Sora</vt:lpstr>
      <vt:lpstr>Animated Healthcare Center by Slidesgo</vt:lpstr>
      <vt:lpstr>Slidesgo Final Pages</vt:lpstr>
      <vt:lpstr>Automated Cervical Spine Morphometry</vt:lpstr>
      <vt:lpstr>03</vt:lpstr>
      <vt:lpstr>The Problem</vt:lpstr>
      <vt:lpstr>Wait.</vt:lpstr>
      <vt:lpstr>And Wait..</vt:lpstr>
      <vt:lpstr>And Wait…</vt:lpstr>
      <vt:lpstr>The Problem</vt:lpstr>
      <vt:lpstr>Problems</vt:lpstr>
      <vt:lpstr>Introduction</vt:lpstr>
      <vt:lpstr>Our center</vt:lpstr>
      <vt:lpstr>Values of the company</vt:lpstr>
      <vt:lpstr>A picture always reinforces  the concept</vt:lpstr>
      <vt:lpstr>Awesome words!</vt:lpstr>
      <vt:lpstr>—Someone famous</vt:lpstr>
      <vt:lpstr>A picture is worth a thousand words</vt:lpstr>
      <vt:lpstr>Key numbers</vt:lpstr>
      <vt:lpstr>Our statistics</vt:lpstr>
      <vt:lpstr>A brief story</vt:lpstr>
      <vt:lpstr>Milestones reached</vt:lpstr>
      <vt:lpstr>Our process</vt:lpstr>
      <vt:lpstr>Key Numbers</vt:lpstr>
      <vt:lpstr>Patient care</vt:lpstr>
      <vt:lpstr>Areas we cover</vt:lpstr>
      <vt:lpstr>Services</vt:lpstr>
      <vt:lpstr>This is a map</vt:lpstr>
      <vt:lpstr>4,498,300</vt:lpstr>
      <vt:lpstr>333,000,000</vt:lpstr>
      <vt:lpstr>Patient satisfaction</vt:lpstr>
      <vt:lpstr>This is a table</vt:lpstr>
      <vt:lpstr>Innovations</vt:lpstr>
      <vt:lpstr>Quality improvement measures</vt:lpstr>
      <vt:lpstr>Testimonials</vt:lpstr>
      <vt:lpstr>Awards</vt:lpstr>
      <vt:lpstr>Our team</vt:lpstr>
      <vt:lpstr>Mockups</vt:lpstr>
      <vt:lpstr>Thanks</vt:lpstr>
      <vt:lpstr>Alternative resources</vt:lpstr>
      <vt:lpstr>Resources</vt:lpstr>
      <vt:lpstr>Instructions for use (free users)</vt:lpstr>
      <vt:lpstr>Instructions for use (premium users)</vt:lpstr>
      <vt:lpstr>Fonts &amp; colors used</vt:lpstr>
      <vt:lpstr>Storyset</vt:lpstr>
      <vt:lpstr>Use our editable graphic resources... </vt:lpstr>
      <vt:lpstr>PowerPoint Presentation</vt:lpstr>
      <vt:lpstr>PowerPoint Presentation</vt:lpstr>
      <vt:lpstr>PowerPoint Presentation</vt:lpstr>
      <vt:lpstr>PowerPoint Presentation</vt:lpstr>
      <vt:lpstr>PowerPoint Presentation</vt:lpstr>
      <vt:lpstr>Medical Infographics</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Ronnie Saba</cp:lastModifiedBy>
  <cp:revision>1</cp:revision>
  <dcterms:modified xsi:type="dcterms:W3CDTF">2026-06-08T16:39:29Z</dcterms:modified>
</cp:coreProperties>
</file>